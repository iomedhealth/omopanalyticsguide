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8" r:id="rId5"/>
    <p:sldMasterId id="2147483739" r:id="rId6"/>
    <p:sldMasterId id="214748374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y="6858000" cx="12192000"/>
  <p:notesSz cx="6858000" cy="9144000"/>
  <p:embeddedFontLst>
    <p:embeddedFont>
      <p:font typeface="IBM Plex Sans"/>
      <p:regular r:id="rId30"/>
      <p:bold r:id="rId31"/>
      <p:italic r:id="rId32"/>
      <p:boldItalic r:id="rId33"/>
    </p:embeddedFont>
    <p:embeddedFont>
      <p:font typeface="Libre Franklin"/>
      <p:regular r:id="rId34"/>
      <p:bold r:id="rId35"/>
      <p:italic r:id="rId36"/>
      <p:boldItalic r:id="rId37"/>
    </p:embeddedFont>
    <p:embeddedFont>
      <p:font typeface="IBM Plex Sans Light"/>
      <p:regular r:id="rId38"/>
      <p:bold r:id="rId39"/>
      <p:italic r:id="rId40"/>
      <p:boldItalic r:id="rId41"/>
    </p:embeddedFont>
    <p:embeddedFont>
      <p:font typeface="Plus Jakarta Sans"/>
      <p:regular r:id="rId42"/>
      <p:bold r:id="rId43"/>
      <p:italic r:id="rId44"/>
      <p:boldItalic r:id="rId45"/>
    </p:embeddedFont>
    <p:embeddedFont>
      <p:font typeface="Plus Jakarta Sans SemiBold"/>
      <p:regular r:id="rId46"/>
      <p:bold r:id="rId47"/>
      <p:italic r:id="rId48"/>
      <p:boldItalic r:id="rId49"/>
    </p:embeddedFont>
    <p:embeddedFont>
      <p:font typeface="Plus Jakarta Sans Medium"/>
      <p:regular r:id="rId50"/>
      <p:bold r:id="rId51"/>
      <p:italic r:id="rId52"/>
      <p:boldItalic r:id="rId53"/>
    </p:embeddedFont>
    <p:embeddedFont>
      <p:font typeface="Plus Jakarta Sans Light"/>
      <p:regular r:id="rId54"/>
      <p:bold r:id="rId55"/>
      <p:italic r:id="rId56"/>
      <p:boldItalic r:id="rId57"/>
    </p:embeddedFont>
    <p:embeddedFont>
      <p:font typeface="Poppins SemiBold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0">
          <p15:clr>
            <a:srgbClr val="747775"/>
          </p15:clr>
        </p15:guide>
        <p15:guide id="2" pos="510">
          <p15:clr>
            <a:srgbClr val="747775"/>
          </p15:clr>
        </p15:guide>
        <p15:guide id="3" orient="horz" pos="907">
          <p15:clr>
            <a:srgbClr val="747775"/>
          </p15:clr>
        </p15:guide>
        <p15:guide id="4" orient="horz" pos="1548">
          <p15:clr>
            <a:srgbClr val="747775"/>
          </p15:clr>
        </p15:guide>
        <p15:guide id="5" orient="horz" pos="96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DEF4CF-D7C6-4CBA-A938-2BB806CB6933}">
  <a:tblStyle styleId="{F6DEF4CF-D7C6-4CBA-A938-2BB806CB69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0" orient="horz"/>
        <p:guide pos="510"/>
        <p:guide pos="907" orient="horz"/>
        <p:guide pos="1548" orient="horz"/>
        <p:guide pos="96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Light-italic.fntdata"/><Relationship Id="rId42" Type="http://schemas.openxmlformats.org/officeDocument/2006/relationships/font" Target="fonts/PlusJakartaSans-regular.fntdata"/><Relationship Id="rId41" Type="http://schemas.openxmlformats.org/officeDocument/2006/relationships/font" Target="fonts/IBMPlexSansLight-boldItalic.fntdata"/><Relationship Id="rId44" Type="http://schemas.openxmlformats.org/officeDocument/2006/relationships/font" Target="fonts/PlusJakartaSans-italic.fntdata"/><Relationship Id="rId43" Type="http://schemas.openxmlformats.org/officeDocument/2006/relationships/font" Target="fonts/PlusJakartaSans-bold.fntdata"/><Relationship Id="rId46" Type="http://schemas.openxmlformats.org/officeDocument/2006/relationships/font" Target="fonts/PlusJakartaSansSemiBold-regular.fntdata"/><Relationship Id="rId45" Type="http://schemas.openxmlformats.org/officeDocument/2006/relationships/font" Target="fonts/PlusJakarta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PlusJakartaSansSemiBold-italic.fntdata"/><Relationship Id="rId47" Type="http://schemas.openxmlformats.org/officeDocument/2006/relationships/font" Target="fonts/PlusJakartaSansSemiBold-bold.fntdata"/><Relationship Id="rId49" Type="http://schemas.openxmlformats.org/officeDocument/2006/relationships/font" Target="fonts/PlusJakartaSa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IBMPlexSans-bold.fntdata"/><Relationship Id="rId30" Type="http://schemas.openxmlformats.org/officeDocument/2006/relationships/font" Target="fonts/IBMPlexSans-regular.fntdata"/><Relationship Id="rId33" Type="http://schemas.openxmlformats.org/officeDocument/2006/relationships/font" Target="fonts/IBMPlexSans-boldItalic.fntdata"/><Relationship Id="rId32" Type="http://schemas.openxmlformats.org/officeDocument/2006/relationships/font" Target="fonts/IBMPlexSans-italic.fntdata"/><Relationship Id="rId35" Type="http://schemas.openxmlformats.org/officeDocument/2006/relationships/font" Target="fonts/LibreFranklin-bold.fntdata"/><Relationship Id="rId34" Type="http://schemas.openxmlformats.org/officeDocument/2006/relationships/font" Target="fonts/LibreFranklin-regular.fntdata"/><Relationship Id="rId37" Type="http://schemas.openxmlformats.org/officeDocument/2006/relationships/font" Target="fonts/LibreFranklin-boldItalic.fntdata"/><Relationship Id="rId36" Type="http://schemas.openxmlformats.org/officeDocument/2006/relationships/font" Target="fonts/LibreFranklin-italic.fntdata"/><Relationship Id="rId39" Type="http://schemas.openxmlformats.org/officeDocument/2006/relationships/font" Target="fonts/IBMPlexSansLight-bold.fntdata"/><Relationship Id="rId38" Type="http://schemas.openxmlformats.org/officeDocument/2006/relationships/font" Target="fonts/IBMPlexSansLight-regular.fntdata"/><Relationship Id="rId61" Type="http://schemas.openxmlformats.org/officeDocument/2006/relationships/font" Target="fonts/PoppinsSemiBold-boldItalic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60" Type="http://schemas.openxmlformats.org/officeDocument/2006/relationships/font" Target="fonts/PoppinsSemiBold-italic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PlusJakartaSansMedium-bold.fntdata"/><Relationship Id="rId50" Type="http://schemas.openxmlformats.org/officeDocument/2006/relationships/font" Target="fonts/PlusJakartaSansMedium-regular.fntdata"/><Relationship Id="rId53" Type="http://schemas.openxmlformats.org/officeDocument/2006/relationships/font" Target="fonts/PlusJakartaSansMedium-boldItalic.fntdata"/><Relationship Id="rId52" Type="http://schemas.openxmlformats.org/officeDocument/2006/relationships/font" Target="fonts/PlusJakartaSansMedium-italic.fntdata"/><Relationship Id="rId11" Type="http://schemas.openxmlformats.org/officeDocument/2006/relationships/slide" Target="slides/slide3.xml"/><Relationship Id="rId55" Type="http://schemas.openxmlformats.org/officeDocument/2006/relationships/font" Target="fonts/PlusJakartaSansLight-bold.fntdata"/><Relationship Id="rId10" Type="http://schemas.openxmlformats.org/officeDocument/2006/relationships/slide" Target="slides/slide2.xml"/><Relationship Id="rId54" Type="http://schemas.openxmlformats.org/officeDocument/2006/relationships/font" Target="fonts/PlusJakartaSansLight-regular.fntdata"/><Relationship Id="rId13" Type="http://schemas.openxmlformats.org/officeDocument/2006/relationships/slide" Target="slides/slide5.xml"/><Relationship Id="rId57" Type="http://schemas.openxmlformats.org/officeDocument/2006/relationships/font" Target="fonts/PlusJakartaSansLight-boldItalic.fntdata"/><Relationship Id="rId12" Type="http://schemas.openxmlformats.org/officeDocument/2006/relationships/slide" Target="slides/slide4.xml"/><Relationship Id="rId56" Type="http://schemas.openxmlformats.org/officeDocument/2006/relationships/font" Target="fonts/PlusJakartaSansLight-italic.fntdata"/><Relationship Id="rId15" Type="http://schemas.openxmlformats.org/officeDocument/2006/relationships/slide" Target="slides/slide7.xml"/><Relationship Id="rId59" Type="http://schemas.openxmlformats.org/officeDocument/2006/relationships/font" Target="fonts/PoppinsSemiBold-bold.fntdata"/><Relationship Id="rId14" Type="http://schemas.openxmlformats.org/officeDocument/2006/relationships/slide" Target="slides/slide6.xml"/><Relationship Id="rId58" Type="http://schemas.openxmlformats.org/officeDocument/2006/relationships/font" Target="fonts/PoppinsSemiBold-regular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cb313b1bb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g2cb313b1bb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3dab17a450d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3dab17a450d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g2dbae52bba3_0_28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7" name="Google Shape;1947;g2dbae52bba3_0_28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g2dbae52bba3_0_28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2dbb87c93ba_0_65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4" name="Google Shape;1954;g2dbb87c93ba_0_65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3d9f10f6e1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9" name="Google Shape;1979;g3d9f10f6e1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g3d9f10f6e17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6" name="Google Shape;1986;g3d9f10f6e17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3d9f10f6e17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5" name="Google Shape;1995;g3d9f10f6e17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3d9f10f6e17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2" name="Google Shape;2002;g3d9f10f6e17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3d9f10f6e17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2" name="Google Shape;2012;g3d9f10f6e17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g3d9f10f6e17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0" name="Google Shape;2020;g3d9f10f6e17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3d9f10f6e17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7" name="Google Shape;2027;g3d9f10f6e17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g2dbb87c93ba_0_67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4" name="Google Shape;2034;g2dbb87c93ba_0_67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g2dbae52bba3_0_28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5" name="Google Shape;2045;g2dbae52bba3_0_28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g2dbb87c93ba_0_67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9" name="Google Shape;2059;g2dbb87c93ba_0_67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2dbae52bba3_0_28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2" name="Google Shape;2082;g2dbae52bba3_0_28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g2dbae52bba3_0_28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4" name="Google Shape;2094;g2dbae52bba3_0_28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g2dbae52bba3_0_72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9" name="Google Shape;2109;g2dbae52bba3_0_7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4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2dbae52bba3_0_7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6" name="Google Shape;2116;g2dbae52bba3_0_7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g2dbae52bba3_0_7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3" name="Google Shape;2123;g2dbae52bba3_0_7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3ddbe0f5288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3ddbe0f528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g2cb313b1bb4_0_8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g2cb313b1bb4_0_8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youtube.com/watch?v=6ayuGEmu9NE&amp;t=1s" TargetMode="External"/><Relationship Id="rId3" Type="http://schemas.openxmlformats.org/officeDocument/2006/relationships/image" Target="../media/image32.png"/><Relationship Id="rId4" Type="http://schemas.openxmlformats.org/officeDocument/2006/relationships/hyperlink" Target="https://www.youtube.com/watch?v=BGK5rN7vJTU&amp;list=TLGGHFR03dmwUygwNjExMjAyMw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www.youtube.com/watch?v=vRxfb3XDyHw&amp;t=1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www.youtube.com/watch?v=6ayuGEmu9NE&amp;t=1s" TargetMode="External"/><Relationship Id="rId3" Type="http://schemas.openxmlformats.org/officeDocument/2006/relationships/image" Target="../media/image32.png"/><Relationship Id="rId4" Type="http://schemas.openxmlformats.org/officeDocument/2006/relationships/hyperlink" Target="https://www.youtube.com/watch?v=BGK5rN7vJTU&amp;list=TLGGHFR03dmwUygwNjExMjAyMw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www.youtube.com/watch?v=vRxfb3XDyHw&amp;t=1s" TargetMode="Externa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www.iomed.health" TargetMode="External"/><Relationship Id="rId3" Type="http://schemas.openxmlformats.org/officeDocument/2006/relationships/image" Target="../media/image21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21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21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/>
        </p:nvSpPr>
        <p:spPr>
          <a:xfrm>
            <a:off x="2332496" y="3533659"/>
            <a:ext cx="8150447" cy="887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us Jakarta Sans SemiBold"/>
              <a:buNone/>
            </a:pPr>
            <a:r>
              <a:t/>
            </a:r>
            <a:endParaRPr sz="4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grpSp>
        <p:nvGrpSpPr>
          <p:cNvPr id="22" name="Google Shape;22;p2"/>
          <p:cNvGrpSpPr/>
          <p:nvPr/>
        </p:nvGrpSpPr>
        <p:grpSpPr>
          <a:xfrm>
            <a:off x="5408185" y="441491"/>
            <a:ext cx="1375630" cy="319035"/>
            <a:chOff x="698472" y="661632"/>
            <a:chExt cx="1294862" cy="300303"/>
          </a:xfrm>
        </p:grpSpPr>
        <p:sp>
          <p:nvSpPr>
            <p:cNvPr id="23" name="Google Shape;23;p2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29" name="Google Shape;29;p2"/>
          <p:cNvSpPr txBox="1"/>
          <p:nvPr>
            <p:ph idx="1" type="body"/>
          </p:nvPr>
        </p:nvSpPr>
        <p:spPr>
          <a:xfrm>
            <a:off x="3993529" y="3994334"/>
            <a:ext cx="4130842" cy="5445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30" name="Google Shape;3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150" y="3079925"/>
            <a:ext cx="4017227" cy="746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0850" y="2747650"/>
            <a:ext cx="1095350" cy="1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chapter">
  <p:cSld name="Template chapter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9208671" y="2013443"/>
            <a:ext cx="2743200" cy="226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D47"/>
              </a:buClr>
              <a:buSzPts val="20000"/>
              <a:buFont typeface="Arial"/>
              <a:buNone/>
              <a:defRPr b="0" i="0" sz="20000" u="none" cap="none" strike="noStrike">
                <a:solidFill>
                  <a:srgbClr val="062D47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2" type="body"/>
          </p:nvPr>
        </p:nvSpPr>
        <p:spPr>
          <a:xfrm>
            <a:off x="6556513" y="5244273"/>
            <a:ext cx="506886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grpSp>
        <p:nvGrpSpPr>
          <p:cNvPr id="36" name="Google Shape;36;p3"/>
          <p:cNvGrpSpPr/>
          <p:nvPr/>
        </p:nvGrpSpPr>
        <p:grpSpPr>
          <a:xfrm>
            <a:off x="676909" y="682346"/>
            <a:ext cx="5465333" cy="5465270"/>
            <a:chOff x="676909" y="682346"/>
            <a:chExt cx="5465333" cy="5465270"/>
          </a:xfrm>
        </p:grpSpPr>
        <p:sp>
          <p:nvSpPr>
            <p:cNvPr id="37" name="Google Shape;37;p3"/>
            <p:cNvSpPr/>
            <p:nvPr/>
          </p:nvSpPr>
          <p:spPr>
            <a:xfrm>
              <a:off x="4316228" y="2501878"/>
              <a:ext cx="1826014" cy="1826014"/>
            </a:xfrm>
            <a:custGeom>
              <a:rect b="b" l="l" r="r" t="t"/>
              <a:pathLst>
                <a:path extrusionOk="0" h="1826014" w="1826014">
                  <a:moveTo>
                    <a:pt x="913008" y="3305"/>
                  </a:moveTo>
                  <a:lnTo>
                    <a:pt x="913008" y="6482"/>
                  </a:lnTo>
                  <a:cubicBezTo>
                    <a:pt x="1413773" y="6482"/>
                    <a:pt x="1819723" y="412432"/>
                    <a:pt x="1819723" y="913198"/>
                  </a:cubicBezTo>
                  <a:cubicBezTo>
                    <a:pt x="1819723" y="1413963"/>
                    <a:pt x="1413773" y="1819914"/>
                    <a:pt x="913008" y="1819914"/>
                  </a:cubicBezTo>
                  <a:cubicBezTo>
                    <a:pt x="412242" y="1819914"/>
                    <a:pt x="6292" y="1413963"/>
                    <a:pt x="6292" y="913198"/>
                  </a:cubicBezTo>
                  <a:cubicBezTo>
                    <a:pt x="6292" y="672659"/>
                    <a:pt x="101869" y="441976"/>
                    <a:pt x="271990" y="271926"/>
                  </a:cubicBezTo>
                  <a:cubicBezTo>
                    <a:pt x="441805" y="101621"/>
                    <a:pt x="672506" y="6044"/>
                    <a:pt x="913008" y="6355"/>
                  </a:cubicBezTo>
                  <a:lnTo>
                    <a:pt x="913008" y="0"/>
                  </a:lnTo>
                  <a:cubicBezTo>
                    <a:pt x="408766" y="0"/>
                    <a:pt x="0" y="408766"/>
                    <a:pt x="0" y="913007"/>
                  </a:cubicBezTo>
                  <a:cubicBezTo>
                    <a:pt x="0" y="1417249"/>
                    <a:pt x="408766" y="1826014"/>
                    <a:pt x="913008" y="1826014"/>
                  </a:cubicBezTo>
                  <a:cubicBezTo>
                    <a:pt x="1417223" y="1826014"/>
                    <a:pt x="1825983" y="1417287"/>
                    <a:pt x="1826015" y="913071"/>
                  </a:cubicBezTo>
                  <a:cubicBezTo>
                    <a:pt x="1826015" y="408829"/>
                    <a:pt x="1417249" y="64"/>
                    <a:pt x="913008" y="64"/>
                  </a:cubicBezTo>
                  <a:lnTo>
                    <a:pt x="913008" y="3305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2496632" y="682346"/>
              <a:ext cx="1826014" cy="1826141"/>
            </a:xfrm>
            <a:custGeom>
              <a:rect b="b" l="l" r="r" t="t"/>
              <a:pathLst>
                <a:path extrusionOk="0" h="1826141" w="1826014">
                  <a:moveTo>
                    <a:pt x="913007" y="3241"/>
                  </a:moveTo>
                  <a:lnTo>
                    <a:pt x="913007" y="6482"/>
                  </a:lnTo>
                  <a:cubicBezTo>
                    <a:pt x="1413703" y="6476"/>
                    <a:pt x="1819603" y="412363"/>
                    <a:pt x="1819609" y="913058"/>
                  </a:cubicBezTo>
                  <a:cubicBezTo>
                    <a:pt x="1819615" y="1413754"/>
                    <a:pt x="1413722" y="1819653"/>
                    <a:pt x="913026" y="1819660"/>
                  </a:cubicBezTo>
                  <a:cubicBezTo>
                    <a:pt x="412331" y="1819666"/>
                    <a:pt x="6438" y="1413779"/>
                    <a:pt x="6431" y="913083"/>
                  </a:cubicBezTo>
                  <a:cubicBezTo>
                    <a:pt x="6425" y="672621"/>
                    <a:pt x="101952" y="442014"/>
                    <a:pt x="271989" y="271989"/>
                  </a:cubicBezTo>
                  <a:cubicBezTo>
                    <a:pt x="441818" y="101716"/>
                    <a:pt x="672519" y="6162"/>
                    <a:pt x="913007" y="6482"/>
                  </a:cubicBezTo>
                  <a:lnTo>
                    <a:pt x="913007" y="127"/>
                  </a:lnTo>
                  <a:cubicBezTo>
                    <a:pt x="408766" y="127"/>
                    <a:pt x="0" y="408893"/>
                    <a:pt x="0" y="913134"/>
                  </a:cubicBezTo>
                  <a:cubicBezTo>
                    <a:pt x="0" y="1417376"/>
                    <a:pt x="408766" y="1826141"/>
                    <a:pt x="913007" y="1826141"/>
                  </a:cubicBezTo>
                  <a:cubicBezTo>
                    <a:pt x="1417249" y="1826141"/>
                    <a:pt x="1826014" y="1417376"/>
                    <a:pt x="1826014" y="913134"/>
                  </a:cubicBezTo>
                  <a:cubicBezTo>
                    <a:pt x="1826014" y="913090"/>
                    <a:pt x="1826014" y="913052"/>
                    <a:pt x="1826014" y="913007"/>
                  </a:cubicBezTo>
                  <a:cubicBezTo>
                    <a:pt x="1826014" y="408766"/>
                    <a:pt x="1417249" y="0"/>
                    <a:pt x="913007" y="0"/>
                  </a:cubicBezTo>
                  <a:lnTo>
                    <a:pt x="913007" y="3241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76909" y="682346"/>
              <a:ext cx="1826141" cy="1826268"/>
            </a:xfrm>
            <a:custGeom>
              <a:rect b="b" l="l" r="r" t="t"/>
              <a:pathLst>
                <a:path extrusionOk="0" h="1826268" w="1826141">
                  <a:moveTo>
                    <a:pt x="913134" y="3241"/>
                  </a:moveTo>
                  <a:lnTo>
                    <a:pt x="913134" y="6482"/>
                  </a:lnTo>
                  <a:cubicBezTo>
                    <a:pt x="1413830" y="6476"/>
                    <a:pt x="1819729" y="412363"/>
                    <a:pt x="1819736" y="913058"/>
                  </a:cubicBezTo>
                  <a:cubicBezTo>
                    <a:pt x="1819742" y="1413754"/>
                    <a:pt x="1413849" y="1819653"/>
                    <a:pt x="913153" y="1819660"/>
                  </a:cubicBezTo>
                  <a:cubicBezTo>
                    <a:pt x="412458" y="1819666"/>
                    <a:pt x="6562" y="1413779"/>
                    <a:pt x="6556" y="913083"/>
                  </a:cubicBezTo>
                  <a:cubicBezTo>
                    <a:pt x="6553" y="672621"/>
                    <a:pt x="102079" y="442014"/>
                    <a:pt x="272116" y="271989"/>
                  </a:cubicBezTo>
                  <a:cubicBezTo>
                    <a:pt x="441945" y="101716"/>
                    <a:pt x="672646" y="6162"/>
                    <a:pt x="913134" y="6482"/>
                  </a:cubicBezTo>
                  <a:lnTo>
                    <a:pt x="913134" y="127"/>
                  </a:lnTo>
                  <a:cubicBezTo>
                    <a:pt x="408861" y="92"/>
                    <a:pt x="35" y="408861"/>
                    <a:pt x="0" y="913134"/>
                  </a:cubicBezTo>
                  <a:cubicBezTo>
                    <a:pt x="-35" y="1417408"/>
                    <a:pt x="408734" y="1826230"/>
                    <a:pt x="913007" y="1826268"/>
                  </a:cubicBezTo>
                  <a:cubicBezTo>
                    <a:pt x="1417281" y="1826307"/>
                    <a:pt x="1826104" y="1417535"/>
                    <a:pt x="1826142" y="913261"/>
                  </a:cubicBezTo>
                  <a:cubicBezTo>
                    <a:pt x="1826142" y="913179"/>
                    <a:pt x="1826142" y="913090"/>
                    <a:pt x="1826142" y="913007"/>
                  </a:cubicBezTo>
                  <a:cubicBezTo>
                    <a:pt x="1826142" y="408766"/>
                    <a:pt x="1417376" y="0"/>
                    <a:pt x="913134" y="0"/>
                  </a:cubicBezTo>
                  <a:lnTo>
                    <a:pt x="913134" y="3241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316228" y="4321538"/>
              <a:ext cx="1826014" cy="1826078"/>
            </a:xfrm>
            <a:custGeom>
              <a:rect b="b" l="l" r="r" t="t"/>
              <a:pathLst>
                <a:path extrusionOk="0" h="1826078" w="1826014">
                  <a:moveTo>
                    <a:pt x="913008" y="3241"/>
                  </a:moveTo>
                  <a:lnTo>
                    <a:pt x="913008" y="6419"/>
                  </a:lnTo>
                  <a:cubicBezTo>
                    <a:pt x="1413773" y="6349"/>
                    <a:pt x="1819780" y="412242"/>
                    <a:pt x="1819851" y="913007"/>
                  </a:cubicBezTo>
                  <a:cubicBezTo>
                    <a:pt x="1819920" y="1413773"/>
                    <a:pt x="1414027" y="1819780"/>
                    <a:pt x="913262" y="1819850"/>
                  </a:cubicBezTo>
                  <a:cubicBezTo>
                    <a:pt x="412496" y="1819920"/>
                    <a:pt x="6489" y="1414027"/>
                    <a:pt x="6419" y="913262"/>
                  </a:cubicBezTo>
                  <a:cubicBezTo>
                    <a:pt x="6387" y="672741"/>
                    <a:pt x="101914" y="442065"/>
                    <a:pt x="271990" y="271989"/>
                  </a:cubicBezTo>
                  <a:cubicBezTo>
                    <a:pt x="441805" y="101685"/>
                    <a:pt x="672506" y="6107"/>
                    <a:pt x="913008" y="6419"/>
                  </a:cubicBezTo>
                  <a:lnTo>
                    <a:pt x="913008" y="64"/>
                  </a:lnTo>
                  <a:cubicBezTo>
                    <a:pt x="408766" y="64"/>
                    <a:pt x="0" y="408829"/>
                    <a:pt x="0" y="913071"/>
                  </a:cubicBezTo>
                  <a:cubicBezTo>
                    <a:pt x="0" y="1417313"/>
                    <a:pt x="408766" y="1826078"/>
                    <a:pt x="913008" y="1826078"/>
                  </a:cubicBezTo>
                  <a:cubicBezTo>
                    <a:pt x="1417249" y="1826078"/>
                    <a:pt x="1826015" y="1417313"/>
                    <a:pt x="1826015" y="913071"/>
                  </a:cubicBezTo>
                  <a:cubicBezTo>
                    <a:pt x="1826015" y="913052"/>
                    <a:pt x="1826015" y="913026"/>
                    <a:pt x="1826015" y="913007"/>
                  </a:cubicBezTo>
                  <a:cubicBezTo>
                    <a:pt x="1826015" y="408766"/>
                    <a:pt x="1417249" y="0"/>
                    <a:pt x="913008" y="0"/>
                  </a:cubicBezTo>
                  <a:lnTo>
                    <a:pt x="913008" y="3241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80277" y="43247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1" y="407279"/>
                    <a:pt x="1819660" y="909766"/>
                  </a:cubicBezTo>
                  <a:cubicBezTo>
                    <a:pt x="1819698" y="1412254"/>
                    <a:pt x="1412381" y="1819621"/>
                    <a:pt x="909893" y="1819660"/>
                  </a:cubicBezTo>
                  <a:cubicBezTo>
                    <a:pt x="407406" y="1819691"/>
                    <a:pt x="35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77036" y="4321538"/>
              <a:ext cx="1826014" cy="1826078"/>
            </a:xfrm>
            <a:custGeom>
              <a:rect b="b" l="l" r="r" t="t"/>
              <a:pathLst>
                <a:path extrusionOk="0" h="1826078" w="1826014">
                  <a:moveTo>
                    <a:pt x="913007" y="3241"/>
                  </a:moveTo>
                  <a:lnTo>
                    <a:pt x="913007" y="6419"/>
                  </a:lnTo>
                  <a:cubicBezTo>
                    <a:pt x="1413773" y="6349"/>
                    <a:pt x="1819780" y="412242"/>
                    <a:pt x="1819850" y="913007"/>
                  </a:cubicBezTo>
                  <a:cubicBezTo>
                    <a:pt x="1819920" y="1413773"/>
                    <a:pt x="1414027" y="1819780"/>
                    <a:pt x="913261" y="1819850"/>
                  </a:cubicBezTo>
                  <a:cubicBezTo>
                    <a:pt x="412496" y="1819920"/>
                    <a:pt x="6488" y="1414027"/>
                    <a:pt x="6418" y="913262"/>
                  </a:cubicBezTo>
                  <a:cubicBezTo>
                    <a:pt x="6385" y="672741"/>
                    <a:pt x="101913" y="442065"/>
                    <a:pt x="271989" y="271989"/>
                  </a:cubicBezTo>
                  <a:cubicBezTo>
                    <a:pt x="441811" y="101697"/>
                    <a:pt x="672513" y="6126"/>
                    <a:pt x="913007" y="6419"/>
                  </a:cubicBezTo>
                  <a:lnTo>
                    <a:pt x="913007" y="64"/>
                  </a:lnTo>
                  <a:cubicBezTo>
                    <a:pt x="408766" y="64"/>
                    <a:pt x="0" y="408829"/>
                    <a:pt x="0" y="913071"/>
                  </a:cubicBezTo>
                  <a:cubicBezTo>
                    <a:pt x="0" y="1417313"/>
                    <a:pt x="408766" y="1826078"/>
                    <a:pt x="913007" y="1826078"/>
                  </a:cubicBezTo>
                  <a:cubicBezTo>
                    <a:pt x="1417249" y="1826078"/>
                    <a:pt x="1826014" y="1417313"/>
                    <a:pt x="1826014" y="913071"/>
                  </a:cubicBezTo>
                  <a:cubicBezTo>
                    <a:pt x="1826014" y="913052"/>
                    <a:pt x="1826014" y="913026"/>
                    <a:pt x="1826014" y="913007"/>
                  </a:cubicBezTo>
                  <a:cubicBezTo>
                    <a:pt x="1826014" y="408766"/>
                    <a:pt x="1417249" y="0"/>
                    <a:pt x="913007" y="0"/>
                  </a:cubicBezTo>
                  <a:lnTo>
                    <a:pt x="913007" y="3241"/>
                  </a:lnTo>
                  <a:close/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4316609" y="3360297"/>
              <a:ext cx="2542" cy="76894"/>
            </a:xfrm>
            <a:custGeom>
              <a:rect b="b" l="l" r="r" t="t"/>
              <a:pathLst>
                <a:path extrusionOk="0" h="76894" w="2542">
                  <a:moveTo>
                    <a:pt x="1207" y="0"/>
                  </a:moveTo>
                  <a:cubicBezTo>
                    <a:pt x="699" y="8960"/>
                    <a:pt x="318" y="17984"/>
                    <a:pt x="0" y="27008"/>
                  </a:cubicBezTo>
                  <a:cubicBezTo>
                    <a:pt x="1316" y="43448"/>
                    <a:pt x="2161" y="60073"/>
                    <a:pt x="2542" y="76894"/>
                  </a:cubicBezTo>
                  <a:cubicBezTo>
                    <a:pt x="2542" y="69459"/>
                    <a:pt x="2542" y="62087"/>
                    <a:pt x="2542" y="54652"/>
                  </a:cubicBezTo>
                  <a:cubicBezTo>
                    <a:pt x="2542" y="36350"/>
                    <a:pt x="1970" y="18048"/>
                    <a:pt x="890" y="0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3355051" y="2505183"/>
              <a:ext cx="109177" cy="3177"/>
            </a:xfrm>
            <a:custGeom>
              <a:rect b="b" l="l" r="r" t="t"/>
              <a:pathLst>
                <a:path extrusionOk="0" h="3177" w="109177">
                  <a:moveTo>
                    <a:pt x="54588" y="0"/>
                  </a:moveTo>
                  <a:cubicBezTo>
                    <a:pt x="36204" y="0"/>
                    <a:pt x="18003" y="527"/>
                    <a:pt x="0" y="1589"/>
                  </a:cubicBezTo>
                  <a:cubicBezTo>
                    <a:pt x="18048" y="2650"/>
                    <a:pt x="36242" y="3177"/>
                    <a:pt x="54588" y="3177"/>
                  </a:cubicBezTo>
                  <a:cubicBezTo>
                    <a:pt x="72935" y="3177"/>
                    <a:pt x="91129" y="2650"/>
                    <a:pt x="109177" y="1589"/>
                  </a:cubicBezTo>
                  <a:cubicBezTo>
                    <a:pt x="91129" y="527"/>
                    <a:pt x="72935" y="0"/>
                    <a:pt x="54588" y="0"/>
                  </a:cubicBezTo>
                  <a:close/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4316228" y="3387305"/>
              <a:ext cx="2859" cy="94306"/>
            </a:xfrm>
            <a:custGeom>
              <a:rect b="b" l="l" r="r" t="t"/>
              <a:pathLst>
                <a:path extrusionOk="0" h="94306" w="2859">
                  <a:moveTo>
                    <a:pt x="381" y="0"/>
                  </a:moveTo>
                  <a:cubicBezTo>
                    <a:pt x="127" y="9151"/>
                    <a:pt x="0" y="18366"/>
                    <a:pt x="0" y="27644"/>
                  </a:cubicBezTo>
                  <a:cubicBezTo>
                    <a:pt x="0" y="31901"/>
                    <a:pt x="0" y="36096"/>
                    <a:pt x="0" y="40354"/>
                  </a:cubicBezTo>
                  <a:cubicBezTo>
                    <a:pt x="1481" y="58230"/>
                    <a:pt x="2434" y="76214"/>
                    <a:pt x="2860" y="94307"/>
                  </a:cubicBezTo>
                  <a:cubicBezTo>
                    <a:pt x="2860" y="86935"/>
                    <a:pt x="2860" y="79500"/>
                    <a:pt x="2860" y="72128"/>
                  </a:cubicBezTo>
                  <a:cubicBezTo>
                    <a:pt x="2860" y="64756"/>
                    <a:pt x="2860" y="57321"/>
                    <a:pt x="2860" y="49950"/>
                  </a:cubicBezTo>
                  <a:cubicBezTo>
                    <a:pt x="2479" y="33001"/>
                    <a:pt x="1633" y="16377"/>
                    <a:pt x="318" y="63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316291" y="3427532"/>
              <a:ext cx="3050" cy="63612"/>
            </a:xfrm>
            <a:custGeom>
              <a:rect b="b" l="l" r="r" t="t"/>
              <a:pathLst>
                <a:path extrusionOk="0" h="63612" w="3050">
                  <a:moveTo>
                    <a:pt x="0" y="64"/>
                  </a:moveTo>
                  <a:cubicBezTo>
                    <a:pt x="318" y="21480"/>
                    <a:pt x="1335" y="42641"/>
                    <a:pt x="3051" y="63613"/>
                  </a:cubicBezTo>
                  <a:cubicBezTo>
                    <a:pt x="3051" y="60371"/>
                    <a:pt x="3051" y="57258"/>
                    <a:pt x="3051" y="53953"/>
                  </a:cubicBezTo>
                  <a:cubicBezTo>
                    <a:pt x="2587" y="35861"/>
                    <a:pt x="1633" y="17876"/>
                    <a:pt x="191" y="0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2499937" y="5158286"/>
              <a:ext cx="6354" cy="9723"/>
            </a:xfrm>
            <a:custGeom>
              <a:rect b="b" l="l" r="r" t="t"/>
              <a:pathLst>
                <a:path extrusionOk="0" h="9723" w="6354">
                  <a:moveTo>
                    <a:pt x="0" y="0"/>
                  </a:moveTo>
                  <a:cubicBezTo>
                    <a:pt x="0" y="3241"/>
                    <a:pt x="0" y="6355"/>
                    <a:pt x="0" y="9723"/>
                  </a:cubicBezTo>
                  <a:cubicBezTo>
                    <a:pt x="0" y="7817"/>
                    <a:pt x="0" y="5974"/>
                    <a:pt x="0" y="4131"/>
                  </a:cubicBezTo>
                  <a:cubicBezTo>
                    <a:pt x="0" y="2288"/>
                    <a:pt x="0" y="1398"/>
                    <a:pt x="0" y="0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4319342" y="5158350"/>
              <a:ext cx="6354" cy="9659"/>
            </a:xfrm>
            <a:custGeom>
              <a:rect b="b" l="l" r="r" t="t"/>
              <a:pathLst>
                <a:path extrusionOk="0" h="9659" w="6354">
                  <a:moveTo>
                    <a:pt x="0" y="0"/>
                  </a:moveTo>
                  <a:cubicBezTo>
                    <a:pt x="0" y="1398"/>
                    <a:pt x="0" y="2733"/>
                    <a:pt x="0" y="4131"/>
                  </a:cubicBezTo>
                  <a:cubicBezTo>
                    <a:pt x="0" y="5529"/>
                    <a:pt x="0" y="7817"/>
                    <a:pt x="0" y="9660"/>
                  </a:cubicBezTo>
                  <a:cubicBezTo>
                    <a:pt x="0" y="6419"/>
                    <a:pt x="0" y="3305"/>
                    <a:pt x="0" y="0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4316228" y="5162481"/>
              <a:ext cx="3177" cy="99708"/>
            </a:xfrm>
            <a:custGeom>
              <a:rect b="b" l="l" r="r" t="t"/>
              <a:pathLst>
                <a:path extrusionOk="0" h="99708" w="3177">
                  <a:moveTo>
                    <a:pt x="2796" y="0"/>
                  </a:moveTo>
                  <a:cubicBezTo>
                    <a:pt x="953" y="23767"/>
                    <a:pt x="0" y="47852"/>
                    <a:pt x="0" y="72064"/>
                  </a:cubicBezTo>
                  <a:cubicBezTo>
                    <a:pt x="0" y="81279"/>
                    <a:pt x="0" y="90557"/>
                    <a:pt x="381" y="99708"/>
                  </a:cubicBezTo>
                  <a:cubicBezTo>
                    <a:pt x="2288" y="75941"/>
                    <a:pt x="3177" y="51919"/>
                    <a:pt x="3177" y="27707"/>
                  </a:cubicBezTo>
                  <a:cubicBezTo>
                    <a:pt x="3177" y="20272"/>
                    <a:pt x="3177" y="12900"/>
                    <a:pt x="3177" y="5529"/>
                  </a:cubicBezTo>
                  <a:cubicBezTo>
                    <a:pt x="3177" y="3686"/>
                    <a:pt x="3177" y="1843"/>
                    <a:pt x="3177" y="0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2500254" y="5162417"/>
              <a:ext cx="3177" cy="99835"/>
            </a:xfrm>
            <a:custGeom>
              <a:rect b="b" l="l" r="r" t="t"/>
              <a:pathLst>
                <a:path extrusionOk="0" h="99835" w="3177">
                  <a:moveTo>
                    <a:pt x="0" y="0"/>
                  </a:moveTo>
                  <a:cubicBezTo>
                    <a:pt x="0" y="1843"/>
                    <a:pt x="0" y="3686"/>
                    <a:pt x="0" y="5592"/>
                  </a:cubicBezTo>
                  <a:cubicBezTo>
                    <a:pt x="0" y="12964"/>
                    <a:pt x="0" y="20336"/>
                    <a:pt x="0" y="27771"/>
                  </a:cubicBezTo>
                  <a:cubicBezTo>
                    <a:pt x="0" y="51983"/>
                    <a:pt x="890" y="76068"/>
                    <a:pt x="2796" y="99835"/>
                  </a:cubicBezTo>
                  <a:cubicBezTo>
                    <a:pt x="2796" y="90621"/>
                    <a:pt x="3177" y="81406"/>
                    <a:pt x="3177" y="72128"/>
                  </a:cubicBezTo>
                  <a:cubicBezTo>
                    <a:pt x="3177" y="47853"/>
                    <a:pt x="2224" y="23767"/>
                    <a:pt x="381" y="0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2499873" y="25273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2499873" y="253632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2499873" y="2545028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412" y="1819532"/>
                    <a:pt x="140" y="1412368"/>
                    <a:pt x="0" y="910020"/>
                  </a:cubicBezTo>
                  <a:cubicBezTo>
                    <a:pt x="-140" y="407571"/>
                    <a:pt x="407063" y="140"/>
                    <a:pt x="909512" y="0"/>
                  </a:cubicBezTo>
                  <a:cubicBezTo>
                    <a:pt x="909595" y="0"/>
                    <a:pt x="909684" y="0"/>
                    <a:pt x="909766" y="0"/>
                  </a:cubicBezTo>
                </a:path>
              </a:pathLst>
            </a:custGeom>
            <a:solidFill>
              <a:srgbClr val="E9EA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2499873" y="25541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E8E9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2499873" y="256314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30"/>
                    <a:pt x="0" y="909766"/>
                    <a:pt x="0" y="909703"/>
                  </a:cubicBezTo>
                  <a:cubicBezTo>
                    <a:pt x="70" y="407291"/>
                    <a:pt x="407355" y="38"/>
                    <a:pt x="909766" y="0"/>
                  </a:cubicBezTo>
                </a:path>
              </a:pathLst>
            </a:custGeom>
            <a:solidFill>
              <a:srgbClr val="E7E9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2499873" y="257210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E6E8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499873" y="258099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E5E7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499873" y="258995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E4E7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499873" y="259891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7"/>
                    <a:pt x="38" y="1412381"/>
                    <a:pt x="0" y="909893"/>
                  </a:cubicBezTo>
                  <a:cubicBezTo>
                    <a:pt x="0" y="909849"/>
                    <a:pt x="0" y="909810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E3E6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2499873" y="2607878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E2E5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2499873" y="261677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E1E5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2499873" y="262573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E0E4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2499873" y="263469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DFE4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2499873" y="264359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DEE3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2499873" y="265255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7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DDE2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499873" y="266151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DCE2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2499873" y="2670474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DBE1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499873" y="267937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DAE1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499873" y="268833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D9E0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499873" y="269754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60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66"/>
                    <a:pt x="0" y="909639"/>
                    <a:pt x="0" y="909512"/>
                  </a:cubicBezTo>
                  <a:cubicBezTo>
                    <a:pt x="140" y="407164"/>
                    <a:pt x="407418" y="0"/>
                    <a:pt x="909766" y="0"/>
                  </a:cubicBezTo>
                </a:path>
              </a:pathLst>
            </a:custGeom>
            <a:solidFill>
              <a:srgbClr val="D8DF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499873" y="270618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D7DF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499873" y="271514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D6DE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499873" y="272410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D5D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499873" y="2733069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D4D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2499873" y="274203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D3DC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2499873" y="275092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D2DC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2499873" y="275988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4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108" y="407507"/>
                    <a:pt x="407126" y="108"/>
                    <a:pt x="909575" y="0"/>
                  </a:cubicBezTo>
                  <a:cubicBezTo>
                    <a:pt x="909639" y="0"/>
                    <a:pt x="909703" y="0"/>
                    <a:pt x="909766" y="0"/>
                  </a:cubicBezTo>
                </a:path>
              </a:pathLst>
            </a:custGeom>
            <a:solidFill>
              <a:srgbClr val="D1DB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2499873" y="276878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D0DA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2499873" y="277774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CFDA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2499873" y="278651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70" y="407469"/>
                    <a:pt x="407215" y="70"/>
                    <a:pt x="909703" y="0"/>
                  </a:cubicBezTo>
                  <a:cubicBezTo>
                    <a:pt x="909722" y="0"/>
                    <a:pt x="909747" y="0"/>
                    <a:pt x="909766" y="0"/>
                  </a:cubicBezTo>
                </a:path>
              </a:pathLst>
            </a:custGeom>
            <a:solidFill>
              <a:srgbClr val="CED9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2499873" y="2795665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CDD8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2499873" y="28045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CCD8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2499873" y="281352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CBD7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2499873" y="282248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CAD7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2499873" y="28313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C9D6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499873" y="284034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C8D5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499873" y="284930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66"/>
                    <a:pt x="0" y="909639"/>
                    <a:pt x="0" y="909512"/>
                  </a:cubicBezTo>
                  <a:cubicBezTo>
                    <a:pt x="178" y="407177"/>
                    <a:pt x="407431" y="38"/>
                    <a:pt x="909766" y="0"/>
                  </a:cubicBezTo>
                </a:path>
              </a:pathLst>
            </a:custGeom>
            <a:solidFill>
              <a:srgbClr val="C7D5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499873" y="2858261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C6D4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499873" y="286715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C5D4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2499873" y="287611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C4D3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2499873" y="288507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C3D2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2499873" y="289397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C2D2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2499873" y="290293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C1D1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2499873" y="291189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7"/>
                    <a:pt x="38" y="1412381"/>
                    <a:pt x="0" y="909893"/>
                  </a:cubicBezTo>
                  <a:cubicBezTo>
                    <a:pt x="0" y="909849"/>
                    <a:pt x="0" y="909810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C0D0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2499873" y="2920856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BFD0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2499873" y="292975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BEC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2499873" y="293903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60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47"/>
                    <a:pt x="0" y="909595"/>
                    <a:pt x="0" y="909448"/>
                  </a:cubicBezTo>
                  <a:cubicBezTo>
                    <a:pt x="210" y="407139"/>
                    <a:pt x="407457" y="32"/>
                    <a:pt x="909766" y="0"/>
                  </a:cubicBezTo>
                </a:path>
              </a:pathLst>
            </a:custGeom>
            <a:solidFill>
              <a:srgbClr val="BDCF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2499873" y="294767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BCCE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2499873" y="295657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BBCD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2499873" y="296553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7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BACD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499873" y="297449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B9CC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499873" y="2983516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909747"/>
                    <a:pt x="0" y="909722"/>
                    <a:pt x="0" y="909703"/>
                  </a:cubicBezTo>
                  <a:cubicBezTo>
                    <a:pt x="38" y="407279"/>
                    <a:pt x="407342" y="0"/>
                    <a:pt x="909766" y="0"/>
                  </a:cubicBezTo>
                </a:path>
              </a:pathLst>
            </a:custGeom>
            <a:solidFill>
              <a:srgbClr val="B8CC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499873" y="299234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B7CB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2499873" y="300130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4" y="1819660"/>
                  </a:cubicBezTo>
                  <a:cubicBezTo>
                    <a:pt x="407457" y="1819691"/>
                    <a:pt x="108" y="1412457"/>
                    <a:pt x="0" y="910020"/>
                  </a:cubicBezTo>
                  <a:cubicBezTo>
                    <a:pt x="-108" y="407533"/>
                    <a:pt x="407152" y="102"/>
                    <a:pt x="909639" y="0"/>
                  </a:cubicBezTo>
                  <a:cubicBezTo>
                    <a:pt x="909684" y="0"/>
                    <a:pt x="909722" y="0"/>
                    <a:pt x="909766" y="0"/>
                  </a:cubicBezTo>
                </a:path>
              </a:pathLst>
            </a:custGeom>
            <a:solidFill>
              <a:srgbClr val="B6CA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2499873" y="301027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B5CA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499873" y="301916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B4C9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499873" y="302800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70" y="407469"/>
                    <a:pt x="407215" y="70"/>
                    <a:pt x="909703" y="0"/>
                  </a:cubicBezTo>
                  <a:cubicBezTo>
                    <a:pt x="909722" y="0"/>
                    <a:pt x="909747" y="0"/>
                    <a:pt x="909766" y="0"/>
                  </a:cubicBezTo>
                </a:path>
              </a:pathLst>
            </a:custGeom>
            <a:solidFill>
              <a:srgbClr val="B3C8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499873" y="303708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B2C8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2499873" y="3046048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B1C7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2499873" y="305494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B0C7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2499873" y="306390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AFC6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499873" y="307286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AEC5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2499873" y="30817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ADC5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499873" y="309072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60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85"/>
                    <a:pt x="0" y="909684"/>
                    <a:pt x="0" y="909576"/>
                  </a:cubicBezTo>
                  <a:cubicBezTo>
                    <a:pt x="140" y="407215"/>
                    <a:pt x="407406" y="38"/>
                    <a:pt x="909766" y="0"/>
                  </a:cubicBezTo>
                </a:path>
              </a:pathLst>
            </a:custGeom>
            <a:solidFill>
              <a:srgbClr val="ACC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499873" y="309968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ABC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499873" y="3108643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AAC3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2499873" y="311754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A9C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2499873" y="312650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A8C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2499873" y="313546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A7C1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2499873" y="314435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A6C0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2499873" y="315331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A5C0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2499873" y="31622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A4B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2499873" y="3171239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A3B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2499873" y="318013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A2BE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2499873" y="318909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A1BD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499873" y="319805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A0BD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499873" y="320695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9FBC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499873" y="321591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9EBB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2499873" y="322500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11"/>
                    <a:pt x="0" y="909722"/>
                    <a:pt x="0" y="909639"/>
                  </a:cubicBezTo>
                  <a:cubicBezTo>
                    <a:pt x="108" y="407253"/>
                    <a:pt x="407380" y="38"/>
                    <a:pt x="909766" y="0"/>
                  </a:cubicBezTo>
                </a:path>
              </a:pathLst>
            </a:custGeom>
            <a:solidFill>
              <a:srgbClr val="9DBB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2499873" y="3233835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9CBA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2499873" y="324273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4" y="1819659"/>
                  </a:cubicBezTo>
                  <a:cubicBezTo>
                    <a:pt x="407482" y="1819691"/>
                    <a:pt x="140" y="1412495"/>
                    <a:pt x="0" y="910084"/>
                  </a:cubicBezTo>
                  <a:cubicBezTo>
                    <a:pt x="-140" y="407596"/>
                    <a:pt x="407088" y="140"/>
                    <a:pt x="909575" y="0"/>
                  </a:cubicBezTo>
                  <a:cubicBezTo>
                    <a:pt x="909639" y="0"/>
                    <a:pt x="909703" y="0"/>
                    <a:pt x="909766" y="0"/>
                  </a:cubicBezTo>
                </a:path>
              </a:pathLst>
            </a:custGeom>
            <a:solidFill>
              <a:srgbClr val="9BBA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2499873" y="325169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9AB9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2499873" y="326065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99B8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2499873" y="326948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-32" y="407406"/>
                    <a:pt x="407279" y="38"/>
                    <a:pt x="909766" y="0"/>
                  </a:cubicBezTo>
                </a:path>
              </a:pathLst>
            </a:custGeom>
            <a:solidFill>
              <a:srgbClr val="98B8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2499873" y="327851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8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7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97B7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2499873" y="328747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96B7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2499873" y="3296430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95B6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499873" y="330532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94B5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499873" y="331428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93B5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499873" y="332324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92B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2499873" y="333214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11"/>
                    <a:pt x="0" y="909722"/>
                    <a:pt x="0" y="909639"/>
                  </a:cubicBezTo>
                  <a:cubicBezTo>
                    <a:pt x="108" y="407253"/>
                    <a:pt x="407380" y="38"/>
                    <a:pt x="909766" y="0"/>
                  </a:cubicBezTo>
                </a:path>
              </a:pathLst>
            </a:custGeom>
            <a:solidFill>
              <a:srgbClr val="91B3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2499873" y="334110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90B3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2499873" y="335006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8FB2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2499873" y="3359026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8EB2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2499873" y="336792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8DB1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2499873" y="337688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8CB0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2499873" y="338584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8BB0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2499873" y="339474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8AAF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499873" y="340370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89AF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499873" y="34126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7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88AE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499873" y="3421622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87AD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2499873" y="343051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86AD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2499873" y="34394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85AC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2499873" y="344843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84AB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2499873" y="345733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83AB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499873" y="346648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11"/>
                    <a:pt x="0" y="909722"/>
                    <a:pt x="0" y="909639"/>
                  </a:cubicBezTo>
                  <a:cubicBezTo>
                    <a:pt x="108" y="407253"/>
                    <a:pt x="407380" y="38"/>
                    <a:pt x="909766" y="0"/>
                  </a:cubicBezTo>
                </a:path>
              </a:pathLst>
            </a:custGeom>
            <a:solidFill>
              <a:srgbClr val="82AA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499873" y="347525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81AA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499873" y="3484217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438" y="1819532"/>
                    <a:pt x="178" y="1412413"/>
                    <a:pt x="0" y="910084"/>
                  </a:cubicBezTo>
                  <a:cubicBezTo>
                    <a:pt x="-178" y="407635"/>
                    <a:pt x="406999" y="178"/>
                    <a:pt x="909449" y="0"/>
                  </a:cubicBezTo>
                  <a:cubicBezTo>
                    <a:pt x="909556" y="0"/>
                    <a:pt x="909658" y="0"/>
                    <a:pt x="909766" y="0"/>
                  </a:cubicBezTo>
                </a:path>
              </a:pathLst>
            </a:custGeom>
            <a:solidFill>
              <a:srgbClr val="80A9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2499873" y="349311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7FA8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2499873" y="350207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7EA8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2499873" y="351097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-32" y="407380"/>
                    <a:pt x="407253" y="32"/>
                    <a:pt x="909703" y="0"/>
                  </a:cubicBezTo>
                  <a:cubicBezTo>
                    <a:pt x="909722" y="0"/>
                    <a:pt x="909747" y="0"/>
                    <a:pt x="909766" y="0"/>
                  </a:cubicBezTo>
                </a:path>
              </a:pathLst>
            </a:custGeom>
            <a:solidFill>
              <a:srgbClr val="7DA7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2499873" y="351993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7CA7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2499873" y="352889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-32" y="407406"/>
                    <a:pt x="407279" y="38"/>
                    <a:pt x="909766" y="0"/>
                  </a:cubicBezTo>
                </a:path>
              </a:pathLst>
            </a:custGeom>
            <a:solidFill>
              <a:srgbClr val="7BA6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2499873" y="353785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7AA5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499873" y="3546813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79A5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499873" y="355545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4" y="1819660"/>
                  </a:cubicBezTo>
                  <a:cubicBezTo>
                    <a:pt x="407482" y="1819698"/>
                    <a:pt x="140" y="1412495"/>
                    <a:pt x="0" y="910084"/>
                  </a:cubicBezTo>
                  <a:cubicBezTo>
                    <a:pt x="-140" y="407596"/>
                    <a:pt x="407088" y="140"/>
                    <a:pt x="909575" y="0"/>
                  </a:cubicBezTo>
                  <a:cubicBezTo>
                    <a:pt x="909639" y="0"/>
                    <a:pt x="909703" y="0"/>
                    <a:pt x="909766" y="0"/>
                  </a:cubicBezTo>
                </a:path>
              </a:pathLst>
            </a:custGeom>
            <a:solidFill>
              <a:srgbClr val="78A4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499873" y="356467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77A3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499873" y="357363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11"/>
                    <a:pt x="0" y="909722"/>
                    <a:pt x="0" y="909639"/>
                  </a:cubicBezTo>
                  <a:cubicBezTo>
                    <a:pt x="70" y="407241"/>
                    <a:pt x="407368" y="0"/>
                    <a:pt x="909766" y="0"/>
                  </a:cubicBezTo>
                </a:path>
              </a:pathLst>
            </a:custGeom>
            <a:solidFill>
              <a:srgbClr val="76A3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499873" y="358252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75A2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499873" y="359148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74A2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2499873" y="360044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73A1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2499873" y="3609409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72A0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499873" y="361830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71A0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2499873" y="362726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709F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2499873" y="363622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6F9F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499873" y="364512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6E9E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2499873" y="365408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6D9D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499873" y="366304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6C9D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499873" y="3672005"/>
              <a:ext cx="1819532" cy="1819531"/>
            </a:xfrm>
            <a:custGeom>
              <a:rect b="b" l="l" r="r" t="t"/>
              <a:pathLst>
                <a:path extrusionOk="0" h="1819531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6B9C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499873" y="368090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6A9B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499873" y="36898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699B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499873" y="369882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689A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499873" y="370797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60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85"/>
                    <a:pt x="0" y="909683"/>
                    <a:pt x="0" y="909576"/>
                  </a:cubicBezTo>
                  <a:cubicBezTo>
                    <a:pt x="140" y="407215"/>
                    <a:pt x="407406" y="32"/>
                    <a:pt x="909766" y="0"/>
                  </a:cubicBezTo>
                </a:path>
              </a:pathLst>
            </a:custGeom>
            <a:solidFill>
              <a:srgbClr val="679A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2499873" y="37166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6699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2499873" y="372564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7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659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499873" y="3734600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649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499873" y="374349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6397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499873" y="375245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6296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499873" y="376141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6196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499873" y="377031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70" y="407469"/>
                    <a:pt x="407215" y="70"/>
                    <a:pt x="909703" y="0"/>
                  </a:cubicBezTo>
                  <a:cubicBezTo>
                    <a:pt x="909722" y="0"/>
                    <a:pt x="909747" y="0"/>
                    <a:pt x="909766" y="0"/>
                  </a:cubicBezTo>
                </a:path>
              </a:pathLst>
            </a:custGeom>
            <a:solidFill>
              <a:srgbClr val="609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499873" y="377927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5F9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2499873" y="378823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5E94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2499873" y="3796942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412" y="1819532"/>
                    <a:pt x="140" y="1412368"/>
                    <a:pt x="0" y="910020"/>
                  </a:cubicBezTo>
                  <a:cubicBezTo>
                    <a:pt x="-140" y="407571"/>
                    <a:pt x="407063" y="140"/>
                    <a:pt x="909512" y="0"/>
                  </a:cubicBezTo>
                  <a:cubicBezTo>
                    <a:pt x="909595" y="0"/>
                    <a:pt x="909684" y="0"/>
                    <a:pt x="909766" y="0"/>
                  </a:cubicBezTo>
                </a:path>
              </a:pathLst>
            </a:custGeom>
            <a:solidFill>
              <a:srgbClr val="5D93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2499873" y="380609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5C93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2499873" y="381505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30"/>
                    <a:pt x="0" y="909766"/>
                    <a:pt x="0" y="909703"/>
                  </a:cubicBezTo>
                  <a:cubicBezTo>
                    <a:pt x="70" y="407291"/>
                    <a:pt x="407355" y="38"/>
                    <a:pt x="909766" y="0"/>
                  </a:cubicBezTo>
                </a:path>
              </a:pathLst>
            </a:custGeom>
            <a:solidFill>
              <a:srgbClr val="5B92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2499873" y="382401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5A92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2499873" y="383291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5991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2499873" y="384187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589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2499873" y="385083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579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2499873" y="3859792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568F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2499873" y="386868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558E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2499873" y="387764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548E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2499873" y="388660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538D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2499873" y="389550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528D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499873" y="390446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518C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499873" y="391342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508B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499873" y="3922387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4F8B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499873" y="393128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4E8A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499873" y="394024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4D8A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2499873" y="394945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60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66"/>
                    <a:pt x="0" y="909639"/>
                    <a:pt x="0" y="909512"/>
                  </a:cubicBezTo>
                  <a:cubicBezTo>
                    <a:pt x="140" y="407164"/>
                    <a:pt x="407418" y="0"/>
                    <a:pt x="909766" y="0"/>
                  </a:cubicBezTo>
                </a:path>
              </a:pathLst>
            </a:custGeom>
            <a:solidFill>
              <a:srgbClr val="4C89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2499873" y="395810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4B88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499873" y="39670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4A88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499873" y="397602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4987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499873" y="3984983"/>
              <a:ext cx="1819532" cy="1819531"/>
            </a:xfrm>
            <a:custGeom>
              <a:rect b="b" l="l" r="r" t="t"/>
              <a:pathLst>
                <a:path extrusionOk="0" h="1819531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4886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499873" y="399394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4786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499873" y="400284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4685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2499873" y="401180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4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108" y="407507"/>
                    <a:pt x="407126" y="108"/>
                    <a:pt x="909575" y="0"/>
                  </a:cubicBezTo>
                  <a:cubicBezTo>
                    <a:pt x="909639" y="0"/>
                    <a:pt x="909703" y="0"/>
                    <a:pt x="909766" y="0"/>
                  </a:cubicBezTo>
                </a:path>
              </a:pathLst>
            </a:custGeom>
            <a:solidFill>
              <a:srgbClr val="4585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2499873" y="402069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4484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2499873" y="402965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4383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2499873" y="403842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70" y="407469"/>
                    <a:pt x="407215" y="70"/>
                    <a:pt x="909703" y="0"/>
                  </a:cubicBezTo>
                  <a:cubicBezTo>
                    <a:pt x="909722" y="0"/>
                    <a:pt x="909747" y="0"/>
                    <a:pt x="909766" y="0"/>
                  </a:cubicBezTo>
                </a:path>
              </a:pathLst>
            </a:custGeom>
            <a:solidFill>
              <a:srgbClr val="4283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2499873" y="4047578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4182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2499873" y="405647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4082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2499873" y="406543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3F81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499873" y="407439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3E8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2499873" y="408329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3D8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2499873" y="409225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3C7F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2499873" y="410121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66"/>
                    <a:pt x="0" y="909639"/>
                    <a:pt x="0" y="909512"/>
                  </a:cubicBezTo>
                  <a:cubicBezTo>
                    <a:pt x="178" y="407177"/>
                    <a:pt x="407431" y="32"/>
                    <a:pt x="909766" y="0"/>
                  </a:cubicBezTo>
                </a:path>
              </a:pathLst>
            </a:custGeom>
            <a:solidFill>
              <a:srgbClr val="3B7E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2499873" y="4110174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3A7E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2499873" y="411907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397D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2499873" y="412803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387D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2499873" y="413699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377C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2499873" y="414588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367B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2499873" y="415484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357B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2499873" y="416380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347A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2499873" y="4172770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3379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2499873" y="418166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3279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499873" y="419094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60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47"/>
                    <a:pt x="0" y="909595"/>
                    <a:pt x="0" y="909448"/>
                  </a:cubicBezTo>
                  <a:cubicBezTo>
                    <a:pt x="210" y="407139"/>
                    <a:pt x="407457" y="32"/>
                    <a:pt x="909766" y="0"/>
                  </a:cubicBezTo>
                </a:path>
              </a:pathLst>
            </a:custGeom>
            <a:solidFill>
              <a:srgbClr val="3178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499873" y="419958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3078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499873" y="420848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2F77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2499873" y="421744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2E76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2499873" y="422640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2D76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2499873" y="4235429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909747"/>
                    <a:pt x="0" y="909722"/>
                    <a:pt x="0" y="909703"/>
                  </a:cubicBezTo>
                  <a:cubicBezTo>
                    <a:pt x="38" y="407279"/>
                    <a:pt x="407342" y="0"/>
                    <a:pt x="909766" y="0"/>
                  </a:cubicBezTo>
                </a:path>
              </a:pathLst>
            </a:custGeom>
            <a:solidFill>
              <a:srgbClr val="2C75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2499873" y="42442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2B75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2499873" y="425322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4" y="1819660"/>
                  </a:cubicBezTo>
                  <a:cubicBezTo>
                    <a:pt x="407457" y="1819691"/>
                    <a:pt x="108" y="1412457"/>
                    <a:pt x="0" y="910020"/>
                  </a:cubicBezTo>
                  <a:cubicBezTo>
                    <a:pt x="-108" y="407533"/>
                    <a:pt x="407152" y="108"/>
                    <a:pt x="909639" y="0"/>
                  </a:cubicBezTo>
                  <a:cubicBezTo>
                    <a:pt x="909684" y="0"/>
                    <a:pt x="909722" y="0"/>
                    <a:pt x="909766" y="0"/>
                  </a:cubicBezTo>
                </a:path>
              </a:pathLst>
            </a:custGeom>
            <a:solidFill>
              <a:srgbClr val="2A74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2499873" y="426218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2973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2499873" y="427108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2873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2499873" y="427991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70" y="407469"/>
                    <a:pt x="407215" y="70"/>
                    <a:pt x="909703" y="0"/>
                  </a:cubicBezTo>
                  <a:cubicBezTo>
                    <a:pt x="909722" y="0"/>
                    <a:pt x="909747" y="0"/>
                    <a:pt x="909766" y="0"/>
                  </a:cubicBezTo>
                </a:path>
              </a:pathLst>
            </a:custGeom>
            <a:solidFill>
              <a:srgbClr val="2772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2499873" y="428900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2671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2499873" y="4297961"/>
              <a:ext cx="1819532" cy="1819531"/>
            </a:xfrm>
            <a:custGeom>
              <a:rect b="b" l="l" r="r" t="t"/>
              <a:pathLst>
                <a:path extrusionOk="0" h="1819531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2571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2499873" y="430685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247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2499873" y="431581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237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2499873" y="43247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subchapter">
  <p:cSld name="Template subchapter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5" name="Google Shape;255;p4"/>
          <p:cNvSpPr txBox="1"/>
          <p:nvPr>
            <p:ph idx="1" type="body"/>
          </p:nvPr>
        </p:nvSpPr>
        <p:spPr>
          <a:xfrm>
            <a:off x="618042" y="3122505"/>
            <a:ext cx="4534931" cy="226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D47"/>
              </a:buClr>
              <a:buSzPts val="20000"/>
              <a:buFont typeface="Arial"/>
              <a:buNone/>
              <a:defRPr b="0" i="0" sz="20000" u="none" cap="none" strike="noStrike">
                <a:solidFill>
                  <a:srgbClr val="062D47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6" name="Google Shape;256;p4"/>
          <p:cNvSpPr txBox="1"/>
          <p:nvPr>
            <p:ph idx="2" type="body"/>
          </p:nvPr>
        </p:nvSpPr>
        <p:spPr>
          <a:xfrm>
            <a:off x="6261535" y="4748348"/>
            <a:ext cx="439912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7" name="Google Shape;257;p4"/>
          <p:cNvSpPr txBox="1"/>
          <p:nvPr>
            <p:ph idx="3" type="body"/>
          </p:nvPr>
        </p:nvSpPr>
        <p:spPr>
          <a:xfrm>
            <a:off x="6261535" y="4285433"/>
            <a:ext cx="1773142" cy="433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D47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258" name="Google Shape;25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68757" y="139200"/>
            <a:ext cx="5353494" cy="35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1 column">
  <p:cSld name="Template 1 column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261" name="Google Shape;261;p5"/>
          <p:cNvSpPr txBox="1"/>
          <p:nvPr>
            <p:ph idx="1" type="body"/>
          </p:nvPr>
        </p:nvSpPr>
        <p:spPr>
          <a:xfrm>
            <a:off x="595763" y="3510358"/>
            <a:ext cx="11179547" cy="1333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2" name="Google Shape;262;p5"/>
          <p:cNvSpPr txBox="1"/>
          <p:nvPr>
            <p:ph idx="2" type="body"/>
          </p:nvPr>
        </p:nvSpPr>
        <p:spPr>
          <a:xfrm>
            <a:off x="589546" y="2302711"/>
            <a:ext cx="5675865" cy="1151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6FFF"/>
              </a:buClr>
              <a:buSzPts val="2150"/>
              <a:buFont typeface="Arial"/>
              <a:buNone/>
              <a:defRPr b="0" i="0" sz="2150" u="none" cap="none" strike="noStrike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3" name="Google Shape;263;p5"/>
          <p:cNvSpPr txBox="1"/>
          <p:nvPr>
            <p:ph idx="3" type="body"/>
          </p:nvPr>
        </p:nvSpPr>
        <p:spPr>
          <a:xfrm>
            <a:off x="589546" y="1747742"/>
            <a:ext cx="2743200" cy="455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226FFF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4" name="Google Shape;264;p5"/>
          <p:cNvSpPr txBox="1"/>
          <p:nvPr>
            <p:ph idx="4" type="body"/>
          </p:nvPr>
        </p:nvSpPr>
        <p:spPr>
          <a:xfrm>
            <a:off x="595763" y="5984353"/>
            <a:ext cx="2554195" cy="369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5" name="Google Shape;265;p5"/>
          <p:cNvSpPr txBox="1"/>
          <p:nvPr>
            <p:ph idx="5" type="body"/>
          </p:nvPr>
        </p:nvSpPr>
        <p:spPr>
          <a:xfrm>
            <a:off x="3327621" y="5984354"/>
            <a:ext cx="2554195" cy="369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6" name="Google Shape;266;p5"/>
          <p:cNvSpPr txBox="1"/>
          <p:nvPr>
            <p:ph idx="6" type="body"/>
          </p:nvPr>
        </p:nvSpPr>
        <p:spPr>
          <a:xfrm>
            <a:off x="6086863" y="5984353"/>
            <a:ext cx="2554195" cy="369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7" name="Google Shape;267;p5"/>
          <p:cNvSpPr txBox="1"/>
          <p:nvPr>
            <p:ph idx="7" type="body"/>
          </p:nvPr>
        </p:nvSpPr>
        <p:spPr>
          <a:xfrm>
            <a:off x="8818721" y="5984353"/>
            <a:ext cx="2554195" cy="369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8" name="Google Shape;268;p5"/>
          <p:cNvSpPr txBox="1"/>
          <p:nvPr>
            <p:ph idx="8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text+image+tags">
  <p:cSld name="Template text+image+tags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71" name="Google Shape;271;p6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272" name="Google Shape;272;p6"/>
          <p:cNvSpPr/>
          <p:nvPr>
            <p:ph idx="2" type="pic"/>
          </p:nvPr>
        </p:nvSpPr>
        <p:spPr>
          <a:xfrm>
            <a:off x="6192982" y="1925638"/>
            <a:ext cx="5292581" cy="331152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73" name="Google Shape;273;p6"/>
          <p:cNvSpPr txBox="1"/>
          <p:nvPr>
            <p:ph idx="3" type="body"/>
          </p:nvPr>
        </p:nvSpPr>
        <p:spPr>
          <a:xfrm>
            <a:off x="600586" y="3852231"/>
            <a:ext cx="5592396" cy="1579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74" name="Google Shape;274;p6"/>
          <p:cNvSpPr txBox="1"/>
          <p:nvPr>
            <p:ph idx="4" type="body"/>
          </p:nvPr>
        </p:nvSpPr>
        <p:spPr>
          <a:xfrm>
            <a:off x="600586" y="2743199"/>
            <a:ext cx="5398433" cy="850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75" name="Google Shape;275;p6"/>
          <p:cNvSpPr txBox="1"/>
          <p:nvPr>
            <p:ph idx="5" type="body"/>
          </p:nvPr>
        </p:nvSpPr>
        <p:spPr>
          <a:xfrm>
            <a:off x="600586" y="1972831"/>
            <a:ext cx="5398433" cy="642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76" name="Google Shape;276;p6"/>
          <p:cNvSpPr txBox="1"/>
          <p:nvPr>
            <p:ph idx="6" type="body"/>
          </p:nvPr>
        </p:nvSpPr>
        <p:spPr>
          <a:xfrm>
            <a:off x="800628" y="5911047"/>
            <a:ext cx="1419564" cy="16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77" name="Google Shape;277;p6"/>
          <p:cNvSpPr txBox="1"/>
          <p:nvPr>
            <p:ph idx="7" type="body"/>
          </p:nvPr>
        </p:nvSpPr>
        <p:spPr>
          <a:xfrm>
            <a:off x="2711151" y="5924112"/>
            <a:ext cx="1419564" cy="16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78" name="Google Shape;278;p6"/>
          <p:cNvSpPr txBox="1"/>
          <p:nvPr>
            <p:ph idx="8" type="body"/>
          </p:nvPr>
        </p:nvSpPr>
        <p:spPr>
          <a:xfrm>
            <a:off x="4584079" y="5920384"/>
            <a:ext cx="1419564" cy="16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79" name="Google Shape;279;p6"/>
          <p:cNvSpPr txBox="1"/>
          <p:nvPr>
            <p:ph idx="9" type="body"/>
          </p:nvPr>
        </p:nvSpPr>
        <p:spPr>
          <a:xfrm>
            <a:off x="6390593" y="5921710"/>
            <a:ext cx="1419564" cy="16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80" name="Google Shape;280;p6"/>
          <p:cNvSpPr txBox="1"/>
          <p:nvPr>
            <p:ph idx="13" type="body"/>
          </p:nvPr>
        </p:nvSpPr>
        <p:spPr>
          <a:xfrm>
            <a:off x="8159187" y="5917272"/>
            <a:ext cx="1419564" cy="16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81" name="Google Shape;281;p6"/>
          <p:cNvSpPr txBox="1"/>
          <p:nvPr>
            <p:ph idx="14" type="body"/>
          </p:nvPr>
        </p:nvSpPr>
        <p:spPr>
          <a:xfrm>
            <a:off x="9960099" y="5920384"/>
            <a:ext cx="1419564" cy="16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kpis">
  <p:cSld name="Template kpis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284" name="Google Shape;284;p7"/>
          <p:cNvSpPr txBox="1"/>
          <p:nvPr>
            <p:ph idx="1" type="body"/>
          </p:nvPr>
        </p:nvSpPr>
        <p:spPr>
          <a:xfrm>
            <a:off x="599909" y="2988122"/>
            <a:ext cx="5580039" cy="1445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150"/>
              <a:buFont typeface="Arial"/>
              <a:buNone/>
              <a:defRPr b="0" i="0" sz="21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85" name="Google Shape;285;p7"/>
          <p:cNvSpPr txBox="1"/>
          <p:nvPr>
            <p:ph idx="2" type="body"/>
          </p:nvPr>
        </p:nvSpPr>
        <p:spPr>
          <a:xfrm>
            <a:off x="599909" y="2023350"/>
            <a:ext cx="5568464" cy="642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86" name="Google Shape;286;p7"/>
          <p:cNvSpPr txBox="1"/>
          <p:nvPr>
            <p:ph idx="3" type="body"/>
          </p:nvPr>
        </p:nvSpPr>
        <p:spPr>
          <a:xfrm>
            <a:off x="599909" y="5986147"/>
            <a:ext cx="2554195" cy="369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87" name="Google Shape;287;p7"/>
          <p:cNvSpPr txBox="1"/>
          <p:nvPr>
            <p:ph idx="4" type="body"/>
          </p:nvPr>
        </p:nvSpPr>
        <p:spPr>
          <a:xfrm>
            <a:off x="3344770" y="5986147"/>
            <a:ext cx="2554195" cy="369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88" name="Google Shape;288;p7"/>
          <p:cNvSpPr txBox="1"/>
          <p:nvPr>
            <p:ph idx="5" type="body"/>
          </p:nvPr>
        </p:nvSpPr>
        <p:spPr>
          <a:xfrm>
            <a:off x="6096000" y="5986148"/>
            <a:ext cx="2554195" cy="369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89" name="Google Shape;289;p7"/>
          <p:cNvSpPr txBox="1"/>
          <p:nvPr>
            <p:ph idx="6" type="body"/>
          </p:nvPr>
        </p:nvSpPr>
        <p:spPr>
          <a:xfrm>
            <a:off x="8834492" y="5986147"/>
            <a:ext cx="2554195" cy="369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90" name="Google Shape;290;p7"/>
          <p:cNvSpPr txBox="1"/>
          <p:nvPr>
            <p:ph idx="7" type="body"/>
          </p:nvPr>
        </p:nvSpPr>
        <p:spPr>
          <a:xfrm>
            <a:off x="599909" y="5274766"/>
            <a:ext cx="2378422" cy="49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91" name="Google Shape;291;p7"/>
          <p:cNvSpPr txBox="1"/>
          <p:nvPr>
            <p:ph idx="8" type="body"/>
          </p:nvPr>
        </p:nvSpPr>
        <p:spPr>
          <a:xfrm>
            <a:off x="3344770" y="5275089"/>
            <a:ext cx="2378422" cy="49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92" name="Google Shape;292;p7"/>
          <p:cNvSpPr txBox="1"/>
          <p:nvPr>
            <p:ph idx="9" type="body"/>
          </p:nvPr>
        </p:nvSpPr>
        <p:spPr>
          <a:xfrm>
            <a:off x="6089631" y="5275089"/>
            <a:ext cx="2378422" cy="49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93" name="Google Shape;293;p7"/>
          <p:cNvSpPr txBox="1"/>
          <p:nvPr>
            <p:ph idx="13" type="body"/>
          </p:nvPr>
        </p:nvSpPr>
        <p:spPr>
          <a:xfrm>
            <a:off x="8834492" y="5274766"/>
            <a:ext cx="2378422" cy="49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94" name="Google Shape;294;p7"/>
          <p:cNvSpPr txBox="1"/>
          <p:nvPr>
            <p:ph idx="14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2 columns (text+image)">
  <p:cSld name="Template 2 columns (text+image)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297" name="Google Shape;297;p8"/>
          <p:cNvSpPr/>
          <p:nvPr>
            <p:ph idx="2" type="pic"/>
          </p:nvPr>
        </p:nvSpPr>
        <p:spPr>
          <a:xfrm>
            <a:off x="7453313" y="1773380"/>
            <a:ext cx="4003675" cy="4086947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98" name="Google Shape;298;p8"/>
          <p:cNvSpPr txBox="1"/>
          <p:nvPr>
            <p:ph idx="1" type="body"/>
          </p:nvPr>
        </p:nvSpPr>
        <p:spPr>
          <a:xfrm>
            <a:off x="594524" y="1773380"/>
            <a:ext cx="55686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99" name="Google Shape;299;p8"/>
          <p:cNvSpPr txBox="1"/>
          <p:nvPr>
            <p:ph idx="3" type="body"/>
          </p:nvPr>
        </p:nvSpPr>
        <p:spPr>
          <a:xfrm>
            <a:off x="594524" y="2520367"/>
            <a:ext cx="5580039" cy="850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00" name="Google Shape;300;p8"/>
          <p:cNvSpPr txBox="1"/>
          <p:nvPr>
            <p:ph idx="4" type="body"/>
          </p:nvPr>
        </p:nvSpPr>
        <p:spPr>
          <a:xfrm>
            <a:off x="594524" y="3905038"/>
            <a:ext cx="5580039" cy="49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01" name="Google Shape;301;p8"/>
          <p:cNvSpPr txBox="1"/>
          <p:nvPr>
            <p:ph idx="5" type="body"/>
          </p:nvPr>
        </p:nvSpPr>
        <p:spPr>
          <a:xfrm>
            <a:off x="594525" y="3611770"/>
            <a:ext cx="5580038" cy="237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D4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02" name="Google Shape;302;p8"/>
          <p:cNvSpPr txBox="1"/>
          <p:nvPr>
            <p:ph idx="6" type="body"/>
          </p:nvPr>
        </p:nvSpPr>
        <p:spPr>
          <a:xfrm>
            <a:off x="594681" y="4760737"/>
            <a:ext cx="5580039" cy="49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03" name="Google Shape;303;p8"/>
          <p:cNvSpPr txBox="1"/>
          <p:nvPr>
            <p:ph idx="7" type="body"/>
          </p:nvPr>
        </p:nvSpPr>
        <p:spPr>
          <a:xfrm>
            <a:off x="594682" y="4467469"/>
            <a:ext cx="5580038" cy="237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D4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04" name="Google Shape;304;p8"/>
          <p:cNvSpPr txBox="1"/>
          <p:nvPr>
            <p:ph idx="8" type="body"/>
          </p:nvPr>
        </p:nvSpPr>
        <p:spPr>
          <a:xfrm>
            <a:off x="594524" y="5625566"/>
            <a:ext cx="5580039" cy="49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05" name="Google Shape;305;p8"/>
          <p:cNvSpPr txBox="1"/>
          <p:nvPr>
            <p:ph idx="9" type="body"/>
          </p:nvPr>
        </p:nvSpPr>
        <p:spPr>
          <a:xfrm>
            <a:off x="594525" y="5304588"/>
            <a:ext cx="5580038" cy="237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D4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06" name="Google Shape;306;p8"/>
          <p:cNvSpPr txBox="1"/>
          <p:nvPr>
            <p:ph idx="13" type="body"/>
          </p:nvPr>
        </p:nvSpPr>
        <p:spPr>
          <a:xfrm>
            <a:off x="8898432" y="5943019"/>
            <a:ext cx="2558556" cy="417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07" name="Google Shape;307;p8"/>
          <p:cNvSpPr txBox="1"/>
          <p:nvPr>
            <p:ph idx="14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3 column">
  <p:cSld name="Template 3 column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/>
          <p:nvPr>
            <p:ph idx="1" type="body"/>
          </p:nvPr>
        </p:nvSpPr>
        <p:spPr>
          <a:xfrm>
            <a:off x="595150" y="1846775"/>
            <a:ext cx="72423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10" name="Google Shape;310;p9"/>
          <p:cNvSpPr txBox="1"/>
          <p:nvPr>
            <p:ph idx="2" type="body"/>
          </p:nvPr>
        </p:nvSpPr>
        <p:spPr>
          <a:xfrm>
            <a:off x="595151" y="2425129"/>
            <a:ext cx="6158074" cy="991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11" name="Google Shape;311;p9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312" name="Google Shape;312;p9"/>
          <p:cNvSpPr txBox="1"/>
          <p:nvPr>
            <p:ph idx="3" type="body"/>
          </p:nvPr>
        </p:nvSpPr>
        <p:spPr>
          <a:xfrm>
            <a:off x="595151" y="5621909"/>
            <a:ext cx="3519649" cy="734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13" name="Google Shape;313;p9"/>
          <p:cNvSpPr txBox="1"/>
          <p:nvPr>
            <p:ph idx="4" type="body"/>
          </p:nvPr>
        </p:nvSpPr>
        <p:spPr>
          <a:xfrm>
            <a:off x="598220" y="5277934"/>
            <a:ext cx="3516580" cy="237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14" name="Google Shape;314;p9"/>
          <p:cNvSpPr txBox="1"/>
          <p:nvPr>
            <p:ph idx="5" type="body"/>
          </p:nvPr>
        </p:nvSpPr>
        <p:spPr>
          <a:xfrm>
            <a:off x="4317914" y="5621909"/>
            <a:ext cx="3519649" cy="734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15" name="Google Shape;315;p9"/>
          <p:cNvSpPr txBox="1"/>
          <p:nvPr>
            <p:ph idx="6" type="body"/>
          </p:nvPr>
        </p:nvSpPr>
        <p:spPr>
          <a:xfrm>
            <a:off x="4320983" y="5276665"/>
            <a:ext cx="3516580" cy="237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16" name="Google Shape;316;p9"/>
          <p:cNvSpPr txBox="1"/>
          <p:nvPr>
            <p:ph idx="7" type="body"/>
          </p:nvPr>
        </p:nvSpPr>
        <p:spPr>
          <a:xfrm>
            <a:off x="8043746" y="5628075"/>
            <a:ext cx="3519649" cy="734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17" name="Google Shape;317;p9"/>
          <p:cNvSpPr txBox="1"/>
          <p:nvPr>
            <p:ph idx="8" type="body"/>
          </p:nvPr>
        </p:nvSpPr>
        <p:spPr>
          <a:xfrm>
            <a:off x="8043746" y="5276665"/>
            <a:ext cx="3516580" cy="237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18" name="Google Shape;318;p9"/>
          <p:cNvSpPr txBox="1"/>
          <p:nvPr>
            <p:ph idx="9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Infographic">
  <p:cSld name="Template Infographic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grpSp>
        <p:nvGrpSpPr>
          <p:cNvPr id="321" name="Google Shape;321;p10"/>
          <p:cNvGrpSpPr/>
          <p:nvPr/>
        </p:nvGrpSpPr>
        <p:grpSpPr>
          <a:xfrm>
            <a:off x="699236" y="2188765"/>
            <a:ext cx="10774119" cy="3996055"/>
            <a:chOff x="699236" y="2188765"/>
            <a:chExt cx="10774119" cy="3996055"/>
          </a:xfrm>
        </p:grpSpPr>
        <p:sp>
          <p:nvSpPr>
            <p:cNvPr id="322" name="Google Shape;322;p10"/>
            <p:cNvSpPr/>
            <p:nvPr/>
          </p:nvSpPr>
          <p:spPr>
            <a:xfrm>
              <a:off x="699236" y="2188765"/>
              <a:ext cx="641373" cy="635634"/>
            </a:xfrm>
            <a:custGeom>
              <a:rect b="b" l="l" r="r" t="t"/>
              <a:pathLst>
                <a:path extrusionOk="0" h="635634" w="641373">
                  <a:moveTo>
                    <a:pt x="641360" y="276860"/>
                  </a:moveTo>
                  <a:lnTo>
                    <a:pt x="534490" y="276860"/>
                  </a:lnTo>
                  <a:lnTo>
                    <a:pt x="534490" y="124015"/>
                  </a:lnTo>
                  <a:cubicBezTo>
                    <a:pt x="534598" y="116864"/>
                    <a:pt x="528940" y="110952"/>
                    <a:pt x="521790" y="110744"/>
                  </a:cubicBezTo>
                  <a:lnTo>
                    <a:pt x="440700" y="110744"/>
                  </a:lnTo>
                  <a:lnTo>
                    <a:pt x="440700" y="86995"/>
                  </a:lnTo>
                  <a:cubicBezTo>
                    <a:pt x="441405" y="39770"/>
                    <a:pt x="403788" y="869"/>
                    <a:pt x="356563" y="0"/>
                  </a:cubicBezTo>
                  <a:lnTo>
                    <a:pt x="284808" y="0"/>
                  </a:lnTo>
                  <a:cubicBezTo>
                    <a:pt x="237583" y="869"/>
                    <a:pt x="199966" y="39770"/>
                    <a:pt x="200670" y="86995"/>
                  </a:cubicBezTo>
                  <a:lnTo>
                    <a:pt x="200670" y="110744"/>
                  </a:lnTo>
                  <a:lnTo>
                    <a:pt x="119708" y="110744"/>
                  </a:lnTo>
                  <a:cubicBezTo>
                    <a:pt x="112558" y="110952"/>
                    <a:pt x="106900" y="116864"/>
                    <a:pt x="107008" y="124015"/>
                  </a:cubicBezTo>
                  <a:lnTo>
                    <a:pt x="107008" y="276860"/>
                  </a:lnTo>
                  <a:lnTo>
                    <a:pt x="10" y="276860"/>
                  </a:lnTo>
                  <a:lnTo>
                    <a:pt x="10" y="622427"/>
                  </a:lnTo>
                  <a:cubicBezTo>
                    <a:pt x="-270" y="629437"/>
                    <a:pt x="5184" y="635343"/>
                    <a:pt x="12192" y="635622"/>
                  </a:cubicBezTo>
                  <a:cubicBezTo>
                    <a:pt x="12365" y="635629"/>
                    <a:pt x="12538" y="635635"/>
                    <a:pt x="12710" y="635635"/>
                  </a:cubicBezTo>
                  <a:lnTo>
                    <a:pt x="628660" y="635635"/>
                  </a:lnTo>
                  <a:cubicBezTo>
                    <a:pt x="635677" y="635641"/>
                    <a:pt x="641367" y="629958"/>
                    <a:pt x="641373" y="622948"/>
                  </a:cubicBezTo>
                  <a:cubicBezTo>
                    <a:pt x="641373" y="622770"/>
                    <a:pt x="641367" y="622599"/>
                    <a:pt x="641360" y="622427"/>
                  </a:cubicBezTo>
                  <a:lnTo>
                    <a:pt x="641360" y="276860"/>
                  </a:lnTo>
                  <a:close/>
                  <a:moveTo>
                    <a:pt x="226070" y="86995"/>
                  </a:moveTo>
                  <a:cubicBezTo>
                    <a:pt x="225575" y="54103"/>
                    <a:pt x="251839" y="27038"/>
                    <a:pt x="284732" y="26544"/>
                  </a:cubicBezTo>
                  <a:cubicBezTo>
                    <a:pt x="284757" y="26544"/>
                    <a:pt x="284782" y="26544"/>
                    <a:pt x="284808" y="26543"/>
                  </a:cubicBezTo>
                  <a:lnTo>
                    <a:pt x="356563" y="26543"/>
                  </a:lnTo>
                  <a:cubicBezTo>
                    <a:pt x="389386" y="27134"/>
                    <a:pt x="415542" y="54171"/>
                    <a:pt x="415046" y="86995"/>
                  </a:cubicBezTo>
                  <a:lnTo>
                    <a:pt x="415046" y="161100"/>
                  </a:lnTo>
                  <a:cubicBezTo>
                    <a:pt x="415504" y="193899"/>
                    <a:pt x="389361" y="220897"/>
                    <a:pt x="356563" y="221488"/>
                  </a:cubicBezTo>
                  <a:lnTo>
                    <a:pt x="284808" y="221488"/>
                  </a:lnTo>
                  <a:cubicBezTo>
                    <a:pt x="252010" y="220897"/>
                    <a:pt x="225867" y="193899"/>
                    <a:pt x="226324" y="161100"/>
                  </a:cubicBezTo>
                  <a:lnTo>
                    <a:pt x="226324" y="86995"/>
                  </a:lnTo>
                  <a:close/>
                  <a:moveTo>
                    <a:pt x="25410" y="363855"/>
                  </a:moveTo>
                  <a:cubicBezTo>
                    <a:pt x="25410" y="330518"/>
                    <a:pt x="25855" y="303403"/>
                    <a:pt x="25855" y="303403"/>
                  </a:cubicBezTo>
                  <a:lnTo>
                    <a:pt x="106881" y="303403"/>
                  </a:lnTo>
                  <a:lnTo>
                    <a:pt x="106881" y="609156"/>
                  </a:lnTo>
                  <a:lnTo>
                    <a:pt x="25410" y="609156"/>
                  </a:lnTo>
                  <a:lnTo>
                    <a:pt x="25410" y="363855"/>
                  </a:lnTo>
                  <a:close/>
                  <a:moveTo>
                    <a:pt x="132598" y="290132"/>
                  </a:moveTo>
                  <a:lnTo>
                    <a:pt x="132598" y="137287"/>
                  </a:lnTo>
                  <a:lnTo>
                    <a:pt x="200670" y="137287"/>
                  </a:lnTo>
                  <a:lnTo>
                    <a:pt x="200670" y="161100"/>
                  </a:lnTo>
                  <a:cubicBezTo>
                    <a:pt x="199966" y="208314"/>
                    <a:pt x="237596" y="247196"/>
                    <a:pt x="284808" y="248031"/>
                  </a:cubicBezTo>
                  <a:lnTo>
                    <a:pt x="356563" y="248031"/>
                  </a:lnTo>
                  <a:cubicBezTo>
                    <a:pt x="403775" y="247196"/>
                    <a:pt x="441405" y="208314"/>
                    <a:pt x="440700" y="161100"/>
                  </a:cubicBezTo>
                  <a:lnTo>
                    <a:pt x="440700" y="137287"/>
                  </a:lnTo>
                  <a:lnTo>
                    <a:pt x="508772" y="137287"/>
                  </a:lnTo>
                  <a:lnTo>
                    <a:pt x="508772" y="609156"/>
                  </a:lnTo>
                  <a:lnTo>
                    <a:pt x="387360" y="609156"/>
                  </a:lnTo>
                  <a:lnTo>
                    <a:pt x="387360" y="483743"/>
                  </a:lnTo>
                  <a:cubicBezTo>
                    <a:pt x="387640" y="476733"/>
                    <a:pt x="382185" y="470827"/>
                    <a:pt x="375181" y="470548"/>
                  </a:cubicBezTo>
                  <a:cubicBezTo>
                    <a:pt x="375003" y="470541"/>
                    <a:pt x="374832" y="470535"/>
                    <a:pt x="374660" y="470535"/>
                  </a:cubicBezTo>
                  <a:lnTo>
                    <a:pt x="267091" y="470535"/>
                  </a:lnTo>
                  <a:cubicBezTo>
                    <a:pt x="260075" y="470529"/>
                    <a:pt x="254385" y="476212"/>
                    <a:pt x="254379" y="483222"/>
                  </a:cubicBezTo>
                  <a:cubicBezTo>
                    <a:pt x="254379" y="483400"/>
                    <a:pt x="254385" y="483572"/>
                    <a:pt x="254391" y="483743"/>
                  </a:cubicBezTo>
                  <a:lnTo>
                    <a:pt x="254391" y="608965"/>
                  </a:lnTo>
                  <a:lnTo>
                    <a:pt x="132598" y="608965"/>
                  </a:lnTo>
                  <a:lnTo>
                    <a:pt x="132598" y="290132"/>
                  </a:lnTo>
                  <a:close/>
                  <a:moveTo>
                    <a:pt x="279918" y="609156"/>
                  </a:moveTo>
                  <a:lnTo>
                    <a:pt x="279918" y="497205"/>
                  </a:lnTo>
                  <a:lnTo>
                    <a:pt x="361452" y="497205"/>
                  </a:lnTo>
                  <a:lnTo>
                    <a:pt x="361452" y="609156"/>
                  </a:lnTo>
                  <a:close/>
                  <a:moveTo>
                    <a:pt x="615960" y="609156"/>
                  </a:moveTo>
                  <a:lnTo>
                    <a:pt x="534490" y="609156"/>
                  </a:lnTo>
                  <a:lnTo>
                    <a:pt x="534490" y="303403"/>
                  </a:lnTo>
                  <a:lnTo>
                    <a:pt x="615960" y="303403"/>
                  </a:lnTo>
                  <a:lnTo>
                    <a:pt x="615960" y="609156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23" name="Google Shape;323;p10"/>
            <p:cNvSpPr/>
            <p:nvPr/>
          </p:nvSpPr>
          <p:spPr>
            <a:xfrm>
              <a:off x="699236" y="2188765"/>
              <a:ext cx="641373" cy="635634"/>
            </a:xfrm>
            <a:custGeom>
              <a:rect b="b" l="l" r="r" t="t"/>
              <a:pathLst>
                <a:path extrusionOk="0" h="635634" w="641373">
                  <a:moveTo>
                    <a:pt x="641360" y="276860"/>
                  </a:moveTo>
                  <a:lnTo>
                    <a:pt x="534490" y="276860"/>
                  </a:lnTo>
                  <a:lnTo>
                    <a:pt x="534490" y="124015"/>
                  </a:lnTo>
                  <a:cubicBezTo>
                    <a:pt x="534598" y="116864"/>
                    <a:pt x="528940" y="110952"/>
                    <a:pt x="521790" y="110744"/>
                  </a:cubicBezTo>
                  <a:lnTo>
                    <a:pt x="440700" y="110744"/>
                  </a:lnTo>
                  <a:lnTo>
                    <a:pt x="440700" y="86995"/>
                  </a:lnTo>
                  <a:cubicBezTo>
                    <a:pt x="441405" y="39770"/>
                    <a:pt x="403788" y="869"/>
                    <a:pt x="356563" y="0"/>
                  </a:cubicBezTo>
                  <a:lnTo>
                    <a:pt x="284808" y="0"/>
                  </a:lnTo>
                  <a:cubicBezTo>
                    <a:pt x="237583" y="869"/>
                    <a:pt x="199966" y="39770"/>
                    <a:pt x="200670" y="86995"/>
                  </a:cubicBezTo>
                  <a:lnTo>
                    <a:pt x="200670" y="110744"/>
                  </a:lnTo>
                  <a:lnTo>
                    <a:pt x="119708" y="110744"/>
                  </a:lnTo>
                  <a:cubicBezTo>
                    <a:pt x="112558" y="110952"/>
                    <a:pt x="106900" y="116864"/>
                    <a:pt x="107008" y="124015"/>
                  </a:cubicBezTo>
                  <a:lnTo>
                    <a:pt x="107008" y="276860"/>
                  </a:lnTo>
                  <a:lnTo>
                    <a:pt x="10" y="276860"/>
                  </a:lnTo>
                  <a:lnTo>
                    <a:pt x="10" y="622427"/>
                  </a:lnTo>
                  <a:cubicBezTo>
                    <a:pt x="-270" y="629437"/>
                    <a:pt x="5184" y="635343"/>
                    <a:pt x="12192" y="635622"/>
                  </a:cubicBezTo>
                  <a:cubicBezTo>
                    <a:pt x="12365" y="635629"/>
                    <a:pt x="12538" y="635635"/>
                    <a:pt x="12710" y="635635"/>
                  </a:cubicBezTo>
                  <a:lnTo>
                    <a:pt x="628660" y="635635"/>
                  </a:lnTo>
                  <a:cubicBezTo>
                    <a:pt x="635677" y="635641"/>
                    <a:pt x="641367" y="629958"/>
                    <a:pt x="641373" y="622948"/>
                  </a:cubicBezTo>
                  <a:cubicBezTo>
                    <a:pt x="641373" y="622770"/>
                    <a:pt x="641367" y="622599"/>
                    <a:pt x="641360" y="622427"/>
                  </a:cubicBezTo>
                  <a:lnTo>
                    <a:pt x="641360" y="276860"/>
                  </a:lnTo>
                  <a:close/>
                  <a:moveTo>
                    <a:pt x="226070" y="86995"/>
                  </a:moveTo>
                  <a:cubicBezTo>
                    <a:pt x="225575" y="54103"/>
                    <a:pt x="251839" y="27038"/>
                    <a:pt x="284732" y="26544"/>
                  </a:cubicBezTo>
                  <a:cubicBezTo>
                    <a:pt x="284757" y="26544"/>
                    <a:pt x="284782" y="26544"/>
                    <a:pt x="284808" y="26543"/>
                  </a:cubicBezTo>
                  <a:lnTo>
                    <a:pt x="356563" y="26543"/>
                  </a:lnTo>
                  <a:cubicBezTo>
                    <a:pt x="389386" y="27134"/>
                    <a:pt x="415542" y="54171"/>
                    <a:pt x="415046" y="86995"/>
                  </a:cubicBezTo>
                  <a:lnTo>
                    <a:pt x="415046" y="161100"/>
                  </a:lnTo>
                  <a:cubicBezTo>
                    <a:pt x="415504" y="193899"/>
                    <a:pt x="389361" y="220897"/>
                    <a:pt x="356563" y="221488"/>
                  </a:cubicBezTo>
                  <a:lnTo>
                    <a:pt x="284808" y="221488"/>
                  </a:lnTo>
                  <a:cubicBezTo>
                    <a:pt x="252010" y="220897"/>
                    <a:pt x="225867" y="193899"/>
                    <a:pt x="226324" y="161100"/>
                  </a:cubicBezTo>
                  <a:lnTo>
                    <a:pt x="226324" y="86995"/>
                  </a:lnTo>
                  <a:close/>
                  <a:moveTo>
                    <a:pt x="25410" y="363855"/>
                  </a:moveTo>
                  <a:cubicBezTo>
                    <a:pt x="25410" y="330518"/>
                    <a:pt x="25855" y="303403"/>
                    <a:pt x="25855" y="303403"/>
                  </a:cubicBezTo>
                  <a:lnTo>
                    <a:pt x="106881" y="303403"/>
                  </a:lnTo>
                  <a:lnTo>
                    <a:pt x="106881" y="609156"/>
                  </a:lnTo>
                  <a:lnTo>
                    <a:pt x="25410" y="609156"/>
                  </a:lnTo>
                  <a:lnTo>
                    <a:pt x="25410" y="363855"/>
                  </a:lnTo>
                  <a:close/>
                  <a:moveTo>
                    <a:pt x="132598" y="290132"/>
                  </a:moveTo>
                  <a:lnTo>
                    <a:pt x="132598" y="137287"/>
                  </a:lnTo>
                  <a:lnTo>
                    <a:pt x="200670" y="137287"/>
                  </a:lnTo>
                  <a:lnTo>
                    <a:pt x="200670" y="161100"/>
                  </a:lnTo>
                  <a:cubicBezTo>
                    <a:pt x="199966" y="208314"/>
                    <a:pt x="237596" y="247196"/>
                    <a:pt x="284808" y="248031"/>
                  </a:cubicBezTo>
                  <a:lnTo>
                    <a:pt x="356563" y="248031"/>
                  </a:lnTo>
                  <a:cubicBezTo>
                    <a:pt x="403775" y="247196"/>
                    <a:pt x="441405" y="208314"/>
                    <a:pt x="440700" y="161100"/>
                  </a:cubicBezTo>
                  <a:lnTo>
                    <a:pt x="440700" y="137287"/>
                  </a:lnTo>
                  <a:lnTo>
                    <a:pt x="508772" y="137287"/>
                  </a:lnTo>
                  <a:lnTo>
                    <a:pt x="508772" y="609156"/>
                  </a:lnTo>
                  <a:lnTo>
                    <a:pt x="387360" y="609156"/>
                  </a:lnTo>
                  <a:lnTo>
                    <a:pt x="387360" y="483743"/>
                  </a:lnTo>
                  <a:cubicBezTo>
                    <a:pt x="387640" y="476733"/>
                    <a:pt x="382185" y="470827"/>
                    <a:pt x="375181" y="470548"/>
                  </a:cubicBezTo>
                  <a:cubicBezTo>
                    <a:pt x="375003" y="470541"/>
                    <a:pt x="374832" y="470535"/>
                    <a:pt x="374660" y="470535"/>
                  </a:cubicBezTo>
                  <a:lnTo>
                    <a:pt x="267091" y="470535"/>
                  </a:lnTo>
                  <a:cubicBezTo>
                    <a:pt x="260075" y="470529"/>
                    <a:pt x="254385" y="476212"/>
                    <a:pt x="254379" y="483222"/>
                  </a:cubicBezTo>
                  <a:cubicBezTo>
                    <a:pt x="254379" y="483400"/>
                    <a:pt x="254385" y="483572"/>
                    <a:pt x="254391" y="483743"/>
                  </a:cubicBezTo>
                  <a:lnTo>
                    <a:pt x="254391" y="608965"/>
                  </a:lnTo>
                  <a:lnTo>
                    <a:pt x="132598" y="608965"/>
                  </a:lnTo>
                  <a:lnTo>
                    <a:pt x="132598" y="290132"/>
                  </a:lnTo>
                  <a:close/>
                  <a:moveTo>
                    <a:pt x="279918" y="609156"/>
                  </a:moveTo>
                  <a:lnTo>
                    <a:pt x="279918" y="497205"/>
                  </a:lnTo>
                  <a:lnTo>
                    <a:pt x="361452" y="497205"/>
                  </a:lnTo>
                  <a:lnTo>
                    <a:pt x="361452" y="609156"/>
                  </a:lnTo>
                  <a:close/>
                  <a:moveTo>
                    <a:pt x="615960" y="609156"/>
                  </a:moveTo>
                  <a:lnTo>
                    <a:pt x="534490" y="609156"/>
                  </a:lnTo>
                  <a:lnTo>
                    <a:pt x="534490" y="303403"/>
                  </a:lnTo>
                  <a:lnTo>
                    <a:pt x="615960" y="303403"/>
                  </a:lnTo>
                  <a:lnTo>
                    <a:pt x="615960" y="609156"/>
                  </a:lnTo>
                  <a:close/>
                </a:path>
              </a:pathLst>
            </a:custGeom>
            <a:noFill/>
            <a:ln cap="flat" cmpd="sng" w="158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24" name="Google Shape;324;p10"/>
            <p:cNvSpPr/>
            <p:nvPr/>
          </p:nvSpPr>
          <p:spPr>
            <a:xfrm>
              <a:off x="991380" y="2577955"/>
              <a:ext cx="57082" cy="25403"/>
            </a:xfrm>
            <a:custGeom>
              <a:rect b="b" l="l" r="r" t="t"/>
              <a:pathLst>
                <a:path extrusionOk="0" h="25403" w="57082">
                  <a:moveTo>
                    <a:pt x="15523" y="25084"/>
                  </a:moveTo>
                  <a:lnTo>
                    <a:pt x="41559" y="25084"/>
                  </a:lnTo>
                  <a:cubicBezTo>
                    <a:pt x="48397" y="26640"/>
                    <a:pt x="55205" y="22360"/>
                    <a:pt x="56760" y="15521"/>
                  </a:cubicBezTo>
                  <a:cubicBezTo>
                    <a:pt x="58323" y="8682"/>
                    <a:pt x="54043" y="1875"/>
                    <a:pt x="47204" y="319"/>
                  </a:cubicBezTo>
                  <a:cubicBezTo>
                    <a:pt x="45343" y="-106"/>
                    <a:pt x="43419" y="-106"/>
                    <a:pt x="41559" y="319"/>
                  </a:cubicBezTo>
                  <a:lnTo>
                    <a:pt x="15523" y="319"/>
                  </a:lnTo>
                  <a:cubicBezTo>
                    <a:pt x="8685" y="-1236"/>
                    <a:pt x="1877" y="3043"/>
                    <a:pt x="322" y="9882"/>
                  </a:cubicBezTo>
                  <a:cubicBezTo>
                    <a:pt x="-1241" y="16721"/>
                    <a:pt x="3039" y="23529"/>
                    <a:pt x="9878" y="25084"/>
                  </a:cubicBezTo>
                  <a:cubicBezTo>
                    <a:pt x="11739" y="25510"/>
                    <a:pt x="13663" y="25510"/>
                    <a:pt x="15523" y="25084"/>
                  </a:cubicBezTo>
                  <a:close/>
                </a:path>
              </a:pathLst>
            </a:custGeom>
            <a:solidFill>
              <a:srgbClr val="396C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25" name="Google Shape;325;p10"/>
            <p:cNvSpPr/>
            <p:nvPr/>
          </p:nvSpPr>
          <p:spPr>
            <a:xfrm>
              <a:off x="991380" y="2577955"/>
              <a:ext cx="57082" cy="25403"/>
            </a:xfrm>
            <a:custGeom>
              <a:rect b="b" l="l" r="r" t="t"/>
              <a:pathLst>
                <a:path extrusionOk="0" h="25403" w="57082">
                  <a:moveTo>
                    <a:pt x="15523" y="25084"/>
                  </a:moveTo>
                  <a:lnTo>
                    <a:pt x="41559" y="25084"/>
                  </a:lnTo>
                  <a:cubicBezTo>
                    <a:pt x="48397" y="26640"/>
                    <a:pt x="55205" y="22360"/>
                    <a:pt x="56760" y="15521"/>
                  </a:cubicBezTo>
                  <a:cubicBezTo>
                    <a:pt x="58323" y="8682"/>
                    <a:pt x="54043" y="1875"/>
                    <a:pt x="47204" y="319"/>
                  </a:cubicBezTo>
                  <a:cubicBezTo>
                    <a:pt x="45343" y="-106"/>
                    <a:pt x="43419" y="-106"/>
                    <a:pt x="41559" y="319"/>
                  </a:cubicBezTo>
                  <a:lnTo>
                    <a:pt x="15523" y="319"/>
                  </a:lnTo>
                  <a:cubicBezTo>
                    <a:pt x="8685" y="-1236"/>
                    <a:pt x="1877" y="3043"/>
                    <a:pt x="322" y="9882"/>
                  </a:cubicBezTo>
                  <a:cubicBezTo>
                    <a:pt x="-1241" y="16721"/>
                    <a:pt x="3039" y="23529"/>
                    <a:pt x="9878" y="25084"/>
                  </a:cubicBezTo>
                  <a:cubicBezTo>
                    <a:pt x="11739" y="25510"/>
                    <a:pt x="13663" y="25510"/>
                    <a:pt x="15523" y="25084"/>
                  </a:cubicBezTo>
                  <a:close/>
                </a:path>
              </a:pathLst>
            </a:custGeom>
            <a:solidFill>
              <a:srgbClr val="226FFF"/>
            </a:solidFill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26" name="Google Shape;326;p10"/>
            <p:cNvSpPr/>
            <p:nvPr/>
          </p:nvSpPr>
          <p:spPr>
            <a:xfrm>
              <a:off x="991380" y="2507723"/>
              <a:ext cx="57082" cy="25404"/>
            </a:xfrm>
            <a:custGeom>
              <a:rect b="b" l="l" r="r" t="t"/>
              <a:pathLst>
                <a:path extrusionOk="0" h="25404" w="57082">
                  <a:moveTo>
                    <a:pt x="15523" y="25085"/>
                  </a:moveTo>
                  <a:lnTo>
                    <a:pt x="41559" y="25085"/>
                  </a:lnTo>
                  <a:cubicBezTo>
                    <a:pt x="48397" y="26641"/>
                    <a:pt x="55205" y="22361"/>
                    <a:pt x="56760" y="15522"/>
                  </a:cubicBezTo>
                  <a:cubicBezTo>
                    <a:pt x="58323" y="8686"/>
                    <a:pt x="54043" y="1878"/>
                    <a:pt x="47204" y="320"/>
                  </a:cubicBezTo>
                  <a:cubicBezTo>
                    <a:pt x="45343" y="-103"/>
                    <a:pt x="43419" y="-103"/>
                    <a:pt x="41559" y="320"/>
                  </a:cubicBezTo>
                  <a:lnTo>
                    <a:pt x="15523" y="320"/>
                  </a:lnTo>
                  <a:cubicBezTo>
                    <a:pt x="8685" y="-1238"/>
                    <a:pt x="1877" y="3042"/>
                    <a:pt x="322" y="9881"/>
                  </a:cubicBezTo>
                  <a:cubicBezTo>
                    <a:pt x="-1241" y="16722"/>
                    <a:pt x="3039" y="23529"/>
                    <a:pt x="9878" y="25085"/>
                  </a:cubicBezTo>
                  <a:cubicBezTo>
                    <a:pt x="11739" y="25511"/>
                    <a:pt x="13663" y="25511"/>
                    <a:pt x="15523" y="25085"/>
                  </a:cubicBezTo>
                  <a:close/>
                </a:path>
              </a:pathLst>
            </a:custGeom>
            <a:solidFill>
              <a:srgbClr val="396C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27" name="Google Shape;327;p10"/>
            <p:cNvSpPr/>
            <p:nvPr/>
          </p:nvSpPr>
          <p:spPr>
            <a:xfrm>
              <a:off x="991380" y="2507723"/>
              <a:ext cx="57082" cy="25404"/>
            </a:xfrm>
            <a:custGeom>
              <a:rect b="b" l="l" r="r" t="t"/>
              <a:pathLst>
                <a:path extrusionOk="0" h="25404" w="57082">
                  <a:moveTo>
                    <a:pt x="15523" y="25085"/>
                  </a:moveTo>
                  <a:lnTo>
                    <a:pt x="41559" y="25085"/>
                  </a:lnTo>
                  <a:cubicBezTo>
                    <a:pt x="48397" y="26641"/>
                    <a:pt x="55205" y="22361"/>
                    <a:pt x="56760" y="15522"/>
                  </a:cubicBezTo>
                  <a:cubicBezTo>
                    <a:pt x="58323" y="8686"/>
                    <a:pt x="54043" y="1878"/>
                    <a:pt x="47204" y="320"/>
                  </a:cubicBezTo>
                  <a:cubicBezTo>
                    <a:pt x="45343" y="-103"/>
                    <a:pt x="43419" y="-103"/>
                    <a:pt x="41559" y="320"/>
                  </a:cubicBezTo>
                  <a:lnTo>
                    <a:pt x="15523" y="320"/>
                  </a:lnTo>
                  <a:cubicBezTo>
                    <a:pt x="8685" y="-1238"/>
                    <a:pt x="1877" y="3042"/>
                    <a:pt x="322" y="9881"/>
                  </a:cubicBezTo>
                  <a:cubicBezTo>
                    <a:pt x="-1241" y="16722"/>
                    <a:pt x="3039" y="23529"/>
                    <a:pt x="9878" y="25085"/>
                  </a:cubicBezTo>
                  <a:cubicBezTo>
                    <a:pt x="11739" y="25511"/>
                    <a:pt x="13663" y="25511"/>
                    <a:pt x="15523" y="25085"/>
                  </a:cubicBezTo>
                  <a:close/>
                </a:path>
              </a:pathLst>
            </a:custGeom>
            <a:solidFill>
              <a:srgbClr val="226FFF"/>
            </a:solidFill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28" name="Google Shape;328;p10"/>
            <p:cNvSpPr/>
            <p:nvPr/>
          </p:nvSpPr>
          <p:spPr>
            <a:xfrm>
              <a:off x="896512" y="2577955"/>
              <a:ext cx="57081" cy="25403"/>
            </a:xfrm>
            <a:custGeom>
              <a:rect b="b" l="l" r="r" t="t"/>
              <a:pathLst>
                <a:path extrusionOk="0" h="25403" w="57081">
                  <a:moveTo>
                    <a:pt x="41559" y="319"/>
                  </a:moveTo>
                  <a:lnTo>
                    <a:pt x="15524" y="319"/>
                  </a:lnTo>
                  <a:cubicBezTo>
                    <a:pt x="8685" y="-1236"/>
                    <a:pt x="1877" y="3043"/>
                    <a:pt x="322" y="9882"/>
                  </a:cubicBezTo>
                  <a:cubicBezTo>
                    <a:pt x="-1240" y="16721"/>
                    <a:pt x="3039" y="23529"/>
                    <a:pt x="9878" y="25084"/>
                  </a:cubicBezTo>
                  <a:cubicBezTo>
                    <a:pt x="11739" y="25510"/>
                    <a:pt x="13663" y="25510"/>
                    <a:pt x="15524" y="25084"/>
                  </a:cubicBezTo>
                  <a:lnTo>
                    <a:pt x="41559" y="25084"/>
                  </a:lnTo>
                  <a:cubicBezTo>
                    <a:pt x="48397" y="26640"/>
                    <a:pt x="55205" y="22360"/>
                    <a:pt x="56760" y="15521"/>
                  </a:cubicBezTo>
                  <a:cubicBezTo>
                    <a:pt x="58323" y="8682"/>
                    <a:pt x="54043" y="1875"/>
                    <a:pt x="47204" y="319"/>
                  </a:cubicBezTo>
                  <a:cubicBezTo>
                    <a:pt x="45343" y="-106"/>
                    <a:pt x="43419" y="-106"/>
                    <a:pt x="41559" y="319"/>
                  </a:cubicBezTo>
                  <a:close/>
                </a:path>
              </a:pathLst>
            </a:custGeom>
            <a:solidFill>
              <a:srgbClr val="396C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29" name="Google Shape;329;p10"/>
            <p:cNvSpPr/>
            <p:nvPr/>
          </p:nvSpPr>
          <p:spPr>
            <a:xfrm>
              <a:off x="896512" y="2577955"/>
              <a:ext cx="57081" cy="25403"/>
            </a:xfrm>
            <a:custGeom>
              <a:rect b="b" l="l" r="r" t="t"/>
              <a:pathLst>
                <a:path extrusionOk="0" h="25403" w="57081">
                  <a:moveTo>
                    <a:pt x="41559" y="319"/>
                  </a:moveTo>
                  <a:lnTo>
                    <a:pt x="15524" y="319"/>
                  </a:lnTo>
                  <a:cubicBezTo>
                    <a:pt x="8685" y="-1236"/>
                    <a:pt x="1877" y="3043"/>
                    <a:pt x="322" y="9882"/>
                  </a:cubicBezTo>
                  <a:cubicBezTo>
                    <a:pt x="-1240" y="16721"/>
                    <a:pt x="3039" y="23529"/>
                    <a:pt x="9878" y="25084"/>
                  </a:cubicBezTo>
                  <a:cubicBezTo>
                    <a:pt x="11739" y="25510"/>
                    <a:pt x="13663" y="25510"/>
                    <a:pt x="15524" y="25084"/>
                  </a:cubicBezTo>
                  <a:lnTo>
                    <a:pt x="41559" y="25084"/>
                  </a:lnTo>
                  <a:cubicBezTo>
                    <a:pt x="48397" y="26640"/>
                    <a:pt x="55205" y="22360"/>
                    <a:pt x="56760" y="15521"/>
                  </a:cubicBezTo>
                  <a:cubicBezTo>
                    <a:pt x="58323" y="8682"/>
                    <a:pt x="54043" y="1875"/>
                    <a:pt x="47204" y="319"/>
                  </a:cubicBezTo>
                  <a:cubicBezTo>
                    <a:pt x="45343" y="-106"/>
                    <a:pt x="43419" y="-106"/>
                    <a:pt x="41559" y="319"/>
                  </a:cubicBezTo>
                  <a:close/>
                </a:path>
              </a:pathLst>
            </a:custGeom>
            <a:solidFill>
              <a:srgbClr val="226FFF"/>
            </a:solidFill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30" name="Google Shape;330;p10"/>
            <p:cNvSpPr/>
            <p:nvPr/>
          </p:nvSpPr>
          <p:spPr>
            <a:xfrm>
              <a:off x="896512" y="2507723"/>
              <a:ext cx="57081" cy="25404"/>
            </a:xfrm>
            <a:custGeom>
              <a:rect b="b" l="l" r="r" t="t"/>
              <a:pathLst>
                <a:path extrusionOk="0" h="25404" w="57081">
                  <a:moveTo>
                    <a:pt x="15524" y="25085"/>
                  </a:moveTo>
                  <a:lnTo>
                    <a:pt x="41559" y="25085"/>
                  </a:lnTo>
                  <a:cubicBezTo>
                    <a:pt x="48397" y="26641"/>
                    <a:pt x="55205" y="22361"/>
                    <a:pt x="56760" y="15522"/>
                  </a:cubicBezTo>
                  <a:cubicBezTo>
                    <a:pt x="58323" y="8686"/>
                    <a:pt x="54043" y="1878"/>
                    <a:pt x="47204" y="320"/>
                  </a:cubicBezTo>
                  <a:cubicBezTo>
                    <a:pt x="45343" y="-103"/>
                    <a:pt x="43419" y="-103"/>
                    <a:pt x="41559" y="320"/>
                  </a:cubicBezTo>
                  <a:lnTo>
                    <a:pt x="15524" y="320"/>
                  </a:lnTo>
                  <a:cubicBezTo>
                    <a:pt x="8685" y="-1238"/>
                    <a:pt x="1877" y="3042"/>
                    <a:pt x="322" y="9881"/>
                  </a:cubicBezTo>
                  <a:cubicBezTo>
                    <a:pt x="-1240" y="16722"/>
                    <a:pt x="3039" y="23529"/>
                    <a:pt x="9878" y="25085"/>
                  </a:cubicBezTo>
                  <a:cubicBezTo>
                    <a:pt x="11739" y="25511"/>
                    <a:pt x="13663" y="25511"/>
                    <a:pt x="15524" y="2508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31" name="Google Shape;331;p10"/>
            <p:cNvSpPr/>
            <p:nvPr/>
          </p:nvSpPr>
          <p:spPr>
            <a:xfrm>
              <a:off x="896512" y="2507723"/>
              <a:ext cx="57081" cy="25404"/>
            </a:xfrm>
            <a:custGeom>
              <a:rect b="b" l="l" r="r" t="t"/>
              <a:pathLst>
                <a:path extrusionOk="0" h="25404" w="57081">
                  <a:moveTo>
                    <a:pt x="15524" y="25085"/>
                  </a:moveTo>
                  <a:lnTo>
                    <a:pt x="41559" y="25085"/>
                  </a:lnTo>
                  <a:cubicBezTo>
                    <a:pt x="48397" y="26641"/>
                    <a:pt x="55205" y="22361"/>
                    <a:pt x="56760" y="15522"/>
                  </a:cubicBezTo>
                  <a:cubicBezTo>
                    <a:pt x="58323" y="8686"/>
                    <a:pt x="54043" y="1878"/>
                    <a:pt x="47204" y="320"/>
                  </a:cubicBezTo>
                  <a:cubicBezTo>
                    <a:pt x="45343" y="-103"/>
                    <a:pt x="43419" y="-103"/>
                    <a:pt x="41559" y="320"/>
                  </a:cubicBezTo>
                  <a:lnTo>
                    <a:pt x="15524" y="320"/>
                  </a:lnTo>
                  <a:cubicBezTo>
                    <a:pt x="8685" y="-1238"/>
                    <a:pt x="1877" y="3042"/>
                    <a:pt x="322" y="9881"/>
                  </a:cubicBezTo>
                  <a:cubicBezTo>
                    <a:pt x="-1240" y="16722"/>
                    <a:pt x="3039" y="23529"/>
                    <a:pt x="9878" y="25085"/>
                  </a:cubicBezTo>
                  <a:cubicBezTo>
                    <a:pt x="11739" y="25511"/>
                    <a:pt x="13663" y="25511"/>
                    <a:pt x="15524" y="2508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32" name="Google Shape;332;p10"/>
            <p:cNvSpPr/>
            <p:nvPr/>
          </p:nvSpPr>
          <p:spPr>
            <a:xfrm>
              <a:off x="1086250" y="2577955"/>
              <a:ext cx="57081" cy="25403"/>
            </a:xfrm>
            <a:custGeom>
              <a:rect b="b" l="l" r="r" t="t"/>
              <a:pathLst>
                <a:path extrusionOk="0" h="25403" w="57081">
                  <a:moveTo>
                    <a:pt x="15523" y="25084"/>
                  </a:moveTo>
                  <a:lnTo>
                    <a:pt x="41559" y="25084"/>
                  </a:lnTo>
                  <a:cubicBezTo>
                    <a:pt x="48397" y="26640"/>
                    <a:pt x="55205" y="22360"/>
                    <a:pt x="56760" y="15521"/>
                  </a:cubicBezTo>
                  <a:cubicBezTo>
                    <a:pt x="58323" y="8682"/>
                    <a:pt x="54043" y="1875"/>
                    <a:pt x="47204" y="319"/>
                  </a:cubicBezTo>
                  <a:cubicBezTo>
                    <a:pt x="45343" y="-106"/>
                    <a:pt x="43419" y="-106"/>
                    <a:pt x="41559" y="319"/>
                  </a:cubicBezTo>
                  <a:lnTo>
                    <a:pt x="15523" y="319"/>
                  </a:lnTo>
                  <a:cubicBezTo>
                    <a:pt x="8685" y="-1236"/>
                    <a:pt x="1877" y="3043"/>
                    <a:pt x="322" y="9882"/>
                  </a:cubicBezTo>
                  <a:cubicBezTo>
                    <a:pt x="-1241" y="16721"/>
                    <a:pt x="3039" y="23529"/>
                    <a:pt x="9878" y="25084"/>
                  </a:cubicBezTo>
                  <a:cubicBezTo>
                    <a:pt x="11739" y="25510"/>
                    <a:pt x="13663" y="25510"/>
                    <a:pt x="15523" y="25084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33" name="Google Shape;333;p10"/>
            <p:cNvSpPr/>
            <p:nvPr/>
          </p:nvSpPr>
          <p:spPr>
            <a:xfrm>
              <a:off x="1086250" y="2577955"/>
              <a:ext cx="57081" cy="25403"/>
            </a:xfrm>
            <a:custGeom>
              <a:rect b="b" l="l" r="r" t="t"/>
              <a:pathLst>
                <a:path extrusionOk="0" h="25403" w="57081">
                  <a:moveTo>
                    <a:pt x="15523" y="25084"/>
                  </a:moveTo>
                  <a:lnTo>
                    <a:pt x="41559" y="25084"/>
                  </a:lnTo>
                  <a:cubicBezTo>
                    <a:pt x="48397" y="26640"/>
                    <a:pt x="55205" y="22360"/>
                    <a:pt x="56760" y="15521"/>
                  </a:cubicBezTo>
                  <a:cubicBezTo>
                    <a:pt x="58323" y="8682"/>
                    <a:pt x="54043" y="1875"/>
                    <a:pt x="47204" y="319"/>
                  </a:cubicBezTo>
                  <a:cubicBezTo>
                    <a:pt x="45343" y="-106"/>
                    <a:pt x="43419" y="-106"/>
                    <a:pt x="41559" y="319"/>
                  </a:cubicBezTo>
                  <a:lnTo>
                    <a:pt x="15523" y="319"/>
                  </a:lnTo>
                  <a:cubicBezTo>
                    <a:pt x="8685" y="-1236"/>
                    <a:pt x="1877" y="3043"/>
                    <a:pt x="322" y="9882"/>
                  </a:cubicBezTo>
                  <a:cubicBezTo>
                    <a:pt x="-1241" y="16721"/>
                    <a:pt x="3039" y="23529"/>
                    <a:pt x="9878" y="25084"/>
                  </a:cubicBezTo>
                  <a:cubicBezTo>
                    <a:pt x="11739" y="25510"/>
                    <a:pt x="13663" y="25510"/>
                    <a:pt x="15523" y="25084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34" name="Google Shape;334;p10"/>
            <p:cNvSpPr/>
            <p:nvPr/>
          </p:nvSpPr>
          <p:spPr>
            <a:xfrm>
              <a:off x="1086250" y="2507723"/>
              <a:ext cx="57081" cy="25404"/>
            </a:xfrm>
            <a:custGeom>
              <a:rect b="b" l="l" r="r" t="t"/>
              <a:pathLst>
                <a:path extrusionOk="0" h="25404" w="57081">
                  <a:moveTo>
                    <a:pt x="15523" y="25085"/>
                  </a:moveTo>
                  <a:lnTo>
                    <a:pt x="41559" y="25085"/>
                  </a:lnTo>
                  <a:cubicBezTo>
                    <a:pt x="48397" y="26641"/>
                    <a:pt x="55205" y="22361"/>
                    <a:pt x="56760" y="15522"/>
                  </a:cubicBezTo>
                  <a:cubicBezTo>
                    <a:pt x="58323" y="8686"/>
                    <a:pt x="54043" y="1878"/>
                    <a:pt x="47204" y="320"/>
                  </a:cubicBezTo>
                  <a:cubicBezTo>
                    <a:pt x="45343" y="-103"/>
                    <a:pt x="43419" y="-103"/>
                    <a:pt x="41559" y="320"/>
                  </a:cubicBezTo>
                  <a:lnTo>
                    <a:pt x="15523" y="320"/>
                  </a:lnTo>
                  <a:cubicBezTo>
                    <a:pt x="8685" y="-1238"/>
                    <a:pt x="1877" y="3042"/>
                    <a:pt x="322" y="9881"/>
                  </a:cubicBezTo>
                  <a:cubicBezTo>
                    <a:pt x="-1241" y="16722"/>
                    <a:pt x="3039" y="23529"/>
                    <a:pt x="9878" y="25085"/>
                  </a:cubicBezTo>
                  <a:cubicBezTo>
                    <a:pt x="11739" y="25511"/>
                    <a:pt x="13663" y="25511"/>
                    <a:pt x="15523" y="2508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35" name="Google Shape;335;p10"/>
            <p:cNvSpPr/>
            <p:nvPr/>
          </p:nvSpPr>
          <p:spPr>
            <a:xfrm>
              <a:off x="1086250" y="2507723"/>
              <a:ext cx="57081" cy="25404"/>
            </a:xfrm>
            <a:custGeom>
              <a:rect b="b" l="l" r="r" t="t"/>
              <a:pathLst>
                <a:path extrusionOk="0" h="25404" w="57081">
                  <a:moveTo>
                    <a:pt x="15523" y="25085"/>
                  </a:moveTo>
                  <a:lnTo>
                    <a:pt x="41559" y="25085"/>
                  </a:lnTo>
                  <a:cubicBezTo>
                    <a:pt x="48397" y="26641"/>
                    <a:pt x="55205" y="22361"/>
                    <a:pt x="56760" y="15522"/>
                  </a:cubicBezTo>
                  <a:cubicBezTo>
                    <a:pt x="58323" y="8686"/>
                    <a:pt x="54043" y="1878"/>
                    <a:pt x="47204" y="320"/>
                  </a:cubicBezTo>
                  <a:cubicBezTo>
                    <a:pt x="45343" y="-103"/>
                    <a:pt x="43419" y="-103"/>
                    <a:pt x="41559" y="320"/>
                  </a:cubicBezTo>
                  <a:lnTo>
                    <a:pt x="15523" y="320"/>
                  </a:lnTo>
                  <a:cubicBezTo>
                    <a:pt x="8685" y="-1238"/>
                    <a:pt x="1877" y="3042"/>
                    <a:pt x="322" y="9881"/>
                  </a:cubicBezTo>
                  <a:cubicBezTo>
                    <a:pt x="-1241" y="16722"/>
                    <a:pt x="3039" y="23529"/>
                    <a:pt x="9878" y="25085"/>
                  </a:cubicBezTo>
                  <a:cubicBezTo>
                    <a:pt x="11739" y="25511"/>
                    <a:pt x="13663" y="25511"/>
                    <a:pt x="15523" y="2508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36" name="Google Shape;336;p10"/>
            <p:cNvSpPr/>
            <p:nvPr/>
          </p:nvSpPr>
          <p:spPr>
            <a:xfrm>
              <a:off x="953310" y="2242550"/>
              <a:ext cx="133095" cy="135762"/>
            </a:xfrm>
            <a:custGeom>
              <a:rect b="b" l="l" r="r" t="t"/>
              <a:pathLst>
                <a:path extrusionOk="0" h="135762" w="133095">
                  <a:moveTo>
                    <a:pt x="13208" y="81089"/>
                  </a:moveTo>
                  <a:lnTo>
                    <a:pt x="53848" y="81089"/>
                  </a:lnTo>
                  <a:lnTo>
                    <a:pt x="53848" y="123063"/>
                  </a:lnTo>
                  <a:cubicBezTo>
                    <a:pt x="53848" y="130077"/>
                    <a:pt x="59531" y="135763"/>
                    <a:pt x="66548" y="135763"/>
                  </a:cubicBezTo>
                  <a:cubicBezTo>
                    <a:pt x="73565" y="135763"/>
                    <a:pt x="79248" y="130077"/>
                    <a:pt x="79248" y="123063"/>
                  </a:cubicBezTo>
                  <a:lnTo>
                    <a:pt x="79248" y="81089"/>
                  </a:lnTo>
                  <a:lnTo>
                    <a:pt x="119888" y="81089"/>
                  </a:lnTo>
                  <a:cubicBezTo>
                    <a:pt x="127184" y="81089"/>
                    <a:pt x="133096" y="75176"/>
                    <a:pt x="133096" y="67882"/>
                  </a:cubicBezTo>
                  <a:cubicBezTo>
                    <a:pt x="133096" y="60587"/>
                    <a:pt x="127184" y="54674"/>
                    <a:pt x="119888" y="54674"/>
                  </a:cubicBezTo>
                  <a:lnTo>
                    <a:pt x="79248" y="54674"/>
                  </a:lnTo>
                  <a:lnTo>
                    <a:pt x="79248" y="12700"/>
                  </a:lnTo>
                  <a:cubicBezTo>
                    <a:pt x="79248" y="5686"/>
                    <a:pt x="73565" y="0"/>
                    <a:pt x="66548" y="0"/>
                  </a:cubicBezTo>
                  <a:cubicBezTo>
                    <a:pt x="59531" y="0"/>
                    <a:pt x="53848" y="5686"/>
                    <a:pt x="53848" y="12700"/>
                  </a:cubicBezTo>
                  <a:lnTo>
                    <a:pt x="53848" y="54674"/>
                  </a:lnTo>
                  <a:lnTo>
                    <a:pt x="13208" y="54674"/>
                  </a:lnTo>
                  <a:cubicBezTo>
                    <a:pt x="5912" y="54674"/>
                    <a:pt x="0" y="60587"/>
                    <a:pt x="0" y="67882"/>
                  </a:cubicBezTo>
                  <a:cubicBezTo>
                    <a:pt x="0" y="75176"/>
                    <a:pt x="5912" y="81089"/>
                    <a:pt x="13208" y="81089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37" name="Google Shape;337;p10"/>
            <p:cNvSpPr/>
            <p:nvPr/>
          </p:nvSpPr>
          <p:spPr>
            <a:xfrm>
              <a:off x="953310" y="2242550"/>
              <a:ext cx="133095" cy="135762"/>
            </a:xfrm>
            <a:custGeom>
              <a:rect b="b" l="l" r="r" t="t"/>
              <a:pathLst>
                <a:path extrusionOk="0" h="135762" w="133095">
                  <a:moveTo>
                    <a:pt x="13208" y="81089"/>
                  </a:moveTo>
                  <a:lnTo>
                    <a:pt x="53848" y="81089"/>
                  </a:lnTo>
                  <a:lnTo>
                    <a:pt x="53848" y="123063"/>
                  </a:lnTo>
                  <a:cubicBezTo>
                    <a:pt x="53848" y="130077"/>
                    <a:pt x="59531" y="135763"/>
                    <a:pt x="66548" y="135763"/>
                  </a:cubicBezTo>
                  <a:cubicBezTo>
                    <a:pt x="73565" y="135763"/>
                    <a:pt x="79248" y="130077"/>
                    <a:pt x="79248" y="123063"/>
                  </a:cubicBezTo>
                  <a:lnTo>
                    <a:pt x="79248" y="81089"/>
                  </a:lnTo>
                  <a:lnTo>
                    <a:pt x="119888" y="81089"/>
                  </a:lnTo>
                  <a:cubicBezTo>
                    <a:pt x="127184" y="81089"/>
                    <a:pt x="133096" y="75176"/>
                    <a:pt x="133096" y="67882"/>
                  </a:cubicBezTo>
                  <a:cubicBezTo>
                    <a:pt x="133096" y="60587"/>
                    <a:pt x="127184" y="54674"/>
                    <a:pt x="119888" y="54674"/>
                  </a:cubicBezTo>
                  <a:lnTo>
                    <a:pt x="79248" y="54674"/>
                  </a:lnTo>
                  <a:lnTo>
                    <a:pt x="79248" y="12700"/>
                  </a:lnTo>
                  <a:cubicBezTo>
                    <a:pt x="79248" y="5686"/>
                    <a:pt x="73565" y="0"/>
                    <a:pt x="66548" y="0"/>
                  </a:cubicBezTo>
                  <a:cubicBezTo>
                    <a:pt x="59531" y="0"/>
                    <a:pt x="53848" y="5686"/>
                    <a:pt x="53848" y="12700"/>
                  </a:cubicBezTo>
                  <a:lnTo>
                    <a:pt x="53848" y="54674"/>
                  </a:lnTo>
                  <a:lnTo>
                    <a:pt x="13208" y="54674"/>
                  </a:lnTo>
                  <a:cubicBezTo>
                    <a:pt x="5912" y="54674"/>
                    <a:pt x="0" y="60587"/>
                    <a:pt x="0" y="67882"/>
                  </a:cubicBezTo>
                  <a:cubicBezTo>
                    <a:pt x="0" y="75176"/>
                    <a:pt x="5912" y="81089"/>
                    <a:pt x="13208" y="8108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38" name="Google Shape;338;p10"/>
            <p:cNvSpPr/>
            <p:nvPr/>
          </p:nvSpPr>
          <p:spPr>
            <a:xfrm>
              <a:off x="2217277" y="3444605"/>
              <a:ext cx="650620" cy="200088"/>
            </a:xfrm>
            <a:custGeom>
              <a:rect b="b" l="l" r="r" t="t"/>
              <a:pathLst>
                <a:path extrusionOk="0" h="200088" w="650620">
                  <a:moveTo>
                    <a:pt x="650621" y="133350"/>
                  </a:moveTo>
                  <a:cubicBezTo>
                    <a:pt x="650621" y="170180"/>
                    <a:pt x="505016" y="200089"/>
                    <a:pt x="325311" y="200089"/>
                  </a:cubicBezTo>
                  <a:cubicBezTo>
                    <a:pt x="145605" y="200089"/>
                    <a:pt x="0" y="170180"/>
                    <a:pt x="0" y="133350"/>
                  </a:cubicBezTo>
                  <a:lnTo>
                    <a:pt x="0" y="0"/>
                  </a:lnTo>
                  <a:lnTo>
                    <a:pt x="650621" y="0"/>
                  </a:lnTo>
                  <a:lnTo>
                    <a:pt x="650621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39" name="Google Shape;339;p10"/>
            <p:cNvSpPr/>
            <p:nvPr/>
          </p:nvSpPr>
          <p:spPr>
            <a:xfrm>
              <a:off x="2214992" y="3442192"/>
              <a:ext cx="655256" cy="204787"/>
            </a:xfrm>
            <a:custGeom>
              <a:rect b="b" l="l" r="r" t="t"/>
              <a:pathLst>
                <a:path extrusionOk="0" h="204787" w="655256">
                  <a:moveTo>
                    <a:pt x="327596" y="204787"/>
                  </a:moveTo>
                  <a:cubicBezTo>
                    <a:pt x="143891" y="204787"/>
                    <a:pt x="0" y="174498"/>
                    <a:pt x="0" y="135763"/>
                  </a:cubicBezTo>
                  <a:lnTo>
                    <a:pt x="0" y="0"/>
                  </a:lnTo>
                  <a:lnTo>
                    <a:pt x="655257" y="0"/>
                  </a:lnTo>
                  <a:lnTo>
                    <a:pt x="655257" y="135763"/>
                  </a:lnTo>
                  <a:cubicBezTo>
                    <a:pt x="655257" y="174498"/>
                    <a:pt x="511302" y="204787"/>
                    <a:pt x="327596" y="204787"/>
                  </a:cubicBezTo>
                  <a:close/>
                  <a:moveTo>
                    <a:pt x="4572" y="4572"/>
                  </a:moveTo>
                  <a:lnTo>
                    <a:pt x="4572" y="135763"/>
                  </a:lnTo>
                  <a:cubicBezTo>
                    <a:pt x="4572" y="152146"/>
                    <a:pt x="38671" y="168529"/>
                    <a:pt x="98044" y="180721"/>
                  </a:cubicBezTo>
                  <a:cubicBezTo>
                    <a:pt x="159321" y="193421"/>
                    <a:pt x="240855" y="200215"/>
                    <a:pt x="327596" y="200215"/>
                  </a:cubicBezTo>
                  <a:cubicBezTo>
                    <a:pt x="414338" y="200215"/>
                    <a:pt x="495871" y="193294"/>
                    <a:pt x="557213" y="180721"/>
                  </a:cubicBezTo>
                  <a:cubicBezTo>
                    <a:pt x="616585" y="168529"/>
                    <a:pt x="650621" y="152146"/>
                    <a:pt x="650621" y="135763"/>
                  </a:cubicBezTo>
                  <a:lnTo>
                    <a:pt x="650621" y="4572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40" name="Google Shape;340;p10"/>
            <p:cNvSpPr/>
            <p:nvPr/>
          </p:nvSpPr>
          <p:spPr>
            <a:xfrm>
              <a:off x="2217277" y="3377739"/>
              <a:ext cx="650620" cy="133476"/>
            </a:xfrm>
            <a:custGeom>
              <a:rect b="b" l="l" r="r" t="t"/>
              <a:pathLst>
                <a:path extrusionOk="0" h="133476" w="650620">
                  <a:moveTo>
                    <a:pt x="650621" y="66739"/>
                  </a:moveTo>
                  <a:cubicBezTo>
                    <a:pt x="650621" y="103568"/>
                    <a:pt x="505016" y="133477"/>
                    <a:pt x="325311" y="133477"/>
                  </a:cubicBezTo>
                  <a:cubicBezTo>
                    <a:pt x="145605" y="133477"/>
                    <a:pt x="0" y="103568"/>
                    <a:pt x="0" y="66739"/>
                  </a:cubicBezTo>
                  <a:cubicBezTo>
                    <a:pt x="0" y="29909"/>
                    <a:pt x="145669" y="0"/>
                    <a:pt x="325311" y="0"/>
                  </a:cubicBezTo>
                  <a:cubicBezTo>
                    <a:pt x="504952" y="0"/>
                    <a:pt x="650621" y="29909"/>
                    <a:pt x="650621" y="667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41" name="Google Shape;341;p10"/>
            <p:cNvSpPr/>
            <p:nvPr/>
          </p:nvSpPr>
          <p:spPr>
            <a:xfrm>
              <a:off x="2214992" y="3375453"/>
              <a:ext cx="655256" cy="138049"/>
            </a:xfrm>
            <a:custGeom>
              <a:rect b="b" l="l" r="r" t="t"/>
              <a:pathLst>
                <a:path extrusionOk="0" h="138049" w="655256">
                  <a:moveTo>
                    <a:pt x="327596" y="138049"/>
                  </a:moveTo>
                  <a:cubicBezTo>
                    <a:pt x="143891" y="138049"/>
                    <a:pt x="0" y="107760"/>
                    <a:pt x="0" y="69025"/>
                  </a:cubicBezTo>
                  <a:cubicBezTo>
                    <a:pt x="0" y="30290"/>
                    <a:pt x="143891" y="0"/>
                    <a:pt x="327596" y="0"/>
                  </a:cubicBezTo>
                  <a:cubicBezTo>
                    <a:pt x="511302" y="0"/>
                    <a:pt x="655257" y="30290"/>
                    <a:pt x="655257" y="69025"/>
                  </a:cubicBezTo>
                  <a:cubicBezTo>
                    <a:pt x="655257" y="107760"/>
                    <a:pt x="511302" y="138049"/>
                    <a:pt x="327596" y="138049"/>
                  </a:cubicBezTo>
                  <a:close/>
                  <a:moveTo>
                    <a:pt x="327596" y="4699"/>
                  </a:moveTo>
                  <a:cubicBezTo>
                    <a:pt x="240855" y="4699"/>
                    <a:pt x="159321" y="11621"/>
                    <a:pt x="98044" y="24193"/>
                  </a:cubicBezTo>
                  <a:cubicBezTo>
                    <a:pt x="38671" y="36385"/>
                    <a:pt x="4572" y="52768"/>
                    <a:pt x="4572" y="69152"/>
                  </a:cubicBezTo>
                  <a:cubicBezTo>
                    <a:pt x="4572" y="85535"/>
                    <a:pt x="38671" y="101918"/>
                    <a:pt x="98044" y="114110"/>
                  </a:cubicBezTo>
                  <a:cubicBezTo>
                    <a:pt x="159321" y="126810"/>
                    <a:pt x="240855" y="133604"/>
                    <a:pt x="327596" y="133604"/>
                  </a:cubicBezTo>
                  <a:cubicBezTo>
                    <a:pt x="414338" y="133604"/>
                    <a:pt x="495871" y="126682"/>
                    <a:pt x="557213" y="114110"/>
                  </a:cubicBezTo>
                  <a:cubicBezTo>
                    <a:pt x="616585" y="101918"/>
                    <a:pt x="650621" y="85535"/>
                    <a:pt x="650621" y="69152"/>
                  </a:cubicBezTo>
                  <a:cubicBezTo>
                    <a:pt x="650621" y="52768"/>
                    <a:pt x="616585" y="36385"/>
                    <a:pt x="557213" y="24193"/>
                  </a:cubicBezTo>
                  <a:cubicBezTo>
                    <a:pt x="495871" y="11493"/>
                    <a:pt x="414338" y="4699"/>
                    <a:pt x="327596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42" name="Google Shape;342;p10"/>
            <p:cNvSpPr/>
            <p:nvPr/>
          </p:nvSpPr>
          <p:spPr>
            <a:xfrm>
              <a:off x="2217277" y="3277791"/>
              <a:ext cx="650620" cy="200088"/>
            </a:xfrm>
            <a:custGeom>
              <a:rect b="b" l="l" r="r" t="t"/>
              <a:pathLst>
                <a:path extrusionOk="0" h="200088" w="650620">
                  <a:moveTo>
                    <a:pt x="650621" y="133350"/>
                  </a:moveTo>
                  <a:cubicBezTo>
                    <a:pt x="650621" y="170180"/>
                    <a:pt x="505016" y="200088"/>
                    <a:pt x="325311" y="200088"/>
                  </a:cubicBezTo>
                  <a:cubicBezTo>
                    <a:pt x="145605" y="200088"/>
                    <a:pt x="0" y="170180"/>
                    <a:pt x="0" y="133350"/>
                  </a:cubicBezTo>
                  <a:lnTo>
                    <a:pt x="0" y="0"/>
                  </a:lnTo>
                  <a:lnTo>
                    <a:pt x="650621" y="0"/>
                  </a:lnTo>
                  <a:lnTo>
                    <a:pt x="650621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43" name="Google Shape;343;p10"/>
            <p:cNvSpPr/>
            <p:nvPr/>
          </p:nvSpPr>
          <p:spPr>
            <a:xfrm>
              <a:off x="2214992" y="3275378"/>
              <a:ext cx="655256" cy="204787"/>
            </a:xfrm>
            <a:custGeom>
              <a:rect b="b" l="l" r="r" t="t"/>
              <a:pathLst>
                <a:path extrusionOk="0" h="204787" w="655256">
                  <a:moveTo>
                    <a:pt x="327596" y="204788"/>
                  </a:moveTo>
                  <a:cubicBezTo>
                    <a:pt x="143891" y="204788"/>
                    <a:pt x="0" y="174435"/>
                    <a:pt x="0" y="135763"/>
                  </a:cubicBezTo>
                  <a:lnTo>
                    <a:pt x="0" y="0"/>
                  </a:lnTo>
                  <a:lnTo>
                    <a:pt x="655257" y="0"/>
                  </a:lnTo>
                  <a:lnTo>
                    <a:pt x="655257" y="135763"/>
                  </a:lnTo>
                  <a:cubicBezTo>
                    <a:pt x="655257" y="174435"/>
                    <a:pt x="511302" y="204788"/>
                    <a:pt x="327596" y="204788"/>
                  </a:cubicBezTo>
                  <a:close/>
                  <a:moveTo>
                    <a:pt x="4572" y="4572"/>
                  </a:moveTo>
                  <a:lnTo>
                    <a:pt x="4572" y="135763"/>
                  </a:lnTo>
                  <a:cubicBezTo>
                    <a:pt x="4572" y="152082"/>
                    <a:pt x="38671" y="168466"/>
                    <a:pt x="98044" y="180657"/>
                  </a:cubicBezTo>
                  <a:cubicBezTo>
                    <a:pt x="159321" y="193357"/>
                    <a:pt x="240855" y="200152"/>
                    <a:pt x="327596" y="200152"/>
                  </a:cubicBezTo>
                  <a:cubicBezTo>
                    <a:pt x="414338" y="200152"/>
                    <a:pt x="495871" y="193230"/>
                    <a:pt x="557213" y="180657"/>
                  </a:cubicBezTo>
                  <a:cubicBezTo>
                    <a:pt x="616585" y="168466"/>
                    <a:pt x="650621" y="152082"/>
                    <a:pt x="650621" y="135763"/>
                  </a:cubicBezTo>
                  <a:lnTo>
                    <a:pt x="650621" y="4572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44" name="Google Shape;344;p10"/>
            <p:cNvSpPr/>
            <p:nvPr/>
          </p:nvSpPr>
          <p:spPr>
            <a:xfrm>
              <a:off x="2217277" y="3210925"/>
              <a:ext cx="650620" cy="133477"/>
            </a:xfrm>
            <a:custGeom>
              <a:rect b="b" l="l" r="r" t="t"/>
              <a:pathLst>
                <a:path extrusionOk="0" h="133477" w="650620">
                  <a:moveTo>
                    <a:pt x="650621" y="66739"/>
                  </a:moveTo>
                  <a:cubicBezTo>
                    <a:pt x="650621" y="103569"/>
                    <a:pt x="505016" y="133477"/>
                    <a:pt x="325311" y="133477"/>
                  </a:cubicBezTo>
                  <a:cubicBezTo>
                    <a:pt x="145605" y="133477"/>
                    <a:pt x="0" y="103569"/>
                    <a:pt x="0" y="66739"/>
                  </a:cubicBezTo>
                  <a:cubicBezTo>
                    <a:pt x="0" y="29909"/>
                    <a:pt x="145669" y="0"/>
                    <a:pt x="325311" y="0"/>
                  </a:cubicBezTo>
                  <a:cubicBezTo>
                    <a:pt x="504952" y="0"/>
                    <a:pt x="650621" y="29845"/>
                    <a:pt x="650621" y="667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45" name="Google Shape;345;p10"/>
            <p:cNvSpPr/>
            <p:nvPr/>
          </p:nvSpPr>
          <p:spPr>
            <a:xfrm>
              <a:off x="2214992" y="3208639"/>
              <a:ext cx="655256" cy="138049"/>
            </a:xfrm>
            <a:custGeom>
              <a:rect b="b" l="l" r="r" t="t"/>
              <a:pathLst>
                <a:path extrusionOk="0" h="138049" w="655256">
                  <a:moveTo>
                    <a:pt x="327596" y="138049"/>
                  </a:moveTo>
                  <a:cubicBezTo>
                    <a:pt x="143891" y="138049"/>
                    <a:pt x="0" y="107696"/>
                    <a:pt x="0" y="69025"/>
                  </a:cubicBezTo>
                  <a:cubicBezTo>
                    <a:pt x="0" y="30353"/>
                    <a:pt x="143891" y="0"/>
                    <a:pt x="327596" y="0"/>
                  </a:cubicBezTo>
                  <a:cubicBezTo>
                    <a:pt x="511302" y="0"/>
                    <a:pt x="655257" y="30290"/>
                    <a:pt x="655257" y="69025"/>
                  </a:cubicBezTo>
                  <a:cubicBezTo>
                    <a:pt x="655257" y="107760"/>
                    <a:pt x="511302" y="138049"/>
                    <a:pt x="327596" y="138049"/>
                  </a:cubicBezTo>
                  <a:close/>
                  <a:moveTo>
                    <a:pt x="327596" y="4699"/>
                  </a:moveTo>
                  <a:cubicBezTo>
                    <a:pt x="240855" y="4699"/>
                    <a:pt x="159321" y="11621"/>
                    <a:pt x="98044" y="24194"/>
                  </a:cubicBezTo>
                  <a:cubicBezTo>
                    <a:pt x="38671" y="36386"/>
                    <a:pt x="4572" y="52769"/>
                    <a:pt x="4572" y="69152"/>
                  </a:cubicBezTo>
                  <a:cubicBezTo>
                    <a:pt x="4572" y="85535"/>
                    <a:pt x="38671" y="101918"/>
                    <a:pt x="98044" y="114046"/>
                  </a:cubicBezTo>
                  <a:cubicBezTo>
                    <a:pt x="159321" y="126746"/>
                    <a:pt x="240855" y="133541"/>
                    <a:pt x="327596" y="133541"/>
                  </a:cubicBezTo>
                  <a:cubicBezTo>
                    <a:pt x="414338" y="133541"/>
                    <a:pt x="495871" y="126619"/>
                    <a:pt x="557213" y="114046"/>
                  </a:cubicBezTo>
                  <a:cubicBezTo>
                    <a:pt x="616585" y="101918"/>
                    <a:pt x="650621" y="85535"/>
                    <a:pt x="650621" y="69152"/>
                  </a:cubicBezTo>
                  <a:cubicBezTo>
                    <a:pt x="650621" y="52769"/>
                    <a:pt x="616585" y="36386"/>
                    <a:pt x="557213" y="24194"/>
                  </a:cubicBezTo>
                  <a:cubicBezTo>
                    <a:pt x="495871" y="11494"/>
                    <a:pt x="414338" y="4699"/>
                    <a:pt x="327596" y="4699"/>
                  </a:cubicBezTo>
                  <a:close/>
                </a:path>
              </a:pathLst>
            </a:custGeom>
            <a:solidFill>
              <a:srgbClr val="002E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46" name="Google Shape;346;p10"/>
            <p:cNvSpPr/>
            <p:nvPr/>
          </p:nvSpPr>
          <p:spPr>
            <a:xfrm>
              <a:off x="2217277" y="3110659"/>
              <a:ext cx="650620" cy="200088"/>
            </a:xfrm>
            <a:custGeom>
              <a:rect b="b" l="l" r="r" t="t"/>
              <a:pathLst>
                <a:path extrusionOk="0" h="200088" w="650620">
                  <a:moveTo>
                    <a:pt x="650621" y="133350"/>
                  </a:moveTo>
                  <a:cubicBezTo>
                    <a:pt x="650621" y="170243"/>
                    <a:pt x="505016" y="200088"/>
                    <a:pt x="325311" y="200088"/>
                  </a:cubicBezTo>
                  <a:cubicBezTo>
                    <a:pt x="145605" y="200088"/>
                    <a:pt x="0" y="170243"/>
                    <a:pt x="0" y="133350"/>
                  </a:cubicBezTo>
                  <a:lnTo>
                    <a:pt x="0" y="0"/>
                  </a:lnTo>
                  <a:lnTo>
                    <a:pt x="650621" y="0"/>
                  </a:lnTo>
                  <a:lnTo>
                    <a:pt x="650621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47" name="Google Shape;347;p10"/>
            <p:cNvSpPr/>
            <p:nvPr/>
          </p:nvSpPr>
          <p:spPr>
            <a:xfrm>
              <a:off x="2214992" y="3108500"/>
              <a:ext cx="655256" cy="204787"/>
            </a:xfrm>
            <a:custGeom>
              <a:rect b="b" l="l" r="r" t="t"/>
              <a:pathLst>
                <a:path extrusionOk="0" h="204787" w="655256">
                  <a:moveTo>
                    <a:pt x="327596" y="204788"/>
                  </a:moveTo>
                  <a:cubicBezTo>
                    <a:pt x="143891" y="204788"/>
                    <a:pt x="0" y="174498"/>
                    <a:pt x="0" y="135763"/>
                  </a:cubicBezTo>
                  <a:lnTo>
                    <a:pt x="0" y="0"/>
                  </a:lnTo>
                  <a:lnTo>
                    <a:pt x="655257" y="0"/>
                  </a:lnTo>
                  <a:lnTo>
                    <a:pt x="655257" y="135509"/>
                  </a:lnTo>
                  <a:cubicBezTo>
                    <a:pt x="655257" y="174244"/>
                    <a:pt x="511302" y="204533"/>
                    <a:pt x="327596" y="204533"/>
                  </a:cubicBezTo>
                  <a:close/>
                  <a:moveTo>
                    <a:pt x="4572" y="4635"/>
                  </a:moveTo>
                  <a:lnTo>
                    <a:pt x="4572" y="135509"/>
                  </a:lnTo>
                  <a:cubicBezTo>
                    <a:pt x="4572" y="151892"/>
                    <a:pt x="38671" y="168275"/>
                    <a:pt x="98044" y="180467"/>
                  </a:cubicBezTo>
                  <a:cubicBezTo>
                    <a:pt x="159321" y="193167"/>
                    <a:pt x="240855" y="199961"/>
                    <a:pt x="327596" y="199961"/>
                  </a:cubicBezTo>
                  <a:cubicBezTo>
                    <a:pt x="414338" y="199961"/>
                    <a:pt x="495871" y="193040"/>
                    <a:pt x="557213" y="180467"/>
                  </a:cubicBezTo>
                  <a:cubicBezTo>
                    <a:pt x="616585" y="168275"/>
                    <a:pt x="650621" y="151892"/>
                    <a:pt x="650621" y="135509"/>
                  </a:cubicBezTo>
                  <a:lnTo>
                    <a:pt x="650621" y="4635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48" name="Google Shape;348;p10"/>
            <p:cNvSpPr/>
            <p:nvPr/>
          </p:nvSpPr>
          <p:spPr>
            <a:xfrm>
              <a:off x="2217277" y="3043984"/>
              <a:ext cx="650620" cy="133413"/>
            </a:xfrm>
            <a:custGeom>
              <a:rect b="b" l="l" r="r" t="t"/>
              <a:pathLst>
                <a:path extrusionOk="0" h="133413" w="650620">
                  <a:moveTo>
                    <a:pt x="650621" y="66675"/>
                  </a:moveTo>
                  <a:cubicBezTo>
                    <a:pt x="650621" y="103568"/>
                    <a:pt x="505016" y="133413"/>
                    <a:pt x="325311" y="133413"/>
                  </a:cubicBezTo>
                  <a:cubicBezTo>
                    <a:pt x="145605" y="133413"/>
                    <a:pt x="0" y="103568"/>
                    <a:pt x="0" y="66675"/>
                  </a:cubicBezTo>
                  <a:cubicBezTo>
                    <a:pt x="0" y="29782"/>
                    <a:pt x="145669" y="0"/>
                    <a:pt x="325311" y="0"/>
                  </a:cubicBezTo>
                  <a:cubicBezTo>
                    <a:pt x="504952" y="0"/>
                    <a:pt x="650621" y="29845"/>
                    <a:pt x="650621" y="666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49" name="Google Shape;349;p10"/>
            <p:cNvSpPr/>
            <p:nvPr/>
          </p:nvSpPr>
          <p:spPr>
            <a:xfrm>
              <a:off x="2214992" y="3041761"/>
              <a:ext cx="655256" cy="138112"/>
            </a:xfrm>
            <a:custGeom>
              <a:rect b="b" l="l" r="r" t="t"/>
              <a:pathLst>
                <a:path extrusionOk="0" h="138112" w="655256">
                  <a:moveTo>
                    <a:pt x="327596" y="138113"/>
                  </a:moveTo>
                  <a:cubicBezTo>
                    <a:pt x="143891" y="138113"/>
                    <a:pt x="0" y="107760"/>
                    <a:pt x="0" y="69088"/>
                  </a:cubicBezTo>
                  <a:cubicBezTo>
                    <a:pt x="0" y="30417"/>
                    <a:pt x="143891" y="0"/>
                    <a:pt x="327596" y="0"/>
                  </a:cubicBezTo>
                  <a:cubicBezTo>
                    <a:pt x="511302" y="0"/>
                    <a:pt x="655257" y="30353"/>
                    <a:pt x="655257" y="69088"/>
                  </a:cubicBezTo>
                  <a:cubicBezTo>
                    <a:pt x="655257" y="107823"/>
                    <a:pt x="511302" y="138113"/>
                    <a:pt x="327596" y="138113"/>
                  </a:cubicBezTo>
                  <a:close/>
                  <a:moveTo>
                    <a:pt x="327596" y="4763"/>
                  </a:moveTo>
                  <a:cubicBezTo>
                    <a:pt x="240855" y="4763"/>
                    <a:pt x="159321" y="11684"/>
                    <a:pt x="98044" y="24257"/>
                  </a:cubicBezTo>
                  <a:cubicBezTo>
                    <a:pt x="38671" y="36449"/>
                    <a:pt x="4572" y="52832"/>
                    <a:pt x="4572" y="69215"/>
                  </a:cubicBezTo>
                  <a:cubicBezTo>
                    <a:pt x="4572" y="85598"/>
                    <a:pt x="38671" y="101918"/>
                    <a:pt x="98044" y="114110"/>
                  </a:cubicBezTo>
                  <a:cubicBezTo>
                    <a:pt x="159321" y="126810"/>
                    <a:pt x="240855" y="133604"/>
                    <a:pt x="327596" y="133604"/>
                  </a:cubicBezTo>
                  <a:cubicBezTo>
                    <a:pt x="414338" y="133604"/>
                    <a:pt x="495871" y="126683"/>
                    <a:pt x="557213" y="114110"/>
                  </a:cubicBezTo>
                  <a:cubicBezTo>
                    <a:pt x="616585" y="101918"/>
                    <a:pt x="650621" y="85535"/>
                    <a:pt x="650621" y="69215"/>
                  </a:cubicBezTo>
                  <a:cubicBezTo>
                    <a:pt x="650621" y="52896"/>
                    <a:pt x="616585" y="36449"/>
                    <a:pt x="557213" y="24257"/>
                  </a:cubicBezTo>
                  <a:cubicBezTo>
                    <a:pt x="495871" y="11557"/>
                    <a:pt x="414338" y="4763"/>
                    <a:pt x="327596" y="4763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0" name="Google Shape;350;p10"/>
            <p:cNvSpPr/>
            <p:nvPr/>
          </p:nvSpPr>
          <p:spPr>
            <a:xfrm>
              <a:off x="2517569" y="3210608"/>
              <a:ext cx="66801" cy="66802"/>
            </a:xfrm>
            <a:custGeom>
              <a:rect b="b" l="l" r="r" t="t"/>
              <a:pathLst>
                <a:path extrusionOk="0" h="66802" w="66801">
                  <a:moveTo>
                    <a:pt x="0" y="33401"/>
                  </a:moveTo>
                  <a:cubicBezTo>
                    <a:pt x="0" y="14954"/>
                    <a:pt x="14954" y="0"/>
                    <a:pt x="33401" y="0"/>
                  </a:cubicBezTo>
                  <a:cubicBezTo>
                    <a:pt x="51848" y="0"/>
                    <a:pt x="66802" y="14954"/>
                    <a:pt x="66802" y="33401"/>
                  </a:cubicBezTo>
                  <a:cubicBezTo>
                    <a:pt x="66802" y="51848"/>
                    <a:pt x="51848" y="66802"/>
                    <a:pt x="33401" y="66802"/>
                  </a:cubicBezTo>
                  <a:cubicBezTo>
                    <a:pt x="14992" y="66840"/>
                    <a:pt x="38" y="51943"/>
                    <a:pt x="0" y="33528"/>
                  </a:cubicBezTo>
                  <a:cubicBezTo>
                    <a:pt x="0" y="33484"/>
                    <a:pt x="0" y="33445"/>
                    <a:pt x="0" y="334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1" name="Google Shape;351;p10"/>
            <p:cNvSpPr/>
            <p:nvPr/>
          </p:nvSpPr>
          <p:spPr>
            <a:xfrm>
              <a:off x="2515220" y="3208575"/>
              <a:ext cx="71374" cy="71374"/>
            </a:xfrm>
            <a:custGeom>
              <a:rect b="b" l="l" r="r" t="t"/>
              <a:pathLst>
                <a:path extrusionOk="0" h="71374" w="71374">
                  <a:moveTo>
                    <a:pt x="35750" y="71374"/>
                  </a:moveTo>
                  <a:cubicBezTo>
                    <a:pt x="16040" y="71412"/>
                    <a:pt x="38" y="55461"/>
                    <a:pt x="0" y="35751"/>
                  </a:cubicBezTo>
                  <a:cubicBezTo>
                    <a:pt x="-38" y="16040"/>
                    <a:pt x="15913" y="38"/>
                    <a:pt x="35623" y="0"/>
                  </a:cubicBezTo>
                  <a:cubicBezTo>
                    <a:pt x="55334" y="-32"/>
                    <a:pt x="71336" y="15913"/>
                    <a:pt x="71374" y="35624"/>
                  </a:cubicBezTo>
                  <a:cubicBezTo>
                    <a:pt x="71374" y="35643"/>
                    <a:pt x="71374" y="35668"/>
                    <a:pt x="71374" y="35687"/>
                  </a:cubicBezTo>
                  <a:cubicBezTo>
                    <a:pt x="71374" y="55372"/>
                    <a:pt x="55435" y="71336"/>
                    <a:pt x="35750" y="71374"/>
                  </a:cubicBezTo>
                  <a:close/>
                  <a:moveTo>
                    <a:pt x="35750" y="4636"/>
                  </a:moveTo>
                  <a:cubicBezTo>
                    <a:pt x="18567" y="4604"/>
                    <a:pt x="4610" y="18504"/>
                    <a:pt x="4572" y="35687"/>
                  </a:cubicBezTo>
                  <a:cubicBezTo>
                    <a:pt x="4540" y="52870"/>
                    <a:pt x="18440" y="66834"/>
                    <a:pt x="35630" y="66866"/>
                  </a:cubicBezTo>
                  <a:cubicBezTo>
                    <a:pt x="52813" y="66897"/>
                    <a:pt x="66770" y="52997"/>
                    <a:pt x="66802" y="35814"/>
                  </a:cubicBezTo>
                  <a:cubicBezTo>
                    <a:pt x="66802" y="35687"/>
                    <a:pt x="66802" y="35560"/>
                    <a:pt x="66802" y="35433"/>
                  </a:cubicBezTo>
                  <a:cubicBezTo>
                    <a:pt x="66732" y="18313"/>
                    <a:pt x="52870" y="4451"/>
                    <a:pt x="35750" y="4382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2" name="Google Shape;352;p10"/>
            <p:cNvSpPr/>
            <p:nvPr/>
          </p:nvSpPr>
          <p:spPr>
            <a:xfrm>
              <a:off x="2517569" y="3377676"/>
              <a:ext cx="66802" cy="66802"/>
            </a:xfrm>
            <a:custGeom>
              <a:rect b="b" l="l" r="r" t="t"/>
              <a:pathLst>
                <a:path extrusionOk="0" h="66802" w="66802">
                  <a:moveTo>
                    <a:pt x="0" y="33465"/>
                  </a:moveTo>
                  <a:cubicBezTo>
                    <a:pt x="-38" y="15018"/>
                    <a:pt x="14891" y="38"/>
                    <a:pt x="33338" y="0"/>
                  </a:cubicBezTo>
                  <a:cubicBezTo>
                    <a:pt x="51784" y="-38"/>
                    <a:pt x="66764" y="14891"/>
                    <a:pt x="66802" y="33338"/>
                  </a:cubicBezTo>
                  <a:cubicBezTo>
                    <a:pt x="66840" y="51784"/>
                    <a:pt x="51911" y="66764"/>
                    <a:pt x="33465" y="66802"/>
                  </a:cubicBezTo>
                  <a:cubicBezTo>
                    <a:pt x="33446" y="66802"/>
                    <a:pt x="33420" y="66802"/>
                    <a:pt x="33401" y="66802"/>
                  </a:cubicBezTo>
                  <a:cubicBezTo>
                    <a:pt x="14992" y="66840"/>
                    <a:pt x="38" y="51943"/>
                    <a:pt x="0" y="33528"/>
                  </a:cubicBezTo>
                  <a:cubicBezTo>
                    <a:pt x="0" y="33509"/>
                    <a:pt x="0" y="33484"/>
                    <a:pt x="0" y="3346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3" name="Google Shape;353;p10"/>
            <p:cNvSpPr/>
            <p:nvPr/>
          </p:nvSpPr>
          <p:spPr>
            <a:xfrm>
              <a:off x="2515220" y="3375390"/>
              <a:ext cx="71374" cy="71374"/>
            </a:xfrm>
            <a:custGeom>
              <a:rect b="b" l="l" r="r" t="t"/>
              <a:pathLst>
                <a:path extrusionOk="0" h="71374" w="71374">
                  <a:moveTo>
                    <a:pt x="35750" y="71374"/>
                  </a:moveTo>
                  <a:cubicBezTo>
                    <a:pt x="16040" y="71412"/>
                    <a:pt x="38" y="55461"/>
                    <a:pt x="0" y="35751"/>
                  </a:cubicBezTo>
                  <a:cubicBezTo>
                    <a:pt x="-38" y="16040"/>
                    <a:pt x="15913" y="38"/>
                    <a:pt x="35623" y="0"/>
                  </a:cubicBezTo>
                  <a:cubicBezTo>
                    <a:pt x="55334" y="-38"/>
                    <a:pt x="71336" y="15913"/>
                    <a:pt x="71374" y="35624"/>
                  </a:cubicBezTo>
                  <a:cubicBezTo>
                    <a:pt x="71374" y="35668"/>
                    <a:pt x="71374" y="35706"/>
                    <a:pt x="71374" y="35751"/>
                  </a:cubicBezTo>
                  <a:cubicBezTo>
                    <a:pt x="71336" y="55410"/>
                    <a:pt x="55410" y="71336"/>
                    <a:pt x="35750" y="71374"/>
                  </a:cubicBezTo>
                  <a:close/>
                  <a:moveTo>
                    <a:pt x="35750" y="4636"/>
                  </a:moveTo>
                  <a:cubicBezTo>
                    <a:pt x="18567" y="4597"/>
                    <a:pt x="4610" y="18504"/>
                    <a:pt x="4572" y="35687"/>
                  </a:cubicBezTo>
                  <a:cubicBezTo>
                    <a:pt x="4534" y="52870"/>
                    <a:pt x="18440" y="66827"/>
                    <a:pt x="35623" y="66866"/>
                  </a:cubicBezTo>
                  <a:cubicBezTo>
                    <a:pt x="52807" y="66897"/>
                    <a:pt x="66764" y="52997"/>
                    <a:pt x="66802" y="35814"/>
                  </a:cubicBezTo>
                  <a:cubicBezTo>
                    <a:pt x="66802" y="35795"/>
                    <a:pt x="66802" y="35770"/>
                    <a:pt x="66802" y="35751"/>
                  </a:cubicBezTo>
                  <a:cubicBezTo>
                    <a:pt x="66770" y="18606"/>
                    <a:pt x="52895" y="4705"/>
                    <a:pt x="35750" y="4636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4" name="Google Shape;354;p10"/>
            <p:cNvSpPr/>
            <p:nvPr/>
          </p:nvSpPr>
          <p:spPr>
            <a:xfrm>
              <a:off x="2517569" y="3544490"/>
              <a:ext cx="66802" cy="66802"/>
            </a:xfrm>
            <a:custGeom>
              <a:rect b="b" l="l" r="r" t="t"/>
              <a:pathLst>
                <a:path extrusionOk="0" h="66802" w="66802">
                  <a:moveTo>
                    <a:pt x="0" y="33465"/>
                  </a:moveTo>
                  <a:cubicBezTo>
                    <a:pt x="-38" y="15018"/>
                    <a:pt x="14891" y="38"/>
                    <a:pt x="33338" y="0"/>
                  </a:cubicBezTo>
                  <a:cubicBezTo>
                    <a:pt x="51784" y="-38"/>
                    <a:pt x="66764" y="14891"/>
                    <a:pt x="66802" y="33338"/>
                  </a:cubicBezTo>
                  <a:cubicBezTo>
                    <a:pt x="66840" y="51784"/>
                    <a:pt x="51911" y="66764"/>
                    <a:pt x="33465" y="66802"/>
                  </a:cubicBezTo>
                  <a:cubicBezTo>
                    <a:pt x="33446" y="66802"/>
                    <a:pt x="33420" y="66802"/>
                    <a:pt x="33401" y="66802"/>
                  </a:cubicBezTo>
                  <a:cubicBezTo>
                    <a:pt x="14980" y="66802"/>
                    <a:pt x="38" y="51886"/>
                    <a:pt x="0" y="3346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5" name="Google Shape;355;p10"/>
            <p:cNvSpPr/>
            <p:nvPr/>
          </p:nvSpPr>
          <p:spPr>
            <a:xfrm>
              <a:off x="2515220" y="3542268"/>
              <a:ext cx="71374" cy="71374"/>
            </a:xfrm>
            <a:custGeom>
              <a:rect b="b" l="l" r="r" t="t"/>
              <a:pathLst>
                <a:path extrusionOk="0" h="71374" w="71374">
                  <a:moveTo>
                    <a:pt x="35750" y="71374"/>
                  </a:moveTo>
                  <a:cubicBezTo>
                    <a:pt x="16040" y="71412"/>
                    <a:pt x="38" y="55461"/>
                    <a:pt x="0" y="35751"/>
                  </a:cubicBezTo>
                  <a:cubicBezTo>
                    <a:pt x="-38" y="16040"/>
                    <a:pt x="15913" y="38"/>
                    <a:pt x="35623" y="0"/>
                  </a:cubicBezTo>
                  <a:cubicBezTo>
                    <a:pt x="55334" y="-38"/>
                    <a:pt x="71336" y="15913"/>
                    <a:pt x="71374" y="35623"/>
                  </a:cubicBezTo>
                  <a:cubicBezTo>
                    <a:pt x="71374" y="35643"/>
                    <a:pt x="71374" y="35668"/>
                    <a:pt x="71374" y="35687"/>
                  </a:cubicBezTo>
                  <a:cubicBezTo>
                    <a:pt x="71374" y="55372"/>
                    <a:pt x="55435" y="71336"/>
                    <a:pt x="35750" y="71374"/>
                  </a:cubicBezTo>
                  <a:close/>
                  <a:moveTo>
                    <a:pt x="35750" y="4636"/>
                  </a:moveTo>
                  <a:cubicBezTo>
                    <a:pt x="18599" y="4636"/>
                    <a:pt x="4699" y="18536"/>
                    <a:pt x="4699" y="35687"/>
                  </a:cubicBezTo>
                  <a:cubicBezTo>
                    <a:pt x="4699" y="52838"/>
                    <a:pt x="18599" y="66739"/>
                    <a:pt x="35750" y="66739"/>
                  </a:cubicBezTo>
                  <a:cubicBezTo>
                    <a:pt x="52902" y="66739"/>
                    <a:pt x="66802" y="52838"/>
                    <a:pt x="66802" y="35687"/>
                  </a:cubicBezTo>
                  <a:cubicBezTo>
                    <a:pt x="66770" y="18555"/>
                    <a:pt x="52883" y="4674"/>
                    <a:pt x="35750" y="4636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6" name="Google Shape;356;p10"/>
            <p:cNvSpPr/>
            <p:nvPr/>
          </p:nvSpPr>
          <p:spPr>
            <a:xfrm>
              <a:off x="3024807" y="3444605"/>
              <a:ext cx="650684" cy="200088"/>
            </a:xfrm>
            <a:custGeom>
              <a:rect b="b" l="l" r="r" t="t"/>
              <a:pathLst>
                <a:path extrusionOk="0" h="200088" w="650684">
                  <a:moveTo>
                    <a:pt x="650685" y="133350"/>
                  </a:moveTo>
                  <a:cubicBezTo>
                    <a:pt x="650685" y="170180"/>
                    <a:pt x="505016" y="200089"/>
                    <a:pt x="325310" y="200089"/>
                  </a:cubicBezTo>
                  <a:cubicBezTo>
                    <a:pt x="145605" y="200089"/>
                    <a:pt x="0" y="170180"/>
                    <a:pt x="0" y="133350"/>
                  </a:cubicBezTo>
                  <a:lnTo>
                    <a:pt x="0" y="0"/>
                  </a:lnTo>
                  <a:lnTo>
                    <a:pt x="650685" y="0"/>
                  </a:lnTo>
                  <a:lnTo>
                    <a:pt x="650685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7" name="Google Shape;357;p10"/>
            <p:cNvSpPr/>
            <p:nvPr/>
          </p:nvSpPr>
          <p:spPr>
            <a:xfrm>
              <a:off x="3022521" y="3442192"/>
              <a:ext cx="655256" cy="204787"/>
            </a:xfrm>
            <a:custGeom>
              <a:rect b="b" l="l" r="r" t="t"/>
              <a:pathLst>
                <a:path extrusionOk="0" h="204787" w="655256">
                  <a:moveTo>
                    <a:pt x="327596" y="204787"/>
                  </a:moveTo>
                  <a:cubicBezTo>
                    <a:pt x="143891" y="204787"/>
                    <a:pt x="0" y="174498"/>
                    <a:pt x="0" y="135763"/>
                  </a:cubicBezTo>
                  <a:lnTo>
                    <a:pt x="0" y="0"/>
                  </a:lnTo>
                  <a:lnTo>
                    <a:pt x="655257" y="0"/>
                  </a:lnTo>
                  <a:lnTo>
                    <a:pt x="655257" y="135763"/>
                  </a:lnTo>
                  <a:cubicBezTo>
                    <a:pt x="655257" y="174498"/>
                    <a:pt x="511366" y="204787"/>
                    <a:pt x="327596" y="204787"/>
                  </a:cubicBezTo>
                  <a:close/>
                  <a:moveTo>
                    <a:pt x="4572" y="4572"/>
                  </a:moveTo>
                  <a:lnTo>
                    <a:pt x="4572" y="135763"/>
                  </a:lnTo>
                  <a:cubicBezTo>
                    <a:pt x="4572" y="152146"/>
                    <a:pt x="38671" y="168529"/>
                    <a:pt x="98044" y="180721"/>
                  </a:cubicBezTo>
                  <a:cubicBezTo>
                    <a:pt x="159321" y="193421"/>
                    <a:pt x="240855" y="200215"/>
                    <a:pt x="327596" y="200215"/>
                  </a:cubicBezTo>
                  <a:cubicBezTo>
                    <a:pt x="414338" y="200215"/>
                    <a:pt x="495935" y="193294"/>
                    <a:pt x="557213" y="180721"/>
                  </a:cubicBezTo>
                  <a:cubicBezTo>
                    <a:pt x="616585" y="168529"/>
                    <a:pt x="650621" y="152146"/>
                    <a:pt x="650621" y="135763"/>
                  </a:cubicBezTo>
                  <a:lnTo>
                    <a:pt x="650621" y="4572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8" name="Google Shape;358;p10"/>
            <p:cNvSpPr/>
            <p:nvPr/>
          </p:nvSpPr>
          <p:spPr>
            <a:xfrm>
              <a:off x="3024807" y="3377739"/>
              <a:ext cx="650684" cy="133476"/>
            </a:xfrm>
            <a:custGeom>
              <a:rect b="b" l="l" r="r" t="t"/>
              <a:pathLst>
                <a:path extrusionOk="0" h="133476" w="650684">
                  <a:moveTo>
                    <a:pt x="650685" y="66739"/>
                  </a:moveTo>
                  <a:cubicBezTo>
                    <a:pt x="650685" y="103568"/>
                    <a:pt x="505016" y="133477"/>
                    <a:pt x="325310" y="133477"/>
                  </a:cubicBezTo>
                  <a:cubicBezTo>
                    <a:pt x="145605" y="133477"/>
                    <a:pt x="0" y="103568"/>
                    <a:pt x="0" y="66739"/>
                  </a:cubicBezTo>
                  <a:cubicBezTo>
                    <a:pt x="0" y="29909"/>
                    <a:pt x="145669" y="0"/>
                    <a:pt x="325310" y="0"/>
                  </a:cubicBezTo>
                  <a:cubicBezTo>
                    <a:pt x="504952" y="0"/>
                    <a:pt x="650685" y="29909"/>
                    <a:pt x="650685" y="667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9" name="Google Shape;359;p10"/>
            <p:cNvSpPr/>
            <p:nvPr/>
          </p:nvSpPr>
          <p:spPr>
            <a:xfrm>
              <a:off x="3022521" y="3375453"/>
              <a:ext cx="655256" cy="138049"/>
            </a:xfrm>
            <a:custGeom>
              <a:rect b="b" l="l" r="r" t="t"/>
              <a:pathLst>
                <a:path extrusionOk="0" h="138049" w="655256">
                  <a:moveTo>
                    <a:pt x="327596" y="138049"/>
                  </a:moveTo>
                  <a:cubicBezTo>
                    <a:pt x="143891" y="138049"/>
                    <a:pt x="0" y="107760"/>
                    <a:pt x="0" y="69025"/>
                  </a:cubicBezTo>
                  <a:cubicBezTo>
                    <a:pt x="0" y="30290"/>
                    <a:pt x="143891" y="0"/>
                    <a:pt x="327596" y="0"/>
                  </a:cubicBezTo>
                  <a:cubicBezTo>
                    <a:pt x="511302" y="0"/>
                    <a:pt x="655257" y="30290"/>
                    <a:pt x="655257" y="69025"/>
                  </a:cubicBezTo>
                  <a:cubicBezTo>
                    <a:pt x="655257" y="107760"/>
                    <a:pt x="511366" y="138049"/>
                    <a:pt x="327596" y="138049"/>
                  </a:cubicBezTo>
                  <a:close/>
                  <a:moveTo>
                    <a:pt x="327596" y="4699"/>
                  </a:moveTo>
                  <a:cubicBezTo>
                    <a:pt x="240855" y="4699"/>
                    <a:pt x="159321" y="11621"/>
                    <a:pt x="98044" y="24193"/>
                  </a:cubicBezTo>
                  <a:cubicBezTo>
                    <a:pt x="38671" y="36385"/>
                    <a:pt x="4572" y="52768"/>
                    <a:pt x="4572" y="69152"/>
                  </a:cubicBezTo>
                  <a:cubicBezTo>
                    <a:pt x="4572" y="85535"/>
                    <a:pt x="38671" y="101918"/>
                    <a:pt x="98044" y="114110"/>
                  </a:cubicBezTo>
                  <a:cubicBezTo>
                    <a:pt x="159321" y="126810"/>
                    <a:pt x="240855" y="133604"/>
                    <a:pt x="327596" y="133604"/>
                  </a:cubicBezTo>
                  <a:cubicBezTo>
                    <a:pt x="414338" y="133604"/>
                    <a:pt x="495935" y="126682"/>
                    <a:pt x="557213" y="114110"/>
                  </a:cubicBezTo>
                  <a:cubicBezTo>
                    <a:pt x="616585" y="101918"/>
                    <a:pt x="650621" y="85535"/>
                    <a:pt x="650621" y="69152"/>
                  </a:cubicBezTo>
                  <a:cubicBezTo>
                    <a:pt x="650621" y="52768"/>
                    <a:pt x="616585" y="36385"/>
                    <a:pt x="557213" y="24193"/>
                  </a:cubicBezTo>
                  <a:cubicBezTo>
                    <a:pt x="495935" y="11493"/>
                    <a:pt x="414401" y="4699"/>
                    <a:pt x="327596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60" name="Google Shape;360;p10"/>
            <p:cNvSpPr/>
            <p:nvPr/>
          </p:nvSpPr>
          <p:spPr>
            <a:xfrm>
              <a:off x="3024807" y="3277791"/>
              <a:ext cx="650684" cy="200088"/>
            </a:xfrm>
            <a:custGeom>
              <a:rect b="b" l="l" r="r" t="t"/>
              <a:pathLst>
                <a:path extrusionOk="0" h="200088" w="650684">
                  <a:moveTo>
                    <a:pt x="650685" y="133350"/>
                  </a:moveTo>
                  <a:cubicBezTo>
                    <a:pt x="650685" y="170180"/>
                    <a:pt x="505016" y="200088"/>
                    <a:pt x="325310" y="200088"/>
                  </a:cubicBezTo>
                  <a:cubicBezTo>
                    <a:pt x="145605" y="200088"/>
                    <a:pt x="0" y="170180"/>
                    <a:pt x="0" y="133350"/>
                  </a:cubicBezTo>
                  <a:lnTo>
                    <a:pt x="0" y="0"/>
                  </a:lnTo>
                  <a:lnTo>
                    <a:pt x="650685" y="0"/>
                  </a:lnTo>
                  <a:lnTo>
                    <a:pt x="650685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61" name="Google Shape;361;p10"/>
            <p:cNvSpPr/>
            <p:nvPr/>
          </p:nvSpPr>
          <p:spPr>
            <a:xfrm>
              <a:off x="3022521" y="3275378"/>
              <a:ext cx="655256" cy="204787"/>
            </a:xfrm>
            <a:custGeom>
              <a:rect b="b" l="l" r="r" t="t"/>
              <a:pathLst>
                <a:path extrusionOk="0" h="204787" w="655256">
                  <a:moveTo>
                    <a:pt x="327596" y="204788"/>
                  </a:moveTo>
                  <a:cubicBezTo>
                    <a:pt x="143891" y="204788"/>
                    <a:pt x="0" y="174435"/>
                    <a:pt x="0" y="135763"/>
                  </a:cubicBezTo>
                  <a:lnTo>
                    <a:pt x="0" y="0"/>
                  </a:lnTo>
                  <a:lnTo>
                    <a:pt x="655257" y="0"/>
                  </a:lnTo>
                  <a:lnTo>
                    <a:pt x="655257" y="135763"/>
                  </a:lnTo>
                  <a:cubicBezTo>
                    <a:pt x="655257" y="174435"/>
                    <a:pt x="511366" y="204788"/>
                    <a:pt x="327596" y="204788"/>
                  </a:cubicBezTo>
                  <a:close/>
                  <a:moveTo>
                    <a:pt x="4572" y="4572"/>
                  </a:moveTo>
                  <a:lnTo>
                    <a:pt x="4572" y="135763"/>
                  </a:lnTo>
                  <a:cubicBezTo>
                    <a:pt x="4572" y="152082"/>
                    <a:pt x="38671" y="168466"/>
                    <a:pt x="98044" y="180657"/>
                  </a:cubicBezTo>
                  <a:cubicBezTo>
                    <a:pt x="159321" y="193357"/>
                    <a:pt x="240855" y="200152"/>
                    <a:pt x="327596" y="200152"/>
                  </a:cubicBezTo>
                  <a:cubicBezTo>
                    <a:pt x="414338" y="200152"/>
                    <a:pt x="495935" y="193230"/>
                    <a:pt x="557213" y="180657"/>
                  </a:cubicBezTo>
                  <a:cubicBezTo>
                    <a:pt x="616585" y="168466"/>
                    <a:pt x="650621" y="152082"/>
                    <a:pt x="650621" y="135763"/>
                  </a:cubicBezTo>
                  <a:lnTo>
                    <a:pt x="650621" y="4572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62" name="Google Shape;362;p10"/>
            <p:cNvSpPr/>
            <p:nvPr/>
          </p:nvSpPr>
          <p:spPr>
            <a:xfrm>
              <a:off x="3024807" y="3210925"/>
              <a:ext cx="650684" cy="133477"/>
            </a:xfrm>
            <a:custGeom>
              <a:rect b="b" l="l" r="r" t="t"/>
              <a:pathLst>
                <a:path extrusionOk="0" h="133477" w="650684">
                  <a:moveTo>
                    <a:pt x="650685" y="66739"/>
                  </a:moveTo>
                  <a:cubicBezTo>
                    <a:pt x="650685" y="103569"/>
                    <a:pt x="505016" y="133477"/>
                    <a:pt x="325310" y="133477"/>
                  </a:cubicBezTo>
                  <a:cubicBezTo>
                    <a:pt x="145605" y="133477"/>
                    <a:pt x="0" y="103569"/>
                    <a:pt x="0" y="66739"/>
                  </a:cubicBezTo>
                  <a:cubicBezTo>
                    <a:pt x="0" y="29909"/>
                    <a:pt x="145669" y="0"/>
                    <a:pt x="325310" y="0"/>
                  </a:cubicBezTo>
                  <a:cubicBezTo>
                    <a:pt x="504952" y="0"/>
                    <a:pt x="650685" y="29845"/>
                    <a:pt x="650685" y="667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63" name="Google Shape;363;p10"/>
            <p:cNvSpPr/>
            <p:nvPr/>
          </p:nvSpPr>
          <p:spPr>
            <a:xfrm>
              <a:off x="3022521" y="3208639"/>
              <a:ext cx="655256" cy="138049"/>
            </a:xfrm>
            <a:custGeom>
              <a:rect b="b" l="l" r="r" t="t"/>
              <a:pathLst>
                <a:path extrusionOk="0" h="138049" w="655256">
                  <a:moveTo>
                    <a:pt x="327596" y="138049"/>
                  </a:moveTo>
                  <a:cubicBezTo>
                    <a:pt x="143891" y="138049"/>
                    <a:pt x="0" y="107696"/>
                    <a:pt x="0" y="69025"/>
                  </a:cubicBezTo>
                  <a:cubicBezTo>
                    <a:pt x="0" y="30353"/>
                    <a:pt x="143891" y="0"/>
                    <a:pt x="327596" y="0"/>
                  </a:cubicBezTo>
                  <a:cubicBezTo>
                    <a:pt x="511302" y="0"/>
                    <a:pt x="655257" y="30290"/>
                    <a:pt x="655257" y="69025"/>
                  </a:cubicBezTo>
                  <a:cubicBezTo>
                    <a:pt x="655257" y="107760"/>
                    <a:pt x="511366" y="138049"/>
                    <a:pt x="327596" y="138049"/>
                  </a:cubicBezTo>
                  <a:close/>
                  <a:moveTo>
                    <a:pt x="327596" y="4699"/>
                  </a:moveTo>
                  <a:cubicBezTo>
                    <a:pt x="240855" y="4699"/>
                    <a:pt x="159321" y="11621"/>
                    <a:pt x="98044" y="24194"/>
                  </a:cubicBezTo>
                  <a:cubicBezTo>
                    <a:pt x="38671" y="36386"/>
                    <a:pt x="4572" y="52769"/>
                    <a:pt x="4572" y="69152"/>
                  </a:cubicBezTo>
                  <a:cubicBezTo>
                    <a:pt x="4572" y="85535"/>
                    <a:pt x="38671" y="101918"/>
                    <a:pt x="98044" y="114046"/>
                  </a:cubicBezTo>
                  <a:cubicBezTo>
                    <a:pt x="159321" y="126746"/>
                    <a:pt x="240855" y="133541"/>
                    <a:pt x="327596" y="133541"/>
                  </a:cubicBezTo>
                  <a:cubicBezTo>
                    <a:pt x="414338" y="133541"/>
                    <a:pt x="495935" y="126619"/>
                    <a:pt x="557213" y="114046"/>
                  </a:cubicBezTo>
                  <a:cubicBezTo>
                    <a:pt x="616585" y="101918"/>
                    <a:pt x="650621" y="85535"/>
                    <a:pt x="650621" y="69152"/>
                  </a:cubicBezTo>
                  <a:cubicBezTo>
                    <a:pt x="650621" y="52769"/>
                    <a:pt x="616585" y="36386"/>
                    <a:pt x="557213" y="24194"/>
                  </a:cubicBezTo>
                  <a:cubicBezTo>
                    <a:pt x="495935" y="11494"/>
                    <a:pt x="414401" y="4699"/>
                    <a:pt x="327596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64" name="Google Shape;364;p10"/>
            <p:cNvSpPr/>
            <p:nvPr/>
          </p:nvSpPr>
          <p:spPr>
            <a:xfrm>
              <a:off x="3024807" y="3110659"/>
              <a:ext cx="650684" cy="200088"/>
            </a:xfrm>
            <a:custGeom>
              <a:rect b="b" l="l" r="r" t="t"/>
              <a:pathLst>
                <a:path extrusionOk="0" h="200088" w="650684">
                  <a:moveTo>
                    <a:pt x="650685" y="133350"/>
                  </a:moveTo>
                  <a:cubicBezTo>
                    <a:pt x="650685" y="170243"/>
                    <a:pt x="505016" y="200088"/>
                    <a:pt x="325310" y="200088"/>
                  </a:cubicBezTo>
                  <a:cubicBezTo>
                    <a:pt x="145605" y="200088"/>
                    <a:pt x="0" y="170243"/>
                    <a:pt x="0" y="133350"/>
                  </a:cubicBezTo>
                  <a:lnTo>
                    <a:pt x="0" y="0"/>
                  </a:lnTo>
                  <a:lnTo>
                    <a:pt x="650685" y="0"/>
                  </a:lnTo>
                  <a:lnTo>
                    <a:pt x="650685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65" name="Google Shape;365;p10"/>
            <p:cNvSpPr/>
            <p:nvPr/>
          </p:nvSpPr>
          <p:spPr>
            <a:xfrm>
              <a:off x="3022521" y="3108500"/>
              <a:ext cx="655256" cy="204787"/>
            </a:xfrm>
            <a:custGeom>
              <a:rect b="b" l="l" r="r" t="t"/>
              <a:pathLst>
                <a:path extrusionOk="0" h="204787" w="655256">
                  <a:moveTo>
                    <a:pt x="327596" y="204788"/>
                  </a:moveTo>
                  <a:cubicBezTo>
                    <a:pt x="143891" y="204788"/>
                    <a:pt x="0" y="174498"/>
                    <a:pt x="0" y="135763"/>
                  </a:cubicBezTo>
                  <a:lnTo>
                    <a:pt x="0" y="0"/>
                  </a:lnTo>
                  <a:lnTo>
                    <a:pt x="655257" y="0"/>
                  </a:lnTo>
                  <a:lnTo>
                    <a:pt x="655257" y="135509"/>
                  </a:lnTo>
                  <a:cubicBezTo>
                    <a:pt x="655257" y="174244"/>
                    <a:pt x="511366" y="204533"/>
                    <a:pt x="327596" y="204533"/>
                  </a:cubicBezTo>
                  <a:close/>
                  <a:moveTo>
                    <a:pt x="4572" y="4635"/>
                  </a:moveTo>
                  <a:lnTo>
                    <a:pt x="4572" y="135509"/>
                  </a:lnTo>
                  <a:cubicBezTo>
                    <a:pt x="4572" y="151892"/>
                    <a:pt x="38671" y="168275"/>
                    <a:pt x="98044" y="180467"/>
                  </a:cubicBezTo>
                  <a:cubicBezTo>
                    <a:pt x="159321" y="193167"/>
                    <a:pt x="240855" y="199961"/>
                    <a:pt x="327596" y="199961"/>
                  </a:cubicBezTo>
                  <a:cubicBezTo>
                    <a:pt x="414338" y="199961"/>
                    <a:pt x="495935" y="193040"/>
                    <a:pt x="557213" y="180467"/>
                  </a:cubicBezTo>
                  <a:cubicBezTo>
                    <a:pt x="616585" y="168275"/>
                    <a:pt x="650621" y="151892"/>
                    <a:pt x="650621" y="135509"/>
                  </a:cubicBezTo>
                  <a:lnTo>
                    <a:pt x="650621" y="4635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3024807" y="3043984"/>
              <a:ext cx="650684" cy="133413"/>
            </a:xfrm>
            <a:custGeom>
              <a:rect b="b" l="l" r="r" t="t"/>
              <a:pathLst>
                <a:path extrusionOk="0" h="133413" w="650684">
                  <a:moveTo>
                    <a:pt x="650685" y="66675"/>
                  </a:moveTo>
                  <a:cubicBezTo>
                    <a:pt x="650685" y="103568"/>
                    <a:pt x="505016" y="133413"/>
                    <a:pt x="325310" y="133413"/>
                  </a:cubicBezTo>
                  <a:cubicBezTo>
                    <a:pt x="145605" y="133413"/>
                    <a:pt x="0" y="103568"/>
                    <a:pt x="0" y="66675"/>
                  </a:cubicBezTo>
                  <a:cubicBezTo>
                    <a:pt x="0" y="29782"/>
                    <a:pt x="145669" y="0"/>
                    <a:pt x="325310" y="0"/>
                  </a:cubicBezTo>
                  <a:cubicBezTo>
                    <a:pt x="504952" y="0"/>
                    <a:pt x="650685" y="29845"/>
                    <a:pt x="650685" y="666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67" name="Google Shape;367;p10"/>
            <p:cNvSpPr/>
            <p:nvPr/>
          </p:nvSpPr>
          <p:spPr>
            <a:xfrm>
              <a:off x="3022521" y="3041761"/>
              <a:ext cx="655256" cy="138112"/>
            </a:xfrm>
            <a:custGeom>
              <a:rect b="b" l="l" r="r" t="t"/>
              <a:pathLst>
                <a:path extrusionOk="0" h="138112" w="655256">
                  <a:moveTo>
                    <a:pt x="327596" y="138113"/>
                  </a:moveTo>
                  <a:cubicBezTo>
                    <a:pt x="143891" y="138113"/>
                    <a:pt x="0" y="107760"/>
                    <a:pt x="0" y="69088"/>
                  </a:cubicBezTo>
                  <a:cubicBezTo>
                    <a:pt x="0" y="30417"/>
                    <a:pt x="143891" y="0"/>
                    <a:pt x="327596" y="0"/>
                  </a:cubicBezTo>
                  <a:cubicBezTo>
                    <a:pt x="511302" y="0"/>
                    <a:pt x="655257" y="30353"/>
                    <a:pt x="655257" y="69088"/>
                  </a:cubicBezTo>
                  <a:cubicBezTo>
                    <a:pt x="655257" y="107823"/>
                    <a:pt x="511366" y="138113"/>
                    <a:pt x="327596" y="138113"/>
                  </a:cubicBezTo>
                  <a:close/>
                  <a:moveTo>
                    <a:pt x="327596" y="4763"/>
                  </a:moveTo>
                  <a:cubicBezTo>
                    <a:pt x="240855" y="4763"/>
                    <a:pt x="159321" y="11684"/>
                    <a:pt x="98044" y="24257"/>
                  </a:cubicBezTo>
                  <a:cubicBezTo>
                    <a:pt x="38671" y="36449"/>
                    <a:pt x="4572" y="52832"/>
                    <a:pt x="4572" y="69215"/>
                  </a:cubicBezTo>
                  <a:cubicBezTo>
                    <a:pt x="4572" y="85598"/>
                    <a:pt x="38671" y="101918"/>
                    <a:pt x="98044" y="114110"/>
                  </a:cubicBezTo>
                  <a:cubicBezTo>
                    <a:pt x="159321" y="126810"/>
                    <a:pt x="240855" y="133604"/>
                    <a:pt x="327596" y="133604"/>
                  </a:cubicBezTo>
                  <a:cubicBezTo>
                    <a:pt x="414338" y="133604"/>
                    <a:pt x="495935" y="126683"/>
                    <a:pt x="557213" y="114110"/>
                  </a:cubicBezTo>
                  <a:cubicBezTo>
                    <a:pt x="616585" y="101918"/>
                    <a:pt x="650621" y="85535"/>
                    <a:pt x="650621" y="69215"/>
                  </a:cubicBezTo>
                  <a:cubicBezTo>
                    <a:pt x="650621" y="52896"/>
                    <a:pt x="616776" y="36322"/>
                    <a:pt x="557213" y="24448"/>
                  </a:cubicBezTo>
                  <a:cubicBezTo>
                    <a:pt x="495935" y="11748"/>
                    <a:pt x="414401" y="4953"/>
                    <a:pt x="327596" y="4953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68" name="Google Shape;368;p10"/>
            <p:cNvSpPr/>
            <p:nvPr/>
          </p:nvSpPr>
          <p:spPr>
            <a:xfrm>
              <a:off x="3325098" y="3210608"/>
              <a:ext cx="66802" cy="66801"/>
            </a:xfrm>
            <a:custGeom>
              <a:rect b="b" l="l" r="r" t="t"/>
              <a:pathLst>
                <a:path extrusionOk="0" h="66801" w="66802">
                  <a:moveTo>
                    <a:pt x="0" y="33401"/>
                  </a:moveTo>
                  <a:cubicBezTo>
                    <a:pt x="0" y="14954"/>
                    <a:pt x="14954" y="0"/>
                    <a:pt x="33401" y="0"/>
                  </a:cubicBezTo>
                  <a:cubicBezTo>
                    <a:pt x="51848" y="0"/>
                    <a:pt x="66802" y="14954"/>
                    <a:pt x="66802" y="33401"/>
                  </a:cubicBezTo>
                  <a:cubicBezTo>
                    <a:pt x="66802" y="51848"/>
                    <a:pt x="51848" y="66802"/>
                    <a:pt x="33401" y="66802"/>
                  </a:cubicBezTo>
                  <a:cubicBezTo>
                    <a:pt x="14954" y="66802"/>
                    <a:pt x="0" y="51848"/>
                    <a:pt x="0" y="334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69" name="Google Shape;369;p10"/>
            <p:cNvSpPr/>
            <p:nvPr/>
          </p:nvSpPr>
          <p:spPr>
            <a:xfrm>
              <a:off x="3322813" y="3208575"/>
              <a:ext cx="71373" cy="71374"/>
            </a:xfrm>
            <a:custGeom>
              <a:rect b="b" l="l" r="r" t="t"/>
              <a:pathLst>
                <a:path extrusionOk="0" h="71374" w="71373">
                  <a:moveTo>
                    <a:pt x="35687" y="71374"/>
                  </a:moveTo>
                  <a:cubicBezTo>
                    <a:pt x="15977" y="71374"/>
                    <a:pt x="0" y="55397"/>
                    <a:pt x="0" y="35687"/>
                  </a:cubicBezTo>
                  <a:cubicBezTo>
                    <a:pt x="0" y="15977"/>
                    <a:pt x="15977" y="0"/>
                    <a:pt x="35687" y="0"/>
                  </a:cubicBezTo>
                  <a:cubicBezTo>
                    <a:pt x="55296" y="0"/>
                    <a:pt x="71234" y="15824"/>
                    <a:pt x="71374" y="35433"/>
                  </a:cubicBezTo>
                  <a:cubicBezTo>
                    <a:pt x="71374" y="55143"/>
                    <a:pt x="55397" y="71120"/>
                    <a:pt x="35687" y="71120"/>
                  </a:cubicBezTo>
                  <a:close/>
                  <a:moveTo>
                    <a:pt x="35687" y="4635"/>
                  </a:moveTo>
                  <a:cubicBezTo>
                    <a:pt x="18504" y="4597"/>
                    <a:pt x="4547" y="18504"/>
                    <a:pt x="4508" y="35687"/>
                  </a:cubicBezTo>
                  <a:cubicBezTo>
                    <a:pt x="4477" y="52870"/>
                    <a:pt x="18377" y="66827"/>
                    <a:pt x="35560" y="66865"/>
                  </a:cubicBezTo>
                  <a:cubicBezTo>
                    <a:pt x="52743" y="66897"/>
                    <a:pt x="66700" y="52997"/>
                    <a:pt x="66739" y="35814"/>
                  </a:cubicBezTo>
                  <a:cubicBezTo>
                    <a:pt x="66739" y="35770"/>
                    <a:pt x="66739" y="35731"/>
                    <a:pt x="66739" y="35687"/>
                  </a:cubicBezTo>
                  <a:cubicBezTo>
                    <a:pt x="66707" y="18555"/>
                    <a:pt x="52819" y="4667"/>
                    <a:pt x="35687" y="4635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70" name="Google Shape;370;p10"/>
            <p:cNvSpPr/>
            <p:nvPr/>
          </p:nvSpPr>
          <p:spPr>
            <a:xfrm>
              <a:off x="3325098" y="3377676"/>
              <a:ext cx="66802" cy="66802"/>
            </a:xfrm>
            <a:custGeom>
              <a:rect b="b" l="l" r="r" t="t"/>
              <a:pathLst>
                <a:path extrusionOk="0" h="66802" w="66802">
                  <a:moveTo>
                    <a:pt x="0" y="33465"/>
                  </a:moveTo>
                  <a:cubicBezTo>
                    <a:pt x="-38" y="15018"/>
                    <a:pt x="14891" y="38"/>
                    <a:pt x="33338" y="0"/>
                  </a:cubicBezTo>
                  <a:cubicBezTo>
                    <a:pt x="51784" y="-38"/>
                    <a:pt x="66764" y="14891"/>
                    <a:pt x="66802" y="33338"/>
                  </a:cubicBezTo>
                  <a:cubicBezTo>
                    <a:pt x="66840" y="51784"/>
                    <a:pt x="51911" y="66764"/>
                    <a:pt x="33465" y="66802"/>
                  </a:cubicBezTo>
                  <a:cubicBezTo>
                    <a:pt x="33446" y="66802"/>
                    <a:pt x="33420" y="66802"/>
                    <a:pt x="33401" y="66802"/>
                  </a:cubicBezTo>
                  <a:cubicBezTo>
                    <a:pt x="14980" y="66802"/>
                    <a:pt x="38" y="51886"/>
                    <a:pt x="0" y="3346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71" name="Google Shape;371;p10"/>
            <p:cNvSpPr/>
            <p:nvPr/>
          </p:nvSpPr>
          <p:spPr>
            <a:xfrm>
              <a:off x="3322813" y="3375390"/>
              <a:ext cx="71373" cy="71373"/>
            </a:xfrm>
            <a:custGeom>
              <a:rect b="b" l="l" r="r" t="t"/>
              <a:pathLst>
                <a:path extrusionOk="0" h="71373" w="71373">
                  <a:moveTo>
                    <a:pt x="35687" y="71374"/>
                  </a:moveTo>
                  <a:cubicBezTo>
                    <a:pt x="15977" y="71374"/>
                    <a:pt x="0" y="55397"/>
                    <a:pt x="0" y="35687"/>
                  </a:cubicBezTo>
                  <a:cubicBezTo>
                    <a:pt x="0" y="15977"/>
                    <a:pt x="15977" y="0"/>
                    <a:pt x="35687" y="0"/>
                  </a:cubicBezTo>
                  <a:cubicBezTo>
                    <a:pt x="55397" y="0"/>
                    <a:pt x="71374" y="15977"/>
                    <a:pt x="71374" y="35687"/>
                  </a:cubicBezTo>
                  <a:cubicBezTo>
                    <a:pt x="71374" y="35706"/>
                    <a:pt x="71374" y="35731"/>
                    <a:pt x="71374" y="35751"/>
                  </a:cubicBezTo>
                  <a:cubicBezTo>
                    <a:pt x="71336" y="55435"/>
                    <a:pt x="55372" y="71374"/>
                    <a:pt x="35687" y="71374"/>
                  </a:cubicBezTo>
                  <a:close/>
                  <a:moveTo>
                    <a:pt x="35687" y="4635"/>
                  </a:moveTo>
                  <a:cubicBezTo>
                    <a:pt x="18504" y="4597"/>
                    <a:pt x="4547" y="18504"/>
                    <a:pt x="4508" y="35687"/>
                  </a:cubicBezTo>
                  <a:cubicBezTo>
                    <a:pt x="4470" y="52870"/>
                    <a:pt x="18377" y="66827"/>
                    <a:pt x="35560" y="66865"/>
                  </a:cubicBezTo>
                  <a:cubicBezTo>
                    <a:pt x="52743" y="66897"/>
                    <a:pt x="66700" y="52997"/>
                    <a:pt x="66739" y="35814"/>
                  </a:cubicBezTo>
                  <a:cubicBezTo>
                    <a:pt x="66739" y="35795"/>
                    <a:pt x="66739" y="35770"/>
                    <a:pt x="66739" y="35751"/>
                  </a:cubicBezTo>
                  <a:cubicBezTo>
                    <a:pt x="66739" y="18593"/>
                    <a:pt x="52845" y="4674"/>
                    <a:pt x="35687" y="4635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72" name="Google Shape;372;p10"/>
            <p:cNvSpPr/>
            <p:nvPr/>
          </p:nvSpPr>
          <p:spPr>
            <a:xfrm>
              <a:off x="3325098" y="3544490"/>
              <a:ext cx="66802" cy="66802"/>
            </a:xfrm>
            <a:custGeom>
              <a:rect b="b" l="l" r="r" t="t"/>
              <a:pathLst>
                <a:path extrusionOk="0" h="66802" w="66802">
                  <a:moveTo>
                    <a:pt x="0" y="33465"/>
                  </a:moveTo>
                  <a:cubicBezTo>
                    <a:pt x="-38" y="15018"/>
                    <a:pt x="14891" y="38"/>
                    <a:pt x="33338" y="0"/>
                  </a:cubicBezTo>
                  <a:cubicBezTo>
                    <a:pt x="51784" y="-38"/>
                    <a:pt x="66764" y="14891"/>
                    <a:pt x="66802" y="33338"/>
                  </a:cubicBezTo>
                  <a:cubicBezTo>
                    <a:pt x="66840" y="51784"/>
                    <a:pt x="51911" y="66764"/>
                    <a:pt x="33465" y="66802"/>
                  </a:cubicBezTo>
                  <a:cubicBezTo>
                    <a:pt x="33446" y="66802"/>
                    <a:pt x="33420" y="66802"/>
                    <a:pt x="33401" y="66802"/>
                  </a:cubicBezTo>
                  <a:cubicBezTo>
                    <a:pt x="14993" y="66770"/>
                    <a:pt x="70" y="51873"/>
                    <a:pt x="0" y="3346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73" name="Google Shape;373;p10"/>
            <p:cNvSpPr/>
            <p:nvPr/>
          </p:nvSpPr>
          <p:spPr>
            <a:xfrm>
              <a:off x="3322813" y="3542268"/>
              <a:ext cx="71373" cy="71373"/>
            </a:xfrm>
            <a:custGeom>
              <a:rect b="b" l="l" r="r" t="t"/>
              <a:pathLst>
                <a:path extrusionOk="0" h="71373" w="71373">
                  <a:moveTo>
                    <a:pt x="35687" y="71374"/>
                  </a:moveTo>
                  <a:cubicBezTo>
                    <a:pt x="15977" y="71374"/>
                    <a:pt x="0" y="55397"/>
                    <a:pt x="0" y="35687"/>
                  </a:cubicBezTo>
                  <a:cubicBezTo>
                    <a:pt x="0" y="15977"/>
                    <a:pt x="15977" y="0"/>
                    <a:pt x="35687" y="0"/>
                  </a:cubicBezTo>
                  <a:cubicBezTo>
                    <a:pt x="55397" y="0"/>
                    <a:pt x="71374" y="15977"/>
                    <a:pt x="71374" y="35687"/>
                  </a:cubicBezTo>
                  <a:cubicBezTo>
                    <a:pt x="71374" y="55397"/>
                    <a:pt x="55397" y="71374"/>
                    <a:pt x="35687" y="71374"/>
                  </a:cubicBezTo>
                  <a:close/>
                  <a:moveTo>
                    <a:pt x="35687" y="4636"/>
                  </a:moveTo>
                  <a:cubicBezTo>
                    <a:pt x="18536" y="4636"/>
                    <a:pt x="4636" y="18536"/>
                    <a:pt x="4636" y="35687"/>
                  </a:cubicBezTo>
                  <a:cubicBezTo>
                    <a:pt x="4636" y="52838"/>
                    <a:pt x="18536" y="66739"/>
                    <a:pt x="35687" y="66739"/>
                  </a:cubicBezTo>
                  <a:cubicBezTo>
                    <a:pt x="52838" y="66739"/>
                    <a:pt x="66739" y="52838"/>
                    <a:pt x="66739" y="35687"/>
                  </a:cubicBezTo>
                  <a:cubicBezTo>
                    <a:pt x="66739" y="18536"/>
                    <a:pt x="52838" y="4636"/>
                    <a:pt x="35687" y="4636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74" name="Google Shape;374;p10"/>
            <p:cNvSpPr/>
            <p:nvPr/>
          </p:nvSpPr>
          <p:spPr>
            <a:xfrm>
              <a:off x="6897672" y="2992548"/>
              <a:ext cx="389572" cy="390271"/>
            </a:xfrm>
            <a:custGeom>
              <a:rect b="b" l="l" r="r" t="t"/>
              <a:pathLst>
                <a:path extrusionOk="0" h="390271" w="389572">
                  <a:moveTo>
                    <a:pt x="206375" y="389954"/>
                  </a:moveTo>
                  <a:lnTo>
                    <a:pt x="183324" y="389954"/>
                  </a:lnTo>
                  <a:cubicBezTo>
                    <a:pt x="176530" y="389960"/>
                    <a:pt x="170497" y="385642"/>
                    <a:pt x="168339" y="379222"/>
                  </a:cubicBezTo>
                  <a:lnTo>
                    <a:pt x="157861" y="347472"/>
                  </a:lnTo>
                  <a:cubicBezTo>
                    <a:pt x="156655" y="344005"/>
                    <a:pt x="153860" y="341332"/>
                    <a:pt x="150368" y="340297"/>
                  </a:cubicBezTo>
                  <a:cubicBezTo>
                    <a:pt x="141160" y="337445"/>
                    <a:pt x="132270" y="333724"/>
                    <a:pt x="123761" y="329184"/>
                  </a:cubicBezTo>
                  <a:cubicBezTo>
                    <a:pt x="120459" y="327533"/>
                    <a:pt x="116649" y="327533"/>
                    <a:pt x="113347" y="329184"/>
                  </a:cubicBezTo>
                  <a:lnTo>
                    <a:pt x="83630" y="344043"/>
                  </a:lnTo>
                  <a:cubicBezTo>
                    <a:pt x="77597" y="347072"/>
                    <a:pt x="70294" y="345897"/>
                    <a:pt x="65468" y="341122"/>
                  </a:cubicBezTo>
                  <a:lnTo>
                    <a:pt x="48895" y="324549"/>
                  </a:lnTo>
                  <a:cubicBezTo>
                    <a:pt x="44069" y="319773"/>
                    <a:pt x="42926" y="312433"/>
                    <a:pt x="45974" y="306388"/>
                  </a:cubicBezTo>
                  <a:lnTo>
                    <a:pt x="60833" y="276606"/>
                  </a:lnTo>
                  <a:cubicBezTo>
                    <a:pt x="62484" y="273355"/>
                    <a:pt x="62484" y="269507"/>
                    <a:pt x="60833" y="266256"/>
                  </a:cubicBezTo>
                  <a:cubicBezTo>
                    <a:pt x="56261" y="257740"/>
                    <a:pt x="52578" y="248812"/>
                    <a:pt x="49720" y="239586"/>
                  </a:cubicBezTo>
                  <a:cubicBezTo>
                    <a:pt x="48641" y="236099"/>
                    <a:pt x="45974" y="233331"/>
                    <a:pt x="42545" y="232156"/>
                  </a:cubicBezTo>
                  <a:lnTo>
                    <a:pt x="10795" y="221679"/>
                  </a:lnTo>
                  <a:cubicBezTo>
                    <a:pt x="4381" y="219507"/>
                    <a:pt x="0" y="213481"/>
                    <a:pt x="0" y="206693"/>
                  </a:cubicBezTo>
                  <a:lnTo>
                    <a:pt x="0" y="183325"/>
                  </a:lnTo>
                  <a:cubicBezTo>
                    <a:pt x="0" y="176536"/>
                    <a:pt x="4381" y="170510"/>
                    <a:pt x="10795" y="168339"/>
                  </a:cubicBezTo>
                  <a:lnTo>
                    <a:pt x="42545" y="157861"/>
                  </a:lnTo>
                  <a:cubicBezTo>
                    <a:pt x="46038" y="156674"/>
                    <a:pt x="48705" y="153880"/>
                    <a:pt x="49720" y="150368"/>
                  </a:cubicBezTo>
                  <a:cubicBezTo>
                    <a:pt x="52578" y="141167"/>
                    <a:pt x="56324" y="132258"/>
                    <a:pt x="60833" y="123762"/>
                  </a:cubicBezTo>
                  <a:cubicBezTo>
                    <a:pt x="62484" y="120485"/>
                    <a:pt x="62484" y="116624"/>
                    <a:pt x="60833" y="113348"/>
                  </a:cubicBezTo>
                  <a:lnTo>
                    <a:pt x="45974" y="83630"/>
                  </a:lnTo>
                  <a:cubicBezTo>
                    <a:pt x="42926" y="77584"/>
                    <a:pt x="44069" y="70244"/>
                    <a:pt x="48895" y="65469"/>
                  </a:cubicBezTo>
                  <a:lnTo>
                    <a:pt x="65468" y="48895"/>
                  </a:lnTo>
                  <a:cubicBezTo>
                    <a:pt x="70231" y="44082"/>
                    <a:pt x="77597" y="42901"/>
                    <a:pt x="83630" y="45974"/>
                  </a:cubicBezTo>
                  <a:lnTo>
                    <a:pt x="113347" y="60833"/>
                  </a:lnTo>
                  <a:cubicBezTo>
                    <a:pt x="116649" y="62484"/>
                    <a:pt x="120459" y="62484"/>
                    <a:pt x="123761" y="60833"/>
                  </a:cubicBezTo>
                  <a:cubicBezTo>
                    <a:pt x="132270" y="56267"/>
                    <a:pt x="141160" y="52546"/>
                    <a:pt x="150368" y="49721"/>
                  </a:cubicBezTo>
                  <a:cubicBezTo>
                    <a:pt x="153860" y="48685"/>
                    <a:pt x="156655" y="46012"/>
                    <a:pt x="157861" y="42545"/>
                  </a:cubicBezTo>
                  <a:lnTo>
                    <a:pt x="168339" y="10795"/>
                  </a:lnTo>
                  <a:cubicBezTo>
                    <a:pt x="170497" y="4363"/>
                    <a:pt x="176530" y="25"/>
                    <a:pt x="183324" y="0"/>
                  </a:cubicBezTo>
                  <a:lnTo>
                    <a:pt x="206693" y="0"/>
                  </a:lnTo>
                  <a:cubicBezTo>
                    <a:pt x="213487" y="25"/>
                    <a:pt x="219519" y="4363"/>
                    <a:pt x="221679" y="10795"/>
                  </a:cubicBezTo>
                  <a:lnTo>
                    <a:pt x="232156" y="42545"/>
                  </a:lnTo>
                  <a:cubicBezTo>
                    <a:pt x="233363" y="45993"/>
                    <a:pt x="236093" y="48666"/>
                    <a:pt x="239585" y="49721"/>
                  </a:cubicBezTo>
                  <a:cubicBezTo>
                    <a:pt x="248666" y="52597"/>
                    <a:pt x="257493" y="56363"/>
                    <a:pt x="265874" y="60960"/>
                  </a:cubicBezTo>
                  <a:cubicBezTo>
                    <a:pt x="269113" y="62611"/>
                    <a:pt x="272986" y="62611"/>
                    <a:pt x="276225" y="60960"/>
                  </a:cubicBezTo>
                  <a:lnTo>
                    <a:pt x="306006" y="46101"/>
                  </a:lnTo>
                  <a:cubicBezTo>
                    <a:pt x="312039" y="43028"/>
                    <a:pt x="319405" y="44209"/>
                    <a:pt x="324168" y="49022"/>
                  </a:cubicBezTo>
                  <a:lnTo>
                    <a:pt x="340741" y="65596"/>
                  </a:lnTo>
                  <a:cubicBezTo>
                    <a:pt x="345504" y="70390"/>
                    <a:pt x="346710" y="77705"/>
                    <a:pt x="343662" y="83757"/>
                  </a:cubicBezTo>
                  <a:lnTo>
                    <a:pt x="328803" y="113475"/>
                  </a:lnTo>
                  <a:cubicBezTo>
                    <a:pt x="327152" y="116751"/>
                    <a:pt x="327152" y="120612"/>
                    <a:pt x="328803" y="123889"/>
                  </a:cubicBezTo>
                  <a:cubicBezTo>
                    <a:pt x="333311" y="132385"/>
                    <a:pt x="337058" y="141294"/>
                    <a:pt x="339916" y="150495"/>
                  </a:cubicBezTo>
                  <a:cubicBezTo>
                    <a:pt x="340931" y="154007"/>
                    <a:pt x="343598" y="156801"/>
                    <a:pt x="347091" y="157988"/>
                  </a:cubicBezTo>
                  <a:lnTo>
                    <a:pt x="378841" y="168466"/>
                  </a:lnTo>
                  <a:cubicBezTo>
                    <a:pt x="385255" y="170644"/>
                    <a:pt x="389572" y="176670"/>
                    <a:pt x="389572" y="183452"/>
                  </a:cubicBezTo>
                  <a:lnTo>
                    <a:pt x="389572" y="207010"/>
                  </a:lnTo>
                  <a:cubicBezTo>
                    <a:pt x="389572" y="213792"/>
                    <a:pt x="385255" y="219818"/>
                    <a:pt x="378841" y="221996"/>
                  </a:cubicBezTo>
                  <a:lnTo>
                    <a:pt x="347091" y="232474"/>
                  </a:lnTo>
                  <a:cubicBezTo>
                    <a:pt x="343662" y="233648"/>
                    <a:pt x="340995" y="236417"/>
                    <a:pt x="339916" y="239903"/>
                  </a:cubicBezTo>
                  <a:cubicBezTo>
                    <a:pt x="337058" y="249130"/>
                    <a:pt x="333375" y="258058"/>
                    <a:pt x="328803" y="266573"/>
                  </a:cubicBezTo>
                  <a:cubicBezTo>
                    <a:pt x="327152" y="269824"/>
                    <a:pt x="327152" y="273672"/>
                    <a:pt x="328803" y="276924"/>
                  </a:cubicBezTo>
                  <a:lnTo>
                    <a:pt x="343662" y="306705"/>
                  </a:lnTo>
                  <a:cubicBezTo>
                    <a:pt x="346710" y="312757"/>
                    <a:pt x="345504" y="320072"/>
                    <a:pt x="340741" y="324866"/>
                  </a:cubicBezTo>
                  <a:lnTo>
                    <a:pt x="324168" y="341440"/>
                  </a:lnTo>
                  <a:cubicBezTo>
                    <a:pt x="319342" y="346215"/>
                    <a:pt x="312039" y="347389"/>
                    <a:pt x="306006" y="344361"/>
                  </a:cubicBezTo>
                  <a:lnTo>
                    <a:pt x="276225" y="329502"/>
                  </a:lnTo>
                  <a:cubicBezTo>
                    <a:pt x="272986" y="327851"/>
                    <a:pt x="269113" y="327851"/>
                    <a:pt x="265874" y="329502"/>
                  </a:cubicBezTo>
                  <a:cubicBezTo>
                    <a:pt x="257366" y="334055"/>
                    <a:pt x="248412" y="337776"/>
                    <a:pt x="239205" y="340614"/>
                  </a:cubicBezTo>
                  <a:cubicBezTo>
                    <a:pt x="235712" y="341668"/>
                    <a:pt x="232981" y="344341"/>
                    <a:pt x="231775" y="347790"/>
                  </a:cubicBezTo>
                  <a:lnTo>
                    <a:pt x="221297" y="379540"/>
                  </a:lnTo>
                  <a:cubicBezTo>
                    <a:pt x="219139" y="385959"/>
                    <a:pt x="213106" y="390277"/>
                    <a:pt x="206311" y="390271"/>
                  </a:cubicBezTo>
                  <a:close/>
                  <a:moveTo>
                    <a:pt x="117983" y="323469"/>
                  </a:moveTo>
                  <a:cubicBezTo>
                    <a:pt x="120650" y="323475"/>
                    <a:pt x="123254" y="324129"/>
                    <a:pt x="125603" y="325374"/>
                  </a:cubicBezTo>
                  <a:cubicBezTo>
                    <a:pt x="133858" y="329762"/>
                    <a:pt x="142494" y="333356"/>
                    <a:pt x="151447" y="336106"/>
                  </a:cubicBezTo>
                  <a:cubicBezTo>
                    <a:pt x="156337" y="337617"/>
                    <a:pt x="160274" y="341395"/>
                    <a:pt x="161925" y="346266"/>
                  </a:cubicBezTo>
                  <a:lnTo>
                    <a:pt x="172403" y="378016"/>
                  </a:lnTo>
                  <a:cubicBezTo>
                    <a:pt x="173927" y="382581"/>
                    <a:pt x="178181" y="385661"/>
                    <a:pt x="183007" y="385636"/>
                  </a:cubicBezTo>
                  <a:lnTo>
                    <a:pt x="206375" y="385636"/>
                  </a:lnTo>
                  <a:cubicBezTo>
                    <a:pt x="211201" y="385661"/>
                    <a:pt x="215456" y="382581"/>
                    <a:pt x="216980" y="378016"/>
                  </a:cubicBezTo>
                  <a:lnTo>
                    <a:pt x="227457" y="346266"/>
                  </a:lnTo>
                  <a:cubicBezTo>
                    <a:pt x="229108" y="341395"/>
                    <a:pt x="233045" y="337617"/>
                    <a:pt x="237934" y="336106"/>
                  </a:cubicBezTo>
                  <a:cubicBezTo>
                    <a:pt x="246888" y="333350"/>
                    <a:pt x="255524" y="329762"/>
                    <a:pt x="263779" y="325374"/>
                  </a:cubicBezTo>
                  <a:cubicBezTo>
                    <a:pt x="268351" y="323025"/>
                    <a:pt x="273812" y="323025"/>
                    <a:pt x="278384" y="325374"/>
                  </a:cubicBezTo>
                  <a:lnTo>
                    <a:pt x="308102" y="340233"/>
                  </a:lnTo>
                  <a:cubicBezTo>
                    <a:pt x="312356" y="342310"/>
                    <a:pt x="317436" y="341465"/>
                    <a:pt x="320802" y="338138"/>
                  </a:cubicBezTo>
                  <a:lnTo>
                    <a:pt x="337312" y="321628"/>
                  </a:lnTo>
                  <a:cubicBezTo>
                    <a:pt x="340614" y="318268"/>
                    <a:pt x="341503" y="313176"/>
                    <a:pt x="339407" y="308928"/>
                  </a:cubicBezTo>
                  <a:lnTo>
                    <a:pt x="324548" y="279210"/>
                  </a:lnTo>
                  <a:cubicBezTo>
                    <a:pt x="322199" y="274625"/>
                    <a:pt x="322199" y="269189"/>
                    <a:pt x="324548" y="264605"/>
                  </a:cubicBezTo>
                  <a:cubicBezTo>
                    <a:pt x="328930" y="256362"/>
                    <a:pt x="332549" y="247707"/>
                    <a:pt x="335280" y="238760"/>
                  </a:cubicBezTo>
                  <a:cubicBezTo>
                    <a:pt x="336804" y="233839"/>
                    <a:pt x="340551" y="229946"/>
                    <a:pt x="345440" y="228283"/>
                  </a:cubicBezTo>
                  <a:lnTo>
                    <a:pt x="377190" y="217805"/>
                  </a:lnTo>
                  <a:cubicBezTo>
                    <a:pt x="381762" y="216294"/>
                    <a:pt x="384810" y="212014"/>
                    <a:pt x="384810" y="207201"/>
                  </a:cubicBezTo>
                  <a:lnTo>
                    <a:pt x="384810" y="183833"/>
                  </a:lnTo>
                  <a:cubicBezTo>
                    <a:pt x="384810" y="179019"/>
                    <a:pt x="381762" y="174739"/>
                    <a:pt x="377190" y="173228"/>
                  </a:cubicBezTo>
                  <a:lnTo>
                    <a:pt x="345440" y="162751"/>
                  </a:lnTo>
                  <a:cubicBezTo>
                    <a:pt x="340551" y="161087"/>
                    <a:pt x="336804" y="157188"/>
                    <a:pt x="335280" y="152273"/>
                  </a:cubicBezTo>
                  <a:cubicBezTo>
                    <a:pt x="332549" y="143326"/>
                    <a:pt x="328930" y="134671"/>
                    <a:pt x="324548" y="126429"/>
                  </a:cubicBezTo>
                  <a:cubicBezTo>
                    <a:pt x="322199" y="121844"/>
                    <a:pt x="322199" y="116408"/>
                    <a:pt x="324548" y="111824"/>
                  </a:cubicBezTo>
                  <a:lnTo>
                    <a:pt x="339407" y="82106"/>
                  </a:lnTo>
                  <a:cubicBezTo>
                    <a:pt x="341503" y="77857"/>
                    <a:pt x="340614" y="72765"/>
                    <a:pt x="337312" y="69406"/>
                  </a:cubicBezTo>
                  <a:lnTo>
                    <a:pt x="320802" y="52832"/>
                  </a:lnTo>
                  <a:cubicBezTo>
                    <a:pt x="317436" y="49555"/>
                    <a:pt x="312356" y="48724"/>
                    <a:pt x="308102" y="50737"/>
                  </a:cubicBezTo>
                  <a:lnTo>
                    <a:pt x="278384" y="65659"/>
                  </a:lnTo>
                  <a:cubicBezTo>
                    <a:pt x="273812" y="68009"/>
                    <a:pt x="268351" y="68009"/>
                    <a:pt x="263779" y="65659"/>
                  </a:cubicBezTo>
                  <a:cubicBezTo>
                    <a:pt x="255524" y="61271"/>
                    <a:pt x="246888" y="57677"/>
                    <a:pt x="237934" y="54928"/>
                  </a:cubicBezTo>
                  <a:cubicBezTo>
                    <a:pt x="233045" y="53454"/>
                    <a:pt x="229108" y="49695"/>
                    <a:pt x="227457" y="44831"/>
                  </a:cubicBezTo>
                  <a:lnTo>
                    <a:pt x="216980" y="13081"/>
                  </a:lnTo>
                  <a:cubicBezTo>
                    <a:pt x="215456" y="8515"/>
                    <a:pt x="211201" y="5436"/>
                    <a:pt x="206375" y="5461"/>
                  </a:cubicBezTo>
                  <a:lnTo>
                    <a:pt x="183324" y="5461"/>
                  </a:lnTo>
                  <a:cubicBezTo>
                    <a:pt x="178498" y="5436"/>
                    <a:pt x="174244" y="8515"/>
                    <a:pt x="172720" y="13081"/>
                  </a:cubicBezTo>
                  <a:lnTo>
                    <a:pt x="162243" y="44831"/>
                  </a:lnTo>
                  <a:cubicBezTo>
                    <a:pt x="160592" y="49695"/>
                    <a:pt x="156655" y="53454"/>
                    <a:pt x="151765" y="54928"/>
                  </a:cubicBezTo>
                  <a:cubicBezTo>
                    <a:pt x="142811" y="57677"/>
                    <a:pt x="134176" y="61271"/>
                    <a:pt x="125920" y="65659"/>
                  </a:cubicBezTo>
                  <a:cubicBezTo>
                    <a:pt x="121348" y="68009"/>
                    <a:pt x="115888" y="68009"/>
                    <a:pt x="111316" y="65659"/>
                  </a:cubicBezTo>
                  <a:lnTo>
                    <a:pt x="81597" y="50737"/>
                  </a:lnTo>
                  <a:cubicBezTo>
                    <a:pt x="77343" y="48724"/>
                    <a:pt x="72263" y="49555"/>
                    <a:pt x="68897" y="52832"/>
                  </a:cubicBezTo>
                  <a:lnTo>
                    <a:pt x="52324" y="69406"/>
                  </a:lnTo>
                  <a:cubicBezTo>
                    <a:pt x="49022" y="72790"/>
                    <a:pt x="48196" y="77851"/>
                    <a:pt x="50229" y="82106"/>
                  </a:cubicBezTo>
                  <a:lnTo>
                    <a:pt x="65151" y="111824"/>
                  </a:lnTo>
                  <a:cubicBezTo>
                    <a:pt x="67501" y="116415"/>
                    <a:pt x="67501" y="121838"/>
                    <a:pt x="65151" y="126429"/>
                  </a:cubicBezTo>
                  <a:cubicBezTo>
                    <a:pt x="60706" y="134658"/>
                    <a:pt x="57086" y="143320"/>
                    <a:pt x="54419" y="152273"/>
                  </a:cubicBezTo>
                  <a:cubicBezTo>
                    <a:pt x="52705" y="157264"/>
                    <a:pt x="48705" y="161112"/>
                    <a:pt x="43624" y="162560"/>
                  </a:cubicBezTo>
                  <a:lnTo>
                    <a:pt x="11874" y="173038"/>
                  </a:lnTo>
                  <a:cubicBezTo>
                    <a:pt x="7303" y="174549"/>
                    <a:pt x="4255" y="178829"/>
                    <a:pt x="4255" y="183642"/>
                  </a:cubicBezTo>
                  <a:lnTo>
                    <a:pt x="4255" y="207010"/>
                  </a:lnTo>
                  <a:cubicBezTo>
                    <a:pt x="4255" y="211823"/>
                    <a:pt x="7303" y="216103"/>
                    <a:pt x="11874" y="217615"/>
                  </a:cubicBezTo>
                  <a:lnTo>
                    <a:pt x="43624" y="228092"/>
                  </a:lnTo>
                  <a:cubicBezTo>
                    <a:pt x="48514" y="229756"/>
                    <a:pt x="52260" y="233655"/>
                    <a:pt x="53784" y="238570"/>
                  </a:cubicBezTo>
                  <a:cubicBezTo>
                    <a:pt x="56452" y="247523"/>
                    <a:pt x="60071" y="256184"/>
                    <a:pt x="64516" y="264414"/>
                  </a:cubicBezTo>
                  <a:cubicBezTo>
                    <a:pt x="66866" y="269005"/>
                    <a:pt x="66866" y="274428"/>
                    <a:pt x="64516" y="279019"/>
                  </a:cubicBezTo>
                  <a:lnTo>
                    <a:pt x="49974" y="308610"/>
                  </a:lnTo>
                  <a:cubicBezTo>
                    <a:pt x="47943" y="312865"/>
                    <a:pt x="48768" y="317925"/>
                    <a:pt x="52070" y="321310"/>
                  </a:cubicBezTo>
                  <a:lnTo>
                    <a:pt x="68643" y="337820"/>
                  </a:lnTo>
                  <a:cubicBezTo>
                    <a:pt x="72009" y="341147"/>
                    <a:pt x="77089" y="341992"/>
                    <a:pt x="81343" y="339916"/>
                  </a:cubicBezTo>
                  <a:lnTo>
                    <a:pt x="111061" y="325057"/>
                  </a:lnTo>
                  <a:cubicBezTo>
                    <a:pt x="113220" y="323977"/>
                    <a:pt x="115633" y="323418"/>
                    <a:pt x="118046" y="323406"/>
                  </a:cubicBezTo>
                  <a:close/>
                  <a:moveTo>
                    <a:pt x="194691" y="304419"/>
                  </a:moveTo>
                  <a:cubicBezTo>
                    <a:pt x="134303" y="304457"/>
                    <a:pt x="85344" y="255524"/>
                    <a:pt x="85281" y="195136"/>
                  </a:cubicBezTo>
                  <a:cubicBezTo>
                    <a:pt x="85217" y="134747"/>
                    <a:pt x="134176" y="85763"/>
                    <a:pt x="194564" y="85725"/>
                  </a:cubicBezTo>
                  <a:cubicBezTo>
                    <a:pt x="254953" y="85687"/>
                    <a:pt x="303911" y="134620"/>
                    <a:pt x="303974" y="195009"/>
                  </a:cubicBezTo>
                  <a:cubicBezTo>
                    <a:pt x="303974" y="195028"/>
                    <a:pt x="303974" y="195053"/>
                    <a:pt x="303974" y="195072"/>
                  </a:cubicBezTo>
                  <a:cubicBezTo>
                    <a:pt x="303911" y="255397"/>
                    <a:pt x="255016" y="304286"/>
                    <a:pt x="194691" y="304356"/>
                  </a:cubicBezTo>
                  <a:close/>
                  <a:moveTo>
                    <a:pt x="194691" y="90424"/>
                  </a:moveTo>
                  <a:cubicBezTo>
                    <a:pt x="136843" y="90424"/>
                    <a:pt x="89980" y="137306"/>
                    <a:pt x="89980" y="195136"/>
                  </a:cubicBezTo>
                  <a:cubicBezTo>
                    <a:pt x="89980" y="252965"/>
                    <a:pt x="136843" y="299847"/>
                    <a:pt x="194691" y="299847"/>
                  </a:cubicBezTo>
                  <a:cubicBezTo>
                    <a:pt x="252540" y="299847"/>
                    <a:pt x="299403" y="252965"/>
                    <a:pt x="299403" y="195136"/>
                  </a:cubicBezTo>
                  <a:cubicBezTo>
                    <a:pt x="299339" y="137331"/>
                    <a:pt x="252476" y="90494"/>
                    <a:pt x="194691" y="90424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75" name="Google Shape;375;p10"/>
            <p:cNvSpPr/>
            <p:nvPr/>
          </p:nvSpPr>
          <p:spPr>
            <a:xfrm>
              <a:off x="7006765" y="3102022"/>
              <a:ext cx="171195" cy="171196"/>
            </a:xfrm>
            <a:custGeom>
              <a:rect b="b" l="l" r="r" t="t"/>
              <a:pathLst>
                <a:path extrusionOk="0" h="171196" w="171195">
                  <a:moveTo>
                    <a:pt x="0" y="85598"/>
                  </a:moveTo>
                  <a:cubicBezTo>
                    <a:pt x="0" y="38322"/>
                    <a:pt x="38353" y="0"/>
                    <a:pt x="85598" y="0"/>
                  </a:cubicBezTo>
                  <a:cubicBezTo>
                    <a:pt x="132842" y="0"/>
                    <a:pt x="171196" y="38322"/>
                    <a:pt x="171196" y="85598"/>
                  </a:cubicBezTo>
                  <a:cubicBezTo>
                    <a:pt x="171196" y="132874"/>
                    <a:pt x="132842" y="171196"/>
                    <a:pt x="85598" y="171196"/>
                  </a:cubicBezTo>
                  <a:cubicBezTo>
                    <a:pt x="38353" y="171234"/>
                    <a:pt x="63" y="132963"/>
                    <a:pt x="0" y="85725"/>
                  </a:cubicBezTo>
                  <a:cubicBezTo>
                    <a:pt x="0" y="85681"/>
                    <a:pt x="0" y="85642"/>
                    <a:pt x="0" y="85598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76" name="Google Shape;376;p10"/>
            <p:cNvSpPr/>
            <p:nvPr/>
          </p:nvSpPr>
          <p:spPr>
            <a:xfrm>
              <a:off x="7004479" y="3099991"/>
              <a:ext cx="175768" cy="175767"/>
            </a:xfrm>
            <a:custGeom>
              <a:rect b="b" l="l" r="r" t="t"/>
              <a:pathLst>
                <a:path extrusionOk="0" h="175767" w="175768">
                  <a:moveTo>
                    <a:pt x="87885" y="175768"/>
                  </a:moveTo>
                  <a:cubicBezTo>
                    <a:pt x="39370" y="175768"/>
                    <a:pt x="0" y="136423"/>
                    <a:pt x="0" y="87884"/>
                  </a:cubicBezTo>
                  <a:cubicBezTo>
                    <a:pt x="0" y="39345"/>
                    <a:pt x="39370" y="0"/>
                    <a:pt x="87885" y="0"/>
                  </a:cubicBezTo>
                  <a:cubicBezTo>
                    <a:pt x="136399" y="0"/>
                    <a:pt x="175768" y="39345"/>
                    <a:pt x="175768" y="87884"/>
                  </a:cubicBezTo>
                  <a:cubicBezTo>
                    <a:pt x="175705" y="136392"/>
                    <a:pt x="136399" y="175698"/>
                    <a:pt x="87885" y="175768"/>
                  </a:cubicBezTo>
                  <a:close/>
                  <a:moveTo>
                    <a:pt x="87885" y="4318"/>
                  </a:moveTo>
                  <a:cubicBezTo>
                    <a:pt x="41847" y="4318"/>
                    <a:pt x="4573" y="41618"/>
                    <a:pt x="4573" y="87630"/>
                  </a:cubicBezTo>
                  <a:cubicBezTo>
                    <a:pt x="4573" y="133642"/>
                    <a:pt x="41847" y="170942"/>
                    <a:pt x="87885" y="170942"/>
                  </a:cubicBezTo>
                  <a:cubicBezTo>
                    <a:pt x="133922" y="170942"/>
                    <a:pt x="171197" y="133642"/>
                    <a:pt x="171197" y="87630"/>
                  </a:cubicBezTo>
                  <a:cubicBezTo>
                    <a:pt x="171133" y="41631"/>
                    <a:pt x="133859" y="4356"/>
                    <a:pt x="87885" y="4318"/>
                  </a:cubicBezTo>
                  <a:close/>
                </a:path>
              </a:pathLst>
            </a:custGeom>
            <a:solidFill>
              <a:srgbClr val="002E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77" name="Google Shape;377;p10"/>
            <p:cNvSpPr/>
            <p:nvPr/>
          </p:nvSpPr>
          <p:spPr>
            <a:xfrm>
              <a:off x="7024133" y="3388182"/>
              <a:ext cx="293431" cy="293468"/>
            </a:xfrm>
            <a:custGeom>
              <a:rect b="b" l="l" r="r" t="t"/>
              <a:pathLst>
                <a:path extrusionOk="0" h="293468" w="293431">
                  <a:moveTo>
                    <a:pt x="158463" y="293469"/>
                  </a:moveTo>
                  <a:cubicBezTo>
                    <a:pt x="152495" y="293430"/>
                    <a:pt x="147033" y="290046"/>
                    <a:pt x="144366" y="284706"/>
                  </a:cubicBezTo>
                  <a:lnTo>
                    <a:pt x="135158" y="266100"/>
                  </a:lnTo>
                  <a:cubicBezTo>
                    <a:pt x="133571" y="262792"/>
                    <a:pt x="130523" y="260436"/>
                    <a:pt x="126904" y="259750"/>
                  </a:cubicBezTo>
                  <a:cubicBezTo>
                    <a:pt x="120807" y="258715"/>
                    <a:pt x="114839" y="257166"/>
                    <a:pt x="109060" y="255115"/>
                  </a:cubicBezTo>
                  <a:cubicBezTo>
                    <a:pt x="105632" y="253914"/>
                    <a:pt x="101885" y="254384"/>
                    <a:pt x="98837" y="256384"/>
                  </a:cubicBezTo>
                  <a:lnTo>
                    <a:pt x="81756" y="268196"/>
                  </a:lnTo>
                  <a:cubicBezTo>
                    <a:pt x="76167" y="272037"/>
                    <a:pt x="68674" y="271859"/>
                    <a:pt x="63277" y="267751"/>
                  </a:cubicBezTo>
                  <a:lnTo>
                    <a:pt x="53181" y="260131"/>
                  </a:lnTo>
                  <a:cubicBezTo>
                    <a:pt x="47720" y="256067"/>
                    <a:pt x="45560" y="248968"/>
                    <a:pt x="47720" y="242541"/>
                  </a:cubicBezTo>
                  <a:lnTo>
                    <a:pt x="54070" y="222856"/>
                  </a:lnTo>
                  <a:cubicBezTo>
                    <a:pt x="55212" y="219421"/>
                    <a:pt x="54641" y="215649"/>
                    <a:pt x="52545" y="212697"/>
                  </a:cubicBezTo>
                  <a:cubicBezTo>
                    <a:pt x="48989" y="207642"/>
                    <a:pt x="45878" y="202314"/>
                    <a:pt x="43147" y="196758"/>
                  </a:cubicBezTo>
                  <a:cubicBezTo>
                    <a:pt x="41623" y="193475"/>
                    <a:pt x="38639" y="191113"/>
                    <a:pt x="35082" y="190408"/>
                  </a:cubicBezTo>
                  <a:lnTo>
                    <a:pt x="14636" y="186598"/>
                  </a:lnTo>
                  <a:cubicBezTo>
                    <a:pt x="7969" y="185411"/>
                    <a:pt x="2825" y="180045"/>
                    <a:pt x="1936" y="173327"/>
                  </a:cubicBezTo>
                  <a:lnTo>
                    <a:pt x="157" y="160627"/>
                  </a:lnTo>
                  <a:cubicBezTo>
                    <a:pt x="-794" y="153908"/>
                    <a:pt x="2634" y="147330"/>
                    <a:pt x="8731" y="144307"/>
                  </a:cubicBezTo>
                  <a:lnTo>
                    <a:pt x="27336" y="135036"/>
                  </a:lnTo>
                  <a:cubicBezTo>
                    <a:pt x="30701" y="133480"/>
                    <a:pt x="33051" y="130400"/>
                    <a:pt x="33686" y="126781"/>
                  </a:cubicBezTo>
                  <a:cubicBezTo>
                    <a:pt x="34702" y="120717"/>
                    <a:pt x="36289" y="114748"/>
                    <a:pt x="38321" y="108938"/>
                  </a:cubicBezTo>
                  <a:cubicBezTo>
                    <a:pt x="39528" y="105540"/>
                    <a:pt x="39019" y="101781"/>
                    <a:pt x="37051" y="98777"/>
                  </a:cubicBezTo>
                  <a:lnTo>
                    <a:pt x="25240" y="81632"/>
                  </a:lnTo>
                  <a:cubicBezTo>
                    <a:pt x="21431" y="76038"/>
                    <a:pt x="21557" y="68621"/>
                    <a:pt x="25685" y="63218"/>
                  </a:cubicBezTo>
                  <a:lnTo>
                    <a:pt x="33305" y="53057"/>
                  </a:lnTo>
                  <a:cubicBezTo>
                    <a:pt x="37369" y="47666"/>
                    <a:pt x="44481" y="45488"/>
                    <a:pt x="50895" y="47660"/>
                  </a:cubicBezTo>
                  <a:lnTo>
                    <a:pt x="70643" y="54010"/>
                  </a:lnTo>
                  <a:cubicBezTo>
                    <a:pt x="74072" y="55153"/>
                    <a:pt x="77819" y="54562"/>
                    <a:pt x="80739" y="52423"/>
                  </a:cubicBezTo>
                  <a:cubicBezTo>
                    <a:pt x="85820" y="48911"/>
                    <a:pt x="91153" y="45793"/>
                    <a:pt x="96678" y="43088"/>
                  </a:cubicBezTo>
                  <a:cubicBezTo>
                    <a:pt x="99980" y="41545"/>
                    <a:pt x="102329" y="38522"/>
                    <a:pt x="103028" y="34960"/>
                  </a:cubicBezTo>
                  <a:lnTo>
                    <a:pt x="106838" y="14577"/>
                  </a:lnTo>
                  <a:cubicBezTo>
                    <a:pt x="108107" y="7915"/>
                    <a:pt x="113442" y="2797"/>
                    <a:pt x="120173" y="1877"/>
                  </a:cubicBezTo>
                  <a:lnTo>
                    <a:pt x="132873" y="162"/>
                  </a:lnTo>
                  <a:cubicBezTo>
                    <a:pt x="139604" y="-810"/>
                    <a:pt x="146145" y="2658"/>
                    <a:pt x="149129" y="8735"/>
                  </a:cubicBezTo>
                  <a:lnTo>
                    <a:pt x="158400" y="27340"/>
                  </a:lnTo>
                  <a:cubicBezTo>
                    <a:pt x="160051" y="30559"/>
                    <a:pt x="163099" y="32801"/>
                    <a:pt x="166655" y="33373"/>
                  </a:cubicBezTo>
                  <a:cubicBezTo>
                    <a:pt x="172687" y="34465"/>
                    <a:pt x="178657" y="36040"/>
                    <a:pt x="184498" y="38071"/>
                  </a:cubicBezTo>
                  <a:cubicBezTo>
                    <a:pt x="187927" y="39278"/>
                    <a:pt x="191674" y="38783"/>
                    <a:pt x="194658" y="36738"/>
                  </a:cubicBezTo>
                  <a:lnTo>
                    <a:pt x="211803" y="24990"/>
                  </a:lnTo>
                  <a:cubicBezTo>
                    <a:pt x="217391" y="21142"/>
                    <a:pt x="224820" y="21295"/>
                    <a:pt x="230219" y="25371"/>
                  </a:cubicBezTo>
                  <a:lnTo>
                    <a:pt x="240378" y="33055"/>
                  </a:lnTo>
                  <a:cubicBezTo>
                    <a:pt x="245776" y="37125"/>
                    <a:pt x="247998" y="44231"/>
                    <a:pt x="245776" y="50644"/>
                  </a:cubicBezTo>
                  <a:lnTo>
                    <a:pt x="239426" y="70329"/>
                  </a:lnTo>
                  <a:cubicBezTo>
                    <a:pt x="238282" y="73771"/>
                    <a:pt x="238854" y="77556"/>
                    <a:pt x="241013" y="80490"/>
                  </a:cubicBezTo>
                  <a:cubicBezTo>
                    <a:pt x="244570" y="85525"/>
                    <a:pt x="247681" y="90834"/>
                    <a:pt x="250348" y="96365"/>
                  </a:cubicBezTo>
                  <a:cubicBezTo>
                    <a:pt x="251872" y="99660"/>
                    <a:pt x="254919" y="102022"/>
                    <a:pt x="258476" y="102715"/>
                  </a:cubicBezTo>
                  <a:lnTo>
                    <a:pt x="278859" y="106461"/>
                  </a:lnTo>
                  <a:cubicBezTo>
                    <a:pt x="285527" y="107744"/>
                    <a:pt x="290607" y="113097"/>
                    <a:pt x="291559" y="119796"/>
                  </a:cubicBezTo>
                  <a:lnTo>
                    <a:pt x="293274" y="132496"/>
                  </a:lnTo>
                  <a:cubicBezTo>
                    <a:pt x="294226" y="139214"/>
                    <a:pt x="290797" y="145793"/>
                    <a:pt x="284701" y="148816"/>
                  </a:cubicBezTo>
                  <a:lnTo>
                    <a:pt x="266095" y="158023"/>
                  </a:lnTo>
                  <a:cubicBezTo>
                    <a:pt x="262794" y="159591"/>
                    <a:pt x="260445" y="162665"/>
                    <a:pt x="259745" y="166278"/>
                  </a:cubicBezTo>
                  <a:cubicBezTo>
                    <a:pt x="258666" y="172336"/>
                    <a:pt x="257079" y="178298"/>
                    <a:pt x="255110" y="184122"/>
                  </a:cubicBezTo>
                  <a:cubicBezTo>
                    <a:pt x="253904" y="187538"/>
                    <a:pt x="254348" y="191335"/>
                    <a:pt x="256381" y="194345"/>
                  </a:cubicBezTo>
                  <a:lnTo>
                    <a:pt x="268128" y="211427"/>
                  </a:lnTo>
                  <a:cubicBezTo>
                    <a:pt x="272001" y="217027"/>
                    <a:pt x="271811" y="224469"/>
                    <a:pt x="267747" y="229905"/>
                  </a:cubicBezTo>
                  <a:lnTo>
                    <a:pt x="260063" y="240002"/>
                  </a:lnTo>
                  <a:cubicBezTo>
                    <a:pt x="255999" y="245437"/>
                    <a:pt x="248887" y="247641"/>
                    <a:pt x="242474" y="245462"/>
                  </a:cubicBezTo>
                  <a:lnTo>
                    <a:pt x="222789" y="239112"/>
                  </a:lnTo>
                  <a:cubicBezTo>
                    <a:pt x="219360" y="237982"/>
                    <a:pt x="215613" y="238547"/>
                    <a:pt x="212629" y="240637"/>
                  </a:cubicBezTo>
                  <a:cubicBezTo>
                    <a:pt x="207612" y="244205"/>
                    <a:pt x="202278" y="247349"/>
                    <a:pt x="196754" y="250034"/>
                  </a:cubicBezTo>
                  <a:cubicBezTo>
                    <a:pt x="193452" y="251559"/>
                    <a:pt x="191102" y="254556"/>
                    <a:pt x="190404" y="258099"/>
                  </a:cubicBezTo>
                  <a:lnTo>
                    <a:pt x="186657" y="278546"/>
                  </a:lnTo>
                  <a:cubicBezTo>
                    <a:pt x="185451" y="285220"/>
                    <a:pt x="180053" y="290344"/>
                    <a:pt x="173322" y="291246"/>
                  </a:cubicBezTo>
                  <a:lnTo>
                    <a:pt x="160622" y="293024"/>
                  </a:lnTo>
                  <a:cubicBezTo>
                    <a:pt x="159860" y="293087"/>
                    <a:pt x="159162" y="293087"/>
                    <a:pt x="158400" y="293024"/>
                  </a:cubicBezTo>
                  <a:close/>
                  <a:moveTo>
                    <a:pt x="105187" y="250098"/>
                  </a:moveTo>
                  <a:cubicBezTo>
                    <a:pt x="107028" y="250098"/>
                    <a:pt x="108807" y="250422"/>
                    <a:pt x="110520" y="251050"/>
                  </a:cubicBezTo>
                  <a:cubicBezTo>
                    <a:pt x="116108" y="252968"/>
                    <a:pt x="121824" y="254454"/>
                    <a:pt x="127666" y="255496"/>
                  </a:cubicBezTo>
                  <a:cubicBezTo>
                    <a:pt x="132682" y="256334"/>
                    <a:pt x="137000" y="259521"/>
                    <a:pt x="139286" y="264068"/>
                  </a:cubicBezTo>
                  <a:lnTo>
                    <a:pt x="148494" y="282610"/>
                  </a:lnTo>
                  <a:cubicBezTo>
                    <a:pt x="150526" y="287030"/>
                    <a:pt x="155225" y="289608"/>
                    <a:pt x="160051" y="288960"/>
                  </a:cubicBezTo>
                  <a:lnTo>
                    <a:pt x="172751" y="287246"/>
                  </a:lnTo>
                  <a:cubicBezTo>
                    <a:pt x="177513" y="286585"/>
                    <a:pt x="181260" y="282947"/>
                    <a:pt x="182149" y="278228"/>
                  </a:cubicBezTo>
                  <a:lnTo>
                    <a:pt x="185958" y="257781"/>
                  </a:lnTo>
                  <a:cubicBezTo>
                    <a:pt x="186911" y="252816"/>
                    <a:pt x="190150" y="248599"/>
                    <a:pt x="194722" y="246415"/>
                  </a:cubicBezTo>
                  <a:cubicBezTo>
                    <a:pt x="200056" y="243818"/>
                    <a:pt x="205136" y="240802"/>
                    <a:pt x="209962" y="237398"/>
                  </a:cubicBezTo>
                  <a:cubicBezTo>
                    <a:pt x="214153" y="234477"/>
                    <a:pt x="219423" y="233677"/>
                    <a:pt x="224249" y="235239"/>
                  </a:cubicBezTo>
                  <a:lnTo>
                    <a:pt x="243934" y="241589"/>
                  </a:lnTo>
                  <a:cubicBezTo>
                    <a:pt x="248569" y="243240"/>
                    <a:pt x="253713" y="241697"/>
                    <a:pt x="256634" y="237779"/>
                  </a:cubicBezTo>
                  <a:lnTo>
                    <a:pt x="264254" y="227619"/>
                  </a:lnTo>
                  <a:cubicBezTo>
                    <a:pt x="267112" y="223739"/>
                    <a:pt x="267112" y="218481"/>
                    <a:pt x="264254" y="214602"/>
                  </a:cubicBezTo>
                  <a:lnTo>
                    <a:pt x="252507" y="197456"/>
                  </a:lnTo>
                  <a:cubicBezTo>
                    <a:pt x="249649" y="193253"/>
                    <a:pt x="248951" y="187957"/>
                    <a:pt x="250665" y="183169"/>
                  </a:cubicBezTo>
                  <a:cubicBezTo>
                    <a:pt x="252633" y="177587"/>
                    <a:pt x="254095" y="171853"/>
                    <a:pt x="255110" y="166024"/>
                  </a:cubicBezTo>
                  <a:cubicBezTo>
                    <a:pt x="255999" y="161020"/>
                    <a:pt x="259174" y="156715"/>
                    <a:pt x="263682" y="154403"/>
                  </a:cubicBezTo>
                  <a:lnTo>
                    <a:pt x="282288" y="145196"/>
                  </a:lnTo>
                  <a:cubicBezTo>
                    <a:pt x="286669" y="143120"/>
                    <a:pt x="289210" y="138459"/>
                    <a:pt x="288638" y="133639"/>
                  </a:cubicBezTo>
                  <a:lnTo>
                    <a:pt x="288638" y="133639"/>
                  </a:lnTo>
                  <a:lnTo>
                    <a:pt x="286860" y="120939"/>
                  </a:lnTo>
                  <a:cubicBezTo>
                    <a:pt x="286225" y="116189"/>
                    <a:pt x="282543" y="112398"/>
                    <a:pt x="277844" y="111541"/>
                  </a:cubicBezTo>
                  <a:lnTo>
                    <a:pt x="257396" y="107731"/>
                  </a:lnTo>
                  <a:cubicBezTo>
                    <a:pt x="252444" y="106779"/>
                    <a:pt x="248189" y="103527"/>
                    <a:pt x="246030" y="98968"/>
                  </a:cubicBezTo>
                  <a:cubicBezTo>
                    <a:pt x="243426" y="93647"/>
                    <a:pt x="240442" y="88548"/>
                    <a:pt x="237013" y="83728"/>
                  </a:cubicBezTo>
                  <a:cubicBezTo>
                    <a:pt x="234092" y="79569"/>
                    <a:pt x="233266" y="74279"/>
                    <a:pt x="234854" y="69441"/>
                  </a:cubicBezTo>
                  <a:lnTo>
                    <a:pt x="241204" y="49755"/>
                  </a:lnTo>
                  <a:cubicBezTo>
                    <a:pt x="242791" y="45133"/>
                    <a:pt x="241204" y="40002"/>
                    <a:pt x="237331" y="37055"/>
                  </a:cubicBezTo>
                  <a:lnTo>
                    <a:pt x="227170" y="29435"/>
                  </a:lnTo>
                  <a:cubicBezTo>
                    <a:pt x="223360" y="26762"/>
                    <a:pt x="218281" y="26762"/>
                    <a:pt x="214470" y="29435"/>
                  </a:cubicBezTo>
                  <a:lnTo>
                    <a:pt x="197325" y="41183"/>
                  </a:lnTo>
                  <a:cubicBezTo>
                    <a:pt x="193134" y="44028"/>
                    <a:pt x="187800" y="44707"/>
                    <a:pt x="183038" y="43024"/>
                  </a:cubicBezTo>
                  <a:cubicBezTo>
                    <a:pt x="177450" y="41075"/>
                    <a:pt x="171735" y="39589"/>
                    <a:pt x="165893" y="38579"/>
                  </a:cubicBezTo>
                  <a:cubicBezTo>
                    <a:pt x="160940" y="37697"/>
                    <a:pt x="156622" y="34522"/>
                    <a:pt x="154336" y="30007"/>
                  </a:cubicBezTo>
                  <a:lnTo>
                    <a:pt x="145065" y="11402"/>
                  </a:lnTo>
                  <a:cubicBezTo>
                    <a:pt x="143032" y="7007"/>
                    <a:pt x="138397" y="4436"/>
                    <a:pt x="133571" y="5052"/>
                  </a:cubicBezTo>
                  <a:lnTo>
                    <a:pt x="120871" y="6829"/>
                  </a:lnTo>
                  <a:cubicBezTo>
                    <a:pt x="116108" y="7484"/>
                    <a:pt x="112299" y="11116"/>
                    <a:pt x="111410" y="15846"/>
                  </a:cubicBezTo>
                  <a:lnTo>
                    <a:pt x="107663" y="36293"/>
                  </a:lnTo>
                  <a:cubicBezTo>
                    <a:pt x="106647" y="41259"/>
                    <a:pt x="103408" y="45476"/>
                    <a:pt x="98837" y="47660"/>
                  </a:cubicBezTo>
                  <a:cubicBezTo>
                    <a:pt x="93503" y="50232"/>
                    <a:pt x="88423" y="53248"/>
                    <a:pt x="83597" y="56677"/>
                  </a:cubicBezTo>
                  <a:cubicBezTo>
                    <a:pt x="79406" y="59598"/>
                    <a:pt x="74135" y="60398"/>
                    <a:pt x="69309" y="58836"/>
                  </a:cubicBezTo>
                  <a:lnTo>
                    <a:pt x="49624" y="52168"/>
                  </a:lnTo>
                  <a:cubicBezTo>
                    <a:pt x="44989" y="50530"/>
                    <a:pt x="39845" y="52105"/>
                    <a:pt x="36924" y="56042"/>
                  </a:cubicBezTo>
                  <a:lnTo>
                    <a:pt x="29241" y="66202"/>
                  </a:lnTo>
                  <a:cubicBezTo>
                    <a:pt x="26574" y="70025"/>
                    <a:pt x="26574" y="75079"/>
                    <a:pt x="29241" y="78902"/>
                  </a:cubicBezTo>
                  <a:lnTo>
                    <a:pt x="40988" y="96047"/>
                  </a:lnTo>
                  <a:cubicBezTo>
                    <a:pt x="43845" y="100238"/>
                    <a:pt x="44545" y="105553"/>
                    <a:pt x="42830" y="110335"/>
                  </a:cubicBezTo>
                  <a:cubicBezTo>
                    <a:pt x="40925" y="115929"/>
                    <a:pt x="39401" y="121657"/>
                    <a:pt x="38385" y="127479"/>
                  </a:cubicBezTo>
                  <a:cubicBezTo>
                    <a:pt x="37559" y="132477"/>
                    <a:pt x="34320" y="136770"/>
                    <a:pt x="29812" y="139037"/>
                  </a:cubicBezTo>
                  <a:lnTo>
                    <a:pt x="11270" y="148307"/>
                  </a:lnTo>
                  <a:cubicBezTo>
                    <a:pt x="6825" y="150314"/>
                    <a:pt x="4285" y="154988"/>
                    <a:pt x="4920" y="159801"/>
                  </a:cubicBezTo>
                  <a:lnTo>
                    <a:pt x="6635" y="172501"/>
                  </a:lnTo>
                  <a:cubicBezTo>
                    <a:pt x="7269" y="177270"/>
                    <a:pt x="10953" y="181080"/>
                    <a:pt x="15652" y="181962"/>
                  </a:cubicBezTo>
                  <a:lnTo>
                    <a:pt x="36099" y="185709"/>
                  </a:lnTo>
                  <a:cubicBezTo>
                    <a:pt x="41052" y="186693"/>
                    <a:pt x="45307" y="189963"/>
                    <a:pt x="47465" y="194535"/>
                  </a:cubicBezTo>
                  <a:cubicBezTo>
                    <a:pt x="50069" y="199844"/>
                    <a:pt x="53053" y="204943"/>
                    <a:pt x="56482" y="209775"/>
                  </a:cubicBezTo>
                  <a:cubicBezTo>
                    <a:pt x="59403" y="213935"/>
                    <a:pt x="60229" y="219224"/>
                    <a:pt x="58641" y="224063"/>
                  </a:cubicBezTo>
                  <a:lnTo>
                    <a:pt x="52291" y="243748"/>
                  </a:lnTo>
                  <a:cubicBezTo>
                    <a:pt x="50577" y="248358"/>
                    <a:pt x="52164" y="253533"/>
                    <a:pt x="56101" y="256448"/>
                  </a:cubicBezTo>
                  <a:lnTo>
                    <a:pt x="66261" y="264131"/>
                  </a:lnTo>
                  <a:cubicBezTo>
                    <a:pt x="70198" y="266932"/>
                    <a:pt x="75406" y="266932"/>
                    <a:pt x="79342" y="264131"/>
                  </a:cubicBezTo>
                  <a:lnTo>
                    <a:pt x="96424" y="252384"/>
                  </a:lnTo>
                  <a:cubicBezTo>
                    <a:pt x="99027" y="250568"/>
                    <a:pt x="102202" y="249590"/>
                    <a:pt x="105377" y="249590"/>
                  </a:cubicBezTo>
                  <a:close/>
                  <a:moveTo>
                    <a:pt x="146589" y="229651"/>
                  </a:moveTo>
                  <a:cubicBezTo>
                    <a:pt x="100995" y="229746"/>
                    <a:pt x="63975" y="192872"/>
                    <a:pt x="63848" y="147279"/>
                  </a:cubicBezTo>
                  <a:cubicBezTo>
                    <a:pt x="63785" y="105947"/>
                    <a:pt x="94265" y="70914"/>
                    <a:pt x="135222" y="65313"/>
                  </a:cubicBezTo>
                  <a:cubicBezTo>
                    <a:pt x="180370" y="59001"/>
                    <a:pt x="222090" y="90484"/>
                    <a:pt x="228440" y="135639"/>
                  </a:cubicBezTo>
                  <a:cubicBezTo>
                    <a:pt x="234727" y="180794"/>
                    <a:pt x="203231" y="222514"/>
                    <a:pt x="158082" y="228825"/>
                  </a:cubicBezTo>
                  <a:lnTo>
                    <a:pt x="158082" y="228825"/>
                  </a:lnTo>
                  <a:cubicBezTo>
                    <a:pt x="154272" y="229353"/>
                    <a:pt x="150462" y="229626"/>
                    <a:pt x="146589" y="229651"/>
                  </a:cubicBezTo>
                  <a:close/>
                  <a:moveTo>
                    <a:pt x="146589" y="69060"/>
                  </a:moveTo>
                  <a:cubicBezTo>
                    <a:pt x="142906" y="69053"/>
                    <a:pt x="139286" y="69326"/>
                    <a:pt x="135667" y="69885"/>
                  </a:cubicBezTo>
                  <a:cubicBezTo>
                    <a:pt x="93883" y="76076"/>
                    <a:pt x="64991" y="114989"/>
                    <a:pt x="71214" y="156791"/>
                  </a:cubicBezTo>
                  <a:cubicBezTo>
                    <a:pt x="77374" y="198593"/>
                    <a:pt x="116299" y="227460"/>
                    <a:pt x="158082" y="221269"/>
                  </a:cubicBezTo>
                  <a:cubicBezTo>
                    <a:pt x="199865" y="215078"/>
                    <a:pt x="228757" y="176165"/>
                    <a:pt x="222598" y="134363"/>
                  </a:cubicBezTo>
                  <a:cubicBezTo>
                    <a:pt x="217010" y="96733"/>
                    <a:pt x="184625" y="68913"/>
                    <a:pt x="146589" y="69060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78" name="Google Shape;378;p10"/>
            <p:cNvSpPr/>
            <p:nvPr/>
          </p:nvSpPr>
          <p:spPr>
            <a:xfrm>
              <a:off x="7106537" y="3471068"/>
              <a:ext cx="128433" cy="128411"/>
            </a:xfrm>
            <a:custGeom>
              <a:rect b="b" l="l" r="r" t="t"/>
              <a:pathLst>
                <a:path extrusionOk="0" h="128411" w="128433">
                  <a:moveTo>
                    <a:pt x="621" y="73041"/>
                  </a:moveTo>
                  <a:cubicBezTo>
                    <a:pt x="-4268" y="37926"/>
                    <a:pt x="20242" y="5496"/>
                    <a:pt x="55358" y="620"/>
                  </a:cubicBezTo>
                  <a:cubicBezTo>
                    <a:pt x="90474" y="-4263"/>
                    <a:pt x="122922" y="20248"/>
                    <a:pt x="127812" y="55363"/>
                  </a:cubicBezTo>
                  <a:cubicBezTo>
                    <a:pt x="132701" y="90447"/>
                    <a:pt x="108191" y="122851"/>
                    <a:pt x="73138" y="127778"/>
                  </a:cubicBezTo>
                  <a:cubicBezTo>
                    <a:pt x="38023" y="132712"/>
                    <a:pt x="5574" y="108246"/>
                    <a:pt x="621" y="73137"/>
                  </a:cubicBezTo>
                  <a:cubicBezTo>
                    <a:pt x="621" y="73105"/>
                    <a:pt x="621" y="73073"/>
                    <a:pt x="621" y="7304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79" name="Google Shape;379;p10"/>
            <p:cNvSpPr/>
            <p:nvPr/>
          </p:nvSpPr>
          <p:spPr>
            <a:xfrm>
              <a:off x="7104226" y="3468861"/>
              <a:ext cx="133119" cy="133096"/>
            </a:xfrm>
            <a:custGeom>
              <a:rect b="b" l="l" r="r" t="t"/>
              <a:pathLst>
                <a:path extrusionOk="0" h="133096" w="133119">
                  <a:moveTo>
                    <a:pt x="66433" y="132906"/>
                  </a:moveTo>
                  <a:cubicBezTo>
                    <a:pt x="33349" y="132805"/>
                    <a:pt x="5346" y="108484"/>
                    <a:pt x="647" y="75756"/>
                  </a:cubicBezTo>
                  <a:lnTo>
                    <a:pt x="647" y="75756"/>
                  </a:lnTo>
                  <a:cubicBezTo>
                    <a:pt x="-4433" y="39358"/>
                    <a:pt x="20967" y="5729"/>
                    <a:pt x="57352" y="648"/>
                  </a:cubicBezTo>
                  <a:cubicBezTo>
                    <a:pt x="93738" y="-4438"/>
                    <a:pt x="127393" y="20949"/>
                    <a:pt x="132473" y="57354"/>
                  </a:cubicBezTo>
                  <a:cubicBezTo>
                    <a:pt x="137552" y="93752"/>
                    <a:pt x="112152" y="127375"/>
                    <a:pt x="75767" y="132462"/>
                  </a:cubicBezTo>
                  <a:cubicBezTo>
                    <a:pt x="72656" y="132862"/>
                    <a:pt x="69544" y="133071"/>
                    <a:pt x="66433" y="133097"/>
                  </a:cubicBezTo>
                  <a:close/>
                  <a:moveTo>
                    <a:pt x="5219" y="74931"/>
                  </a:moveTo>
                  <a:cubicBezTo>
                    <a:pt x="9918" y="108795"/>
                    <a:pt x="41223" y="132430"/>
                    <a:pt x="75069" y="127718"/>
                  </a:cubicBezTo>
                  <a:cubicBezTo>
                    <a:pt x="108915" y="123007"/>
                    <a:pt x="132600" y="91733"/>
                    <a:pt x="127838" y="57868"/>
                  </a:cubicBezTo>
                  <a:cubicBezTo>
                    <a:pt x="123139" y="24004"/>
                    <a:pt x="91896" y="369"/>
                    <a:pt x="57988" y="5081"/>
                  </a:cubicBezTo>
                  <a:cubicBezTo>
                    <a:pt x="57988" y="5081"/>
                    <a:pt x="57988" y="5081"/>
                    <a:pt x="57988" y="5081"/>
                  </a:cubicBezTo>
                  <a:cubicBezTo>
                    <a:pt x="24205" y="9723"/>
                    <a:pt x="520" y="40895"/>
                    <a:pt x="5155" y="74702"/>
                  </a:cubicBezTo>
                  <a:cubicBezTo>
                    <a:pt x="5219" y="74778"/>
                    <a:pt x="5219" y="74855"/>
                    <a:pt x="5219" y="74931"/>
                  </a:cubicBezTo>
                  <a:close/>
                </a:path>
              </a:pathLst>
            </a:custGeom>
            <a:solidFill>
              <a:srgbClr val="002E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80" name="Google Shape;380;p10"/>
            <p:cNvSpPr/>
            <p:nvPr/>
          </p:nvSpPr>
          <p:spPr>
            <a:xfrm>
              <a:off x="6545617" y="3272722"/>
              <a:ext cx="464850" cy="464935"/>
            </a:xfrm>
            <a:custGeom>
              <a:rect b="b" l="l" r="r" t="t"/>
              <a:pathLst>
                <a:path extrusionOk="0" h="464935" w="464850">
                  <a:moveTo>
                    <a:pt x="303605" y="464935"/>
                  </a:moveTo>
                  <a:cubicBezTo>
                    <a:pt x="299097" y="464929"/>
                    <a:pt x="294778" y="462960"/>
                    <a:pt x="291794" y="459538"/>
                  </a:cubicBezTo>
                  <a:lnTo>
                    <a:pt x="261822" y="424930"/>
                  </a:lnTo>
                  <a:cubicBezTo>
                    <a:pt x="259409" y="422206"/>
                    <a:pt x="255853" y="420809"/>
                    <a:pt x="252233" y="421184"/>
                  </a:cubicBezTo>
                  <a:cubicBezTo>
                    <a:pt x="239089" y="422581"/>
                    <a:pt x="225817" y="422581"/>
                    <a:pt x="212673" y="421184"/>
                  </a:cubicBezTo>
                  <a:cubicBezTo>
                    <a:pt x="209053" y="420790"/>
                    <a:pt x="205498" y="422187"/>
                    <a:pt x="203085" y="424930"/>
                  </a:cubicBezTo>
                  <a:lnTo>
                    <a:pt x="173048" y="459538"/>
                  </a:lnTo>
                  <a:cubicBezTo>
                    <a:pt x="168604" y="464624"/>
                    <a:pt x="161428" y="466313"/>
                    <a:pt x="155205" y="463729"/>
                  </a:cubicBezTo>
                  <a:lnTo>
                    <a:pt x="123455" y="450648"/>
                  </a:lnTo>
                  <a:cubicBezTo>
                    <a:pt x="117232" y="448057"/>
                    <a:pt x="113359" y="441758"/>
                    <a:pt x="113867" y="435027"/>
                  </a:cubicBezTo>
                  <a:lnTo>
                    <a:pt x="117105" y="389370"/>
                  </a:lnTo>
                  <a:cubicBezTo>
                    <a:pt x="117360" y="385738"/>
                    <a:pt x="115772" y="382214"/>
                    <a:pt x="112978" y="379909"/>
                  </a:cubicBezTo>
                  <a:cubicBezTo>
                    <a:pt x="102691" y="371622"/>
                    <a:pt x="93293" y="362256"/>
                    <a:pt x="84974" y="351969"/>
                  </a:cubicBezTo>
                  <a:cubicBezTo>
                    <a:pt x="82688" y="349143"/>
                    <a:pt x="79196" y="347600"/>
                    <a:pt x="75576" y="347841"/>
                  </a:cubicBezTo>
                  <a:lnTo>
                    <a:pt x="29856" y="351080"/>
                  </a:lnTo>
                  <a:cubicBezTo>
                    <a:pt x="23125" y="351600"/>
                    <a:pt x="16839" y="347695"/>
                    <a:pt x="14299" y="341428"/>
                  </a:cubicBezTo>
                  <a:lnTo>
                    <a:pt x="1218" y="309678"/>
                  </a:lnTo>
                  <a:cubicBezTo>
                    <a:pt x="-1386" y="303448"/>
                    <a:pt x="265" y="296241"/>
                    <a:pt x="5409" y="291834"/>
                  </a:cubicBezTo>
                  <a:lnTo>
                    <a:pt x="40016" y="261799"/>
                  </a:lnTo>
                  <a:cubicBezTo>
                    <a:pt x="42747" y="259417"/>
                    <a:pt x="44144" y="255868"/>
                    <a:pt x="43763" y="252274"/>
                  </a:cubicBezTo>
                  <a:cubicBezTo>
                    <a:pt x="42366" y="239104"/>
                    <a:pt x="42366" y="225820"/>
                    <a:pt x="43763" y="212650"/>
                  </a:cubicBezTo>
                  <a:cubicBezTo>
                    <a:pt x="44144" y="209056"/>
                    <a:pt x="42747" y="205493"/>
                    <a:pt x="40016" y="203125"/>
                  </a:cubicBezTo>
                  <a:lnTo>
                    <a:pt x="5409" y="173089"/>
                  </a:lnTo>
                  <a:cubicBezTo>
                    <a:pt x="265" y="168682"/>
                    <a:pt x="-1386" y="161475"/>
                    <a:pt x="1218" y="155246"/>
                  </a:cubicBezTo>
                  <a:lnTo>
                    <a:pt x="14299" y="123496"/>
                  </a:lnTo>
                  <a:cubicBezTo>
                    <a:pt x="16902" y="117247"/>
                    <a:pt x="23189" y="113361"/>
                    <a:pt x="29920" y="113844"/>
                  </a:cubicBezTo>
                  <a:lnTo>
                    <a:pt x="75576" y="117082"/>
                  </a:lnTo>
                  <a:cubicBezTo>
                    <a:pt x="79196" y="117343"/>
                    <a:pt x="82752" y="115799"/>
                    <a:pt x="85038" y="112955"/>
                  </a:cubicBezTo>
                  <a:cubicBezTo>
                    <a:pt x="93356" y="102680"/>
                    <a:pt x="102691" y="93295"/>
                    <a:pt x="112978" y="84951"/>
                  </a:cubicBezTo>
                  <a:cubicBezTo>
                    <a:pt x="115772" y="82672"/>
                    <a:pt x="117360" y="79173"/>
                    <a:pt x="117105" y="75553"/>
                  </a:cubicBezTo>
                  <a:lnTo>
                    <a:pt x="113930" y="31103"/>
                  </a:lnTo>
                  <a:cubicBezTo>
                    <a:pt x="113359" y="23686"/>
                    <a:pt x="117613" y="16740"/>
                    <a:pt x="124535" y="13958"/>
                  </a:cubicBezTo>
                  <a:lnTo>
                    <a:pt x="154062" y="1703"/>
                  </a:lnTo>
                  <a:cubicBezTo>
                    <a:pt x="160920" y="-1168"/>
                    <a:pt x="168858" y="706"/>
                    <a:pt x="173684" y="6338"/>
                  </a:cubicBezTo>
                  <a:lnTo>
                    <a:pt x="202957" y="40057"/>
                  </a:lnTo>
                  <a:cubicBezTo>
                    <a:pt x="205307" y="42787"/>
                    <a:pt x="208862" y="44191"/>
                    <a:pt x="212482" y="43803"/>
                  </a:cubicBezTo>
                  <a:cubicBezTo>
                    <a:pt x="225627" y="42438"/>
                    <a:pt x="238899" y="42438"/>
                    <a:pt x="252043" y="43803"/>
                  </a:cubicBezTo>
                  <a:cubicBezTo>
                    <a:pt x="255662" y="44197"/>
                    <a:pt x="259218" y="42800"/>
                    <a:pt x="261631" y="40057"/>
                  </a:cubicBezTo>
                  <a:lnTo>
                    <a:pt x="291667" y="5449"/>
                  </a:lnTo>
                  <a:cubicBezTo>
                    <a:pt x="296049" y="318"/>
                    <a:pt x="303287" y="-1396"/>
                    <a:pt x="309511" y="1195"/>
                  </a:cubicBezTo>
                  <a:lnTo>
                    <a:pt x="341261" y="14276"/>
                  </a:lnTo>
                  <a:cubicBezTo>
                    <a:pt x="347484" y="16892"/>
                    <a:pt x="351357" y="23166"/>
                    <a:pt x="350912" y="29897"/>
                  </a:cubicBezTo>
                  <a:lnTo>
                    <a:pt x="347673" y="75617"/>
                  </a:lnTo>
                  <a:cubicBezTo>
                    <a:pt x="347420" y="79230"/>
                    <a:pt x="348944" y="82741"/>
                    <a:pt x="351738" y="85015"/>
                  </a:cubicBezTo>
                  <a:cubicBezTo>
                    <a:pt x="362024" y="93340"/>
                    <a:pt x="371486" y="102725"/>
                    <a:pt x="379805" y="113018"/>
                  </a:cubicBezTo>
                  <a:cubicBezTo>
                    <a:pt x="382091" y="115819"/>
                    <a:pt x="385584" y="117336"/>
                    <a:pt x="389203" y="117082"/>
                  </a:cubicBezTo>
                  <a:lnTo>
                    <a:pt x="434860" y="113844"/>
                  </a:lnTo>
                  <a:cubicBezTo>
                    <a:pt x="441590" y="113399"/>
                    <a:pt x="447877" y="117273"/>
                    <a:pt x="450480" y="123496"/>
                  </a:cubicBezTo>
                  <a:lnTo>
                    <a:pt x="463561" y="155246"/>
                  </a:lnTo>
                  <a:cubicBezTo>
                    <a:pt x="466101" y="161488"/>
                    <a:pt x="464386" y="168676"/>
                    <a:pt x="459307" y="173089"/>
                  </a:cubicBezTo>
                  <a:lnTo>
                    <a:pt x="424763" y="203061"/>
                  </a:lnTo>
                  <a:cubicBezTo>
                    <a:pt x="422032" y="205449"/>
                    <a:pt x="420698" y="209005"/>
                    <a:pt x="421080" y="212586"/>
                  </a:cubicBezTo>
                  <a:cubicBezTo>
                    <a:pt x="422413" y="225737"/>
                    <a:pt x="422413" y="238996"/>
                    <a:pt x="421080" y="252147"/>
                  </a:cubicBezTo>
                  <a:cubicBezTo>
                    <a:pt x="420698" y="255760"/>
                    <a:pt x="422096" y="259335"/>
                    <a:pt x="424826" y="261735"/>
                  </a:cubicBezTo>
                  <a:lnTo>
                    <a:pt x="459434" y="291771"/>
                  </a:lnTo>
                  <a:cubicBezTo>
                    <a:pt x="464514" y="296184"/>
                    <a:pt x="466228" y="303372"/>
                    <a:pt x="463688" y="309614"/>
                  </a:cubicBezTo>
                  <a:lnTo>
                    <a:pt x="450607" y="341364"/>
                  </a:lnTo>
                  <a:cubicBezTo>
                    <a:pt x="448067" y="347625"/>
                    <a:pt x="441717" y="351524"/>
                    <a:pt x="434986" y="351016"/>
                  </a:cubicBezTo>
                  <a:lnTo>
                    <a:pt x="389266" y="347778"/>
                  </a:lnTo>
                  <a:cubicBezTo>
                    <a:pt x="385647" y="347517"/>
                    <a:pt x="382154" y="349060"/>
                    <a:pt x="379868" y="351905"/>
                  </a:cubicBezTo>
                  <a:cubicBezTo>
                    <a:pt x="371549" y="362186"/>
                    <a:pt x="362152" y="371565"/>
                    <a:pt x="351865" y="379909"/>
                  </a:cubicBezTo>
                  <a:cubicBezTo>
                    <a:pt x="349071" y="382201"/>
                    <a:pt x="347547" y="385700"/>
                    <a:pt x="347801" y="389307"/>
                  </a:cubicBezTo>
                  <a:lnTo>
                    <a:pt x="351230" y="434836"/>
                  </a:lnTo>
                  <a:cubicBezTo>
                    <a:pt x="351674" y="441574"/>
                    <a:pt x="347801" y="447860"/>
                    <a:pt x="341578" y="450457"/>
                  </a:cubicBezTo>
                  <a:lnTo>
                    <a:pt x="309828" y="463538"/>
                  </a:lnTo>
                  <a:cubicBezTo>
                    <a:pt x="307796" y="464383"/>
                    <a:pt x="305636" y="464795"/>
                    <a:pt x="303478" y="464745"/>
                  </a:cubicBezTo>
                  <a:close/>
                  <a:moveTo>
                    <a:pt x="253440" y="416548"/>
                  </a:moveTo>
                  <a:cubicBezTo>
                    <a:pt x="257949" y="416555"/>
                    <a:pt x="262266" y="418523"/>
                    <a:pt x="265251" y="421946"/>
                  </a:cubicBezTo>
                  <a:lnTo>
                    <a:pt x="295286" y="456490"/>
                  </a:lnTo>
                  <a:cubicBezTo>
                    <a:pt x="298398" y="460160"/>
                    <a:pt x="303541" y="461373"/>
                    <a:pt x="307986" y="459474"/>
                  </a:cubicBezTo>
                  <a:lnTo>
                    <a:pt x="339736" y="446393"/>
                  </a:lnTo>
                  <a:cubicBezTo>
                    <a:pt x="344181" y="444609"/>
                    <a:pt x="346911" y="440158"/>
                    <a:pt x="346531" y="435408"/>
                  </a:cubicBezTo>
                  <a:lnTo>
                    <a:pt x="343292" y="389688"/>
                  </a:lnTo>
                  <a:cubicBezTo>
                    <a:pt x="342974" y="384582"/>
                    <a:pt x="345134" y="379636"/>
                    <a:pt x="349135" y="376416"/>
                  </a:cubicBezTo>
                  <a:cubicBezTo>
                    <a:pt x="359167" y="368288"/>
                    <a:pt x="368311" y="359113"/>
                    <a:pt x="376376" y="349048"/>
                  </a:cubicBezTo>
                  <a:cubicBezTo>
                    <a:pt x="379614" y="345054"/>
                    <a:pt x="384567" y="342895"/>
                    <a:pt x="389711" y="343269"/>
                  </a:cubicBezTo>
                  <a:lnTo>
                    <a:pt x="435431" y="346508"/>
                  </a:lnTo>
                  <a:cubicBezTo>
                    <a:pt x="440193" y="346813"/>
                    <a:pt x="444638" y="344025"/>
                    <a:pt x="446480" y="339586"/>
                  </a:cubicBezTo>
                  <a:lnTo>
                    <a:pt x="459561" y="307836"/>
                  </a:lnTo>
                  <a:cubicBezTo>
                    <a:pt x="461402" y="303404"/>
                    <a:pt x="460196" y="298279"/>
                    <a:pt x="456576" y="295136"/>
                  </a:cubicBezTo>
                  <a:lnTo>
                    <a:pt x="421969" y="265101"/>
                  </a:lnTo>
                  <a:cubicBezTo>
                    <a:pt x="418095" y="261754"/>
                    <a:pt x="416063" y="256687"/>
                    <a:pt x="416635" y="251575"/>
                  </a:cubicBezTo>
                  <a:cubicBezTo>
                    <a:pt x="418032" y="238742"/>
                    <a:pt x="418032" y="225801"/>
                    <a:pt x="416635" y="212967"/>
                  </a:cubicBezTo>
                  <a:cubicBezTo>
                    <a:pt x="416063" y="207881"/>
                    <a:pt x="418032" y="202839"/>
                    <a:pt x="421905" y="199505"/>
                  </a:cubicBezTo>
                  <a:lnTo>
                    <a:pt x="456513" y="169470"/>
                  </a:lnTo>
                  <a:cubicBezTo>
                    <a:pt x="460196" y="166339"/>
                    <a:pt x="461402" y="161202"/>
                    <a:pt x="459498" y="156770"/>
                  </a:cubicBezTo>
                  <a:lnTo>
                    <a:pt x="459498" y="156770"/>
                  </a:lnTo>
                  <a:lnTo>
                    <a:pt x="446416" y="125020"/>
                  </a:lnTo>
                  <a:cubicBezTo>
                    <a:pt x="444574" y="120594"/>
                    <a:pt x="440130" y="117832"/>
                    <a:pt x="435367" y="118162"/>
                  </a:cubicBezTo>
                  <a:lnTo>
                    <a:pt x="389711" y="121464"/>
                  </a:lnTo>
                  <a:cubicBezTo>
                    <a:pt x="384567" y="121781"/>
                    <a:pt x="379614" y="119603"/>
                    <a:pt x="376376" y="115622"/>
                  </a:cubicBezTo>
                  <a:cubicBezTo>
                    <a:pt x="368248" y="105614"/>
                    <a:pt x="359104" y="96483"/>
                    <a:pt x="349071" y="88380"/>
                  </a:cubicBezTo>
                  <a:cubicBezTo>
                    <a:pt x="345070" y="85135"/>
                    <a:pt x="342911" y="80170"/>
                    <a:pt x="343229" y="75045"/>
                  </a:cubicBezTo>
                  <a:lnTo>
                    <a:pt x="346467" y="29325"/>
                  </a:lnTo>
                  <a:cubicBezTo>
                    <a:pt x="346849" y="24556"/>
                    <a:pt x="344118" y="20086"/>
                    <a:pt x="339673" y="18276"/>
                  </a:cubicBezTo>
                  <a:lnTo>
                    <a:pt x="307923" y="5195"/>
                  </a:lnTo>
                  <a:cubicBezTo>
                    <a:pt x="303478" y="3297"/>
                    <a:pt x="298335" y="4509"/>
                    <a:pt x="295223" y="8180"/>
                  </a:cubicBezTo>
                  <a:lnTo>
                    <a:pt x="265187" y="42787"/>
                  </a:lnTo>
                  <a:cubicBezTo>
                    <a:pt x="261822" y="46648"/>
                    <a:pt x="256742" y="48636"/>
                    <a:pt x="251661" y="48121"/>
                  </a:cubicBezTo>
                  <a:cubicBezTo>
                    <a:pt x="238835" y="46756"/>
                    <a:pt x="225881" y="46756"/>
                    <a:pt x="213054" y="48121"/>
                  </a:cubicBezTo>
                  <a:cubicBezTo>
                    <a:pt x="207973" y="48674"/>
                    <a:pt x="202894" y="46705"/>
                    <a:pt x="199528" y="42851"/>
                  </a:cubicBezTo>
                  <a:lnTo>
                    <a:pt x="170255" y="9069"/>
                  </a:lnTo>
                  <a:cubicBezTo>
                    <a:pt x="166698" y="4998"/>
                    <a:pt x="160920" y="3652"/>
                    <a:pt x="155904" y="5703"/>
                  </a:cubicBezTo>
                  <a:lnTo>
                    <a:pt x="126312" y="17959"/>
                  </a:lnTo>
                  <a:cubicBezTo>
                    <a:pt x="121233" y="20080"/>
                    <a:pt x="118122" y="25198"/>
                    <a:pt x="118566" y="30659"/>
                  </a:cubicBezTo>
                  <a:lnTo>
                    <a:pt x="121741" y="75109"/>
                  </a:lnTo>
                  <a:cubicBezTo>
                    <a:pt x="122058" y="80227"/>
                    <a:pt x="119899" y="85193"/>
                    <a:pt x="115962" y="88444"/>
                  </a:cubicBezTo>
                  <a:cubicBezTo>
                    <a:pt x="105929" y="96565"/>
                    <a:pt x="96785" y="105722"/>
                    <a:pt x="88657" y="115749"/>
                  </a:cubicBezTo>
                  <a:cubicBezTo>
                    <a:pt x="85419" y="119737"/>
                    <a:pt x="80466" y="121915"/>
                    <a:pt x="75322" y="121591"/>
                  </a:cubicBezTo>
                  <a:lnTo>
                    <a:pt x="29602" y="118289"/>
                  </a:lnTo>
                  <a:cubicBezTo>
                    <a:pt x="24840" y="117946"/>
                    <a:pt x="20395" y="120714"/>
                    <a:pt x="18617" y="125147"/>
                  </a:cubicBezTo>
                  <a:lnTo>
                    <a:pt x="5472" y="156897"/>
                  </a:lnTo>
                  <a:cubicBezTo>
                    <a:pt x="3631" y="161335"/>
                    <a:pt x="4837" y="166434"/>
                    <a:pt x="8457" y="169597"/>
                  </a:cubicBezTo>
                  <a:lnTo>
                    <a:pt x="43128" y="199632"/>
                  </a:lnTo>
                  <a:cubicBezTo>
                    <a:pt x="47001" y="203017"/>
                    <a:pt x="48970" y="208059"/>
                    <a:pt x="48398" y="213158"/>
                  </a:cubicBezTo>
                  <a:cubicBezTo>
                    <a:pt x="47065" y="225991"/>
                    <a:pt x="47065" y="238932"/>
                    <a:pt x="48398" y="251766"/>
                  </a:cubicBezTo>
                  <a:cubicBezTo>
                    <a:pt x="48906" y="256871"/>
                    <a:pt x="46938" y="261913"/>
                    <a:pt x="43064" y="265291"/>
                  </a:cubicBezTo>
                  <a:lnTo>
                    <a:pt x="8457" y="295263"/>
                  </a:lnTo>
                  <a:cubicBezTo>
                    <a:pt x="4901" y="298438"/>
                    <a:pt x="3694" y="303525"/>
                    <a:pt x="5472" y="307963"/>
                  </a:cubicBezTo>
                  <a:lnTo>
                    <a:pt x="18617" y="339713"/>
                  </a:lnTo>
                  <a:cubicBezTo>
                    <a:pt x="20395" y="344133"/>
                    <a:pt x="24840" y="346882"/>
                    <a:pt x="29602" y="346508"/>
                  </a:cubicBezTo>
                  <a:lnTo>
                    <a:pt x="75259" y="343269"/>
                  </a:lnTo>
                  <a:cubicBezTo>
                    <a:pt x="80402" y="342882"/>
                    <a:pt x="85355" y="345047"/>
                    <a:pt x="88594" y="349048"/>
                  </a:cubicBezTo>
                  <a:cubicBezTo>
                    <a:pt x="96722" y="359074"/>
                    <a:pt x="105866" y="368231"/>
                    <a:pt x="115899" y="376353"/>
                  </a:cubicBezTo>
                  <a:cubicBezTo>
                    <a:pt x="119899" y="379572"/>
                    <a:pt x="122122" y="384551"/>
                    <a:pt x="121741" y="389688"/>
                  </a:cubicBezTo>
                  <a:lnTo>
                    <a:pt x="118502" y="435408"/>
                  </a:lnTo>
                  <a:cubicBezTo>
                    <a:pt x="118122" y="440158"/>
                    <a:pt x="120915" y="444590"/>
                    <a:pt x="125297" y="446393"/>
                  </a:cubicBezTo>
                  <a:lnTo>
                    <a:pt x="157047" y="459474"/>
                  </a:lnTo>
                  <a:cubicBezTo>
                    <a:pt x="161492" y="461328"/>
                    <a:pt x="166636" y="460128"/>
                    <a:pt x="169747" y="456490"/>
                  </a:cubicBezTo>
                  <a:lnTo>
                    <a:pt x="199719" y="421882"/>
                  </a:lnTo>
                  <a:cubicBezTo>
                    <a:pt x="203085" y="418009"/>
                    <a:pt x="208164" y="416040"/>
                    <a:pt x="213244" y="416612"/>
                  </a:cubicBezTo>
                  <a:cubicBezTo>
                    <a:pt x="226072" y="417945"/>
                    <a:pt x="239089" y="417945"/>
                    <a:pt x="251916" y="416612"/>
                  </a:cubicBezTo>
                  <a:close/>
                  <a:moveTo>
                    <a:pt x="232611" y="368669"/>
                  </a:moveTo>
                  <a:cubicBezTo>
                    <a:pt x="157428" y="368764"/>
                    <a:pt x="96468" y="307919"/>
                    <a:pt x="96341" y="232766"/>
                  </a:cubicBezTo>
                  <a:cubicBezTo>
                    <a:pt x="96277" y="157608"/>
                    <a:pt x="157111" y="96603"/>
                    <a:pt x="232231" y="96508"/>
                  </a:cubicBezTo>
                  <a:cubicBezTo>
                    <a:pt x="307415" y="96413"/>
                    <a:pt x="368438" y="157259"/>
                    <a:pt x="368502" y="232411"/>
                  </a:cubicBezTo>
                  <a:cubicBezTo>
                    <a:pt x="368565" y="287523"/>
                    <a:pt x="335418" y="337237"/>
                    <a:pt x="284491" y="358319"/>
                  </a:cubicBezTo>
                  <a:lnTo>
                    <a:pt x="283602" y="356223"/>
                  </a:lnTo>
                  <a:lnTo>
                    <a:pt x="284491" y="358319"/>
                  </a:lnTo>
                  <a:cubicBezTo>
                    <a:pt x="268045" y="365164"/>
                    <a:pt x="250392" y="368682"/>
                    <a:pt x="232611" y="368669"/>
                  </a:cubicBezTo>
                  <a:close/>
                  <a:moveTo>
                    <a:pt x="232231" y="101207"/>
                  </a:moveTo>
                  <a:cubicBezTo>
                    <a:pt x="159650" y="101328"/>
                    <a:pt x="100913" y="160281"/>
                    <a:pt x="101040" y="232874"/>
                  </a:cubicBezTo>
                  <a:cubicBezTo>
                    <a:pt x="101103" y="305468"/>
                    <a:pt x="160095" y="364218"/>
                    <a:pt x="232675" y="364097"/>
                  </a:cubicBezTo>
                  <a:cubicBezTo>
                    <a:pt x="305256" y="363977"/>
                    <a:pt x="363993" y="305023"/>
                    <a:pt x="363866" y="232430"/>
                  </a:cubicBezTo>
                  <a:cubicBezTo>
                    <a:pt x="363866" y="215247"/>
                    <a:pt x="360501" y="198235"/>
                    <a:pt x="353897" y="182360"/>
                  </a:cubicBezTo>
                  <a:cubicBezTo>
                    <a:pt x="333704" y="133002"/>
                    <a:pt x="285571" y="100871"/>
                    <a:pt x="232231" y="101207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81" name="Google Shape;381;p10"/>
            <p:cNvSpPr/>
            <p:nvPr/>
          </p:nvSpPr>
          <p:spPr>
            <a:xfrm>
              <a:off x="6670997" y="3398331"/>
              <a:ext cx="214018" cy="214049"/>
            </a:xfrm>
            <a:custGeom>
              <a:rect b="b" l="l" r="r" t="t"/>
              <a:pathLst>
                <a:path extrusionOk="0" h="214049" w="214018">
                  <a:moveTo>
                    <a:pt x="8172" y="148001"/>
                  </a:moveTo>
                  <a:cubicBezTo>
                    <a:pt x="-14434" y="93410"/>
                    <a:pt x="11474" y="30811"/>
                    <a:pt x="66020" y="8186"/>
                  </a:cubicBezTo>
                  <a:cubicBezTo>
                    <a:pt x="120631" y="-14445"/>
                    <a:pt x="183241" y="11457"/>
                    <a:pt x="205847" y="66048"/>
                  </a:cubicBezTo>
                  <a:cubicBezTo>
                    <a:pt x="228453" y="120638"/>
                    <a:pt x="202545" y="183230"/>
                    <a:pt x="147999" y="205862"/>
                  </a:cubicBezTo>
                  <a:cubicBezTo>
                    <a:pt x="147935" y="205881"/>
                    <a:pt x="147935" y="205894"/>
                    <a:pt x="147872" y="205913"/>
                  </a:cubicBezTo>
                  <a:cubicBezTo>
                    <a:pt x="93325" y="228462"/>
                    <a:pt x="30778" y="202541"/>
                    <a:pt x="8172" y="1480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82" name="Google Shape;382;p10"/>
            <p:cNvSpPr/>
            <p:nvPr/>
          </p:nvSpPr>
          <p:spPr>
            <a:xfrm>
              <a:off x="6668310" y="3395646"/>
              <a:ext cx="219075" cy="219075"/>
            </a:xfrm>
            <a:custGeom>
              <a:rect b="b" l="l" r="r" t="t"/>
              <a:pathLst>
                <a:path extrusionOk="0" h="219075" w="219075">
                  <a:moveTo>
                    <a:pt x="109728" y="219075"/>
                  </a:moveTo>
                  <a:cubicBezTo>
                    <a:pt x="49213" y="219170"/>
                    <a:pt x="127" y="170212"/>
                    <a:pt x="0" y="109715"/>
                  </a:cubicBezTo>
                  <a:cubicBezTo>
                    <a:pt x="-64" y="49219"/>
                    <a:pt x="48895" y="102"/>
                    <a:pt x="109347" y="0"/>
                  </a:cubicBezTo>
                  <a:cubicBezTo>
                    <a:pt x="169863" y="-95"/>
                    <a:pt x="219012" y="48863"/>
                    <a:pt x="219075" y="109360"/>
                  </a:cubicBezTo>
                  <a:cubicBezTo>
                    <a:pt x="219139" y="153689"/>
                    <a:pt x="192532" y="193688"/>
                    <a:pt x="151575" y="210693"/>
                  </a:cubicBezTo>
                  <a:cubicBezTo>
                    <a:pt x="138303" y="216205"/>
                    <a:pt x="124079" y="219056"/>
                    <a:pt x="109728" y="219075"/>
                  </a:cubicBezTo>
                  <a:close/>
                  <a:moveTo>
                    <a:pt x="109728" y="4953"/>
                  </a:moveTo>
                  <a:cubicBezTo>
                    <a:pt x="51880" y="5010"/>
                    <a:pt x="5017" y="51962"/>
                    <a:pt x="5080" y="109830"/>
                  </a:cubicBezTo>
                  <a:cubicBezTo>
                    <a:pt x="5080" y="123546"/>
                    <a:pt x="7747" y="137122"/>
                    <a:pt x="13018" y="149797"/>
                  </a:cubicBezTo>
                  <a:cubicBezTo>
                    <a:pt x="35243" y="203156"/>
                    <a:pt x="96456" y="228422"/>
                    <a:pt x="149860" y="206223"/>
                  </a:cubicBezTo>
                  <a:cubicBezTo>
                    <a:pt x="203200" y="184023"/>
                    <a:pt x="228473" y="122765"/>
                    <a:pt x="206248" y="69406"/>
                  </a:cubicBezTo>
                  <a:cubicBezTo>
                    <a:pt x="190055" y="30410"/>
                    <a:pt x="151955" y="4991"/>
                    <a:pt x="109728" y="4953"/>
                  </a:cubicBezTo>
                  <a:close/>
                </a:path>
              </a:pathLst>
            </a:custGeom>
            <a:solidFill>
              <a:srgbClr val="002E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83" name="Google Shape;383;p10"/>
            <p:cNvSpPr/>
            <p:nvPr/>
          </p:nvSpPr>
          <p:spPr>
            <a:xfrm>
              <a:off x="6725374" y="3453434"/>
              <a:ext cx="105137" cy="103570"/>
            </a:xfrm>
            <a:custGeom>
              <a:rect b="b" l="l" r="r" t="t"/>
              <a:pathLst>
                <a:path extrusionOk="0" h="103570" w="105137">
                  <a:moveTo>
                    <a:pt x="88923" y="16888"/>
                  </a:moveTo>
                  <a:cubicBezTo>
                    <a:pt x="80287" y="3287"/>
                    <a:pt x="63777" y="-3019"/>
                    <a:pt x="48282" y="1394"/>
                  </a:cubicBezTo>
                  <a:cubicBezTo>
                    <a:pt x="40980" y="2994"/>
                    <a:pt x="33995" y="5719"/>
                    <a:pt x="27581" y="9459"/>
                  </a:cubicBezTo>
                  <a:lnTo>
                    <a:pt x="25423" y="10792"/>
                  </a:lnTo>
                  <a:lnTo>
                    <a:pt x="25423" y="10792"/>
                  </a:lnTo>
                  <a:cubicBezTo>
                    <a:pt x="11199" y="20317"/>
                    <a:pt x="-11026" y="45273"/>
                    <a:pt x="6372" y="71752"/>
                  </a:cubicBezTo>
                  <a:lnTo>
                    <a:pt x="16469" y="86992"/>
                  </a:lnTo>
                  <a:cubicBezTo>
                    <a:pt x="23009" y="97482"/>
                    <a:pt x="34566" y="103775"/>
                    <a:pt x="46886" y="103566"/>
                  </a:cubicBezTo>
                  <a:cubicBezTo>
                    <a:pt x="50315" y="103572"/>
                    <a:pt x="53743" y="103210"/>
                    <a:pt x="57109" y="102486"/>
                  </a:cubicBezTo>
                  <a:cubicBezTo>
                    <a:pt x="64412" y="100842"/>
                    <a:pt x="71333" y="98098"/>
                    <a:pt x="77810" y="94358"/>
                  </a:cubicBezTo>
                  <a:lnTo>
                    <a:pt x="77810" y="94358"/>
                  </a:lnTo>
                  <a:lnTo>
                    <a:pt x="79715" y="93215"/>
                  </a:lnTo>
                  <a:lnTo>
                    <a:pt x="79715" y="93215"/>
                  </a:lnTo>
                  <a:lnTo>
                    <a:pt x="79715" y="93215"/>
                  </a:lnTo>
                  <a:cubicBezTo>
                    <a:pt x="93939" y="83754"/>
                    <a:pt x="116164" y="58798"/>
                    <a:pt x="98765" y="32255"/>
                  </a:cubicBezTo>
                  <a:lnTo>
                    <a:pt x="88605" y="17079"/>
                  </a:lnTo>
                  <a:close/>
                  <a:moveTo>
                    <a:pt x="22819" y="82674"/>
                  </a:moveTo>
                  <a:lnTo>
                    <a:pt x="12659" y="67434"/>
                  </a:lnTo>
                  <a:cubicBezTo>
                    <a:pt x="-5311" y="40510"/>
                    <a:pt x="27963" y="17714"/>
                    <a:pt x="29359" y="16634"/>
                  </a:cubicBezTo>
                  <a:lnTo>
                    <a:pt x="31518" y="15428"/>
                  </a:lnTo>
                  <a:cubicBezTo>
                    <a:pt x="32154" y="15047"/>
                    <a:pt x="32789" y="14729"/>
                    <a:pt x="33487" y="14475"/>
                  </a:cubicBezTo>
                  <a:lnTo>
                    <a:pt x="34122" y="14475"/>
                  </a:lnTo>
                  <a:cubicBezTo>
                    <a:pt x="41361" y="12132"/>
                    <a:pt x="49299" y="13694"/>
                    <a:pt x="55077" y="18603"/>
                  </a:cubicBezTo>
                  <a:cubicBezTo>
                    <a:pt x="59776" y="22165"/>
                    <a:pt x="63967" y="26451"/>
                    <a:pt x="67332" y="31303"/>
                  </a:cubicBezTo>
                  <a:lnTo>
                    <a:pt x="77429" y="46479"/>
                  </a:lnTo>
                  <a:cubicBezTo>
                    <a:pt x="77429" y="46479"/>
                    <a:pt x="77429" y="46479"/>
                    <a:pt x="77429" y="46479"/>
                  </a:cubicBezTo>
                  <a:lnTo>
                    <a:pt x="77429" y="46479"/>
                  </a:lnTo>
                  <a:cubicBezTo>
                    <a:pt x="77429" y="46479"/>
                    <a:pt x="77429" y="46479"/>
                    <a:pt x="77429" y="46479"/>
                  </a:cubicBezTo>
                  <a:cubicBezTo>
                    <a:pt x="77429" y="46479"/>
                    <a:pt x="77429" y="46479"/>
                    <a:pt x="77429" y="46479"/>
                  </a:cubicBezTo>
                  <a:cubicBezTo>
                    <a:pt x="77429" y="46479"/>
                    <a:pt x="77429" y="46479"/>
                    <a:pt x="77429" y="46479"/>
                  </a:cubicBezTo>
                  <a:lnTo>
                    <a:pt x="77429" y="46797"/>
                  </a:lnTo>
                  <a:cubicBezTo>
                    <a:pt x="77429" y="46797"/>
                    <a:pt x="77429" y="46797"/>
                    <a:pt x="77429" y="46797"/>
                  </a:cubicBezTo>
                  <a:cubicBezTo>
                    <a:pt x="77429" y="46797"/>
                    <a:pt x="77429" y="46797"/>
                    <a:pt x="77429" y="47114"/>
                  </a:cubicBezTo>
                  <a:cubicBezTo>
                    <a:pt x="77429" y="47432"/>
                    <a:pt x="77429" y="47114"/>
                    <a:pt x="77429" y="47432"/>
                  </a:cubicBezTo>
                  <a:lnTo>
                    <a:pt x="77429" y="48067"/>
                  </a:lnTo>
                  <a:lnTo>
                    <a:pt x="77429" y="48829"/>
                  </a:lnTo>
                  <a:cubicBezTo>
                    <a:pt x="77429" y="48829"/>
                    <a:pt x="77429" y="48829"/>
                    <a:pt x="77429" y="49210"/>
                  </a:cubicBezTo>
                  <a:cubicBezTo>
                    <a:pt x="77492" y="49375"/>
                    <a:pt x="77492" y="49553"/>
                    <a:pt x="77429" y="49718"/>
                  </a:cubicBezTo>
                  <a:cubicBezTo>
                    <a:pt x="77429" y="49864"/>
                    <a:pt x="77429" y="50016"/>
                    <a:pt x="77429" y="50162"/>
                  </a:cubicBezTo>
                  <a:cubicBezTo>
                    <a:pt x="77429" y="50162"/>
                    <a:pt x="77429" y="50734"/>
                    <a:pt x="77429" y="51051"/>
                  </a:cubicBezTo>
                  <a:lnTo>
                    <a:pt x="77429" y="52131"/>
                  </a:lnTo>
                  <a:cubicBezTo>
                    <a:pt x="77429" y="52131"/>
                    <a:pt x="77429" y="52766"/>
                    <a:pt x="77429" y="53083"/>
                  </a:cubicBezTo>
                  <a:cubicBezTo>
                    <a:pt x="77429" y="53401"/>
                    <a:pt x="77429" y="53464"/>
                    <a:pt x="77429" y="53655"/>
                  </a:cubicBezTo>
                  <a:cubicBezTo>
                    <a:pt x="77429" y="53845"/>
                    <a:pt x="77429" y="54099"/>
                    <a:pt x="77429" y="54353"/>
                  </a:cubicBezTo>
                  <a:lnTo>
                    <a:pt x="77429" y="55115"/>
                  </a:lnTo>
                  <a:cubicBezTo>
                    <a:pt x="77429" y="55115"/>
                    <a:pt x="77429" y="55750"/>
                    <a:pt x="77429" y="56004"/>
                  </a:cubicBezTo>
                  <a:lnTo>
                    <a:pt x="77429" y="56639"/>
                  </a:lnTo>
                  <a:cubicBezTo>
                    <a:pt x="77429" y="57020"/>
                    <a:pt x="77429" y="57401"/>
                    <a:pt x="76921" y="57846"/>
                  </a:cubicBezTo>
                  <a:lnTo>
                    <a:pt x="76921" y="58354"/>
                  </a:lnTo>
                  <a:lnTo>
                    <a:pt x="76350" y="59433"/>
                  </a:lnTo>
                  <a:lnTo>
                    <a:pt x="76350" y="59878"/>
                  </a:lnTo>
                  <a:lnTo>
                    <a:pt x="75461" y="61275"/>
                  </a:lnTo>
                  <a:lnTo>
                    <a:pt x="75079" y="61783"/>
                  </a:lnTo>
                  <a:lnTo>
                    <a:pt x="73873" y="63243"/>
                  </a:lnTo>
                  <a:cubicBezTo>
                    <a:pt x="73873" y="63243"/>
                    <a:pt x="73873" y="63243"/>
                    <a:pt x="73873" y="63243"/>
                  </a:cubicBezTo>
                  <a:cubicBezTo>
                    <a:pt x="72857" y="58798"/>
                    <a:pt x="70952" y="54607"/>
                    <a:pt x="68285" y="50924"/>
                  </a:cubicBezTo>
                  <a:lnTo>
                    <a:pt x="58189" y="35748"/>
                  </a:lnTo>
                  <a:cubicBezTo>
                    <a:pt x="46124" y="17714"/>
                    <a:pt x="35709" y="24254"/>
                    <a:pt x="35265" y="24572"/>
                  </a:cubicBezTo>
                  <a:lnTo>
                    <a:pt x="35265" y="24572"/>
                  </a:lnTo>
                  <a:cubicBezTo>
                    <a:pt x="14754" y="38224"/>
                    <a:pt x="17358" y="53782"/>
                    <a:pt x="21549" y="60132"/>
                  </a:cubicBezTo>
                  <a:lnTo>
                    <a:pt x="31709" y="75372"/>
                  </a:lnTo>
                  <a:lnTo>
                    <a:pt x="31709" y="75372"/>
                  </a:lnTo>
                  <a:lnTo>
                    <a:pt x="32852" y="77023"/>
                  </a:lnTo>
                  <a:cubicBezTo>
                    <a:pt x="35392" y="80407"/>
                    <a:pt x="38250" y="83512"/>
                    <a:pt x="41425" y="86294"/>
                  </a:cubicBezTo>
                  <a:cubicBezTo>
                    <a:pt x="45044" y="89583"/>
                    <a:pt x="49171" y="92263"/>
                    <a:pt x="53616" y="94231"/>
                  </a:cubicBezTo>
                  <a:cubicBezTo>
                    <a:pt x="41679" y="96955"/>
                    <a:pt x="29296" y="91875"/>
                    <a:pt x="22692" y="81531"/>
                  </a:cubicBezTo>
                  <a:close/>
                  <a:moveTo>
                    <a:pt x="65872" y="71435"/>
                  </a:moveTo>
                  <a:cubicBezTo>
                    <a:pt x="64094" y="72260"/>
                    <a:pt x="59522" y="71435"/>
                    <a:pt x="53172" y="62354"/>
                  </a:cubicBezTo>
                  <a:lnTo>
                    <a:pt x="43012" y="47114"/>
                  </a:lnTo>
                  <a:cubicBezTo>
                    <a:pt x="36662" y="38034"/>
                    <a:pt x="38059" y="33271"/>
                    <a:pt x="39392" y="32065"/>
                  </a:cubicBezTo>
                  <a:cubicBezTo>
                    <a:pt x="40726" y="30858"/>
                    <a:pt x="45742" y="32065"/>
                    <a:pt x="52092" y="41082"/>
                  </a:cubicBezTo>
                  <a:lnTo>
                    <a:pt x="62253" y="56322"/>
                  </a:lnTo>
                  <a:cubicBezTo>
                    <a:pt x="68603" y="65402"/>
                    <a:pt x="67269" y="70165"/>
                    <a:pt x="65872" y="71435"/>
                  </a:cubicBezTo>
                  <a:close/>
                  <a:moveTo>
                    <a:pt x="75968" y="86675"/>
                  </a:moveTo>
                  <a:lnTo>
                    <a:pt x="74508" y="87564"/>
                  </a:lnTo>
                  <a:lnTo>
                    <a:pt x="73682" y="88008"/>
                  </a:lnTo>
                  <a:lnTo>
                    <a:pt x="73111" y="88326"/>
                  </a:lnTo>
                  <a:cubicBezTo>
                    <a:pt x="65491" y="91723"/>
                    <a:pt x="56665" y="90440"/>
                    <a:pt x="50315" y="85024"/>
                  </a:cubicBezTo>
                  <a:cubicBezTo>
                    <a:pt x="45742" y="81601"/>
                    <a:pt x="41615" y="77518"/>
                    <a:pt x="38250" y="72895"/>
                  </a:cubicBezTo>
                  <a:lnTo>
                    <a:pt x="38250" y="72895"/>
                  </a:lnTo>
                  <a:lnTo>
                    <a:pt x="38250" y="72895"/>
                  </a:lnTo>
                  <a:lnTo>
                    <a:pt x="38250" y="72895"/>
                  </a:lnTo>
                  <a:lnTo>
                    <a:pt x="28153" y="57719"/>
                  </a:lnTo>
                  <a:cubicBezTo>
                    <a:pt x="24978" y="51534"/>
                    <a:pt x="26439" y="43996"/>
                    <a:pt x="31582" y="39367"/>
                  </a:cubicBezTo>
                  <a:cubicBezTo>
                    <a:pt x="32598" y="43787"/>
                    <a:pt x="34503" y="47952"/>
                    <a:pt x="37170" y="51623"/>
                  </a:cubicBezTo>
                  <a:lnTo>
                    <a:pt x="47330" y="66863"/>
                  </a:lnTo>
                  <a:cubicBezTo>
                    <a:pt x="59331" y="84897"/>
                    <a:pt x="69745" y="78293"/>
                    <a:pt x="70190" y="78039"/>
                  </a:cubicBezTo>
                  <a:lnTo>
                    <a:pt x="70190" y="78039"/>
                  </a:lnTo>
                  <a:lnTo>
                    <a:pt x="72349" y="76515"/>
                  </a:lnTo>
                  <a:lnTo>
                    <a:pt x="73048" y="76007"/>
                  </a:lnTo>
                  <a:lnTo>
                    <a:pt x="74254" y="75054"/>
                  </a:lnTo>
                  <a:lnTo>
                    <a:pt x="75016" y="74419"/>
                  </a:lnTo>
                  <a:lnTo>
                    <a:pt x="75905" y="73657"/>
                  </a:lnTo>
                  <a:lnTo>
                    <a:pt x="76794" y="72895"/>
                  </a:lnTo>
                  <a:lnTo>
                    <a:pt x="77175" y="72514"/>
                  </a:lnTo>
                  <a:cubicBezTo>
                    <a:pt x="78381" y="71397"/>
                    <a:pt x="79461" y="70209"/>
                    <a:pt x="80541" y="68958"/>
                  </a:cubicBezTo>
                  <a:lnTo>
                    <a:pt x="80541" y="68958"/>
                  </a:lnTo>
                  <a:cubicBezTo>
                    <a:pt x="82700" y="66336"/>
                    <a:pt x="84414" y="63345"/>
                    <a:pt x="85557" y="60132"/>
                  </a:cubicBezTo>
                  <a:cubicBezTo>
                    <a:pt x="85557" y="60132"/>
                    <a:pt x="85557" y="60132"/>
                    <a:pt x="85557" y="60132"/>
                  </a:cubicBezTo>
                  <a:cubicBezTo>
                    <a:pt x="85557" y="59833"/>
                    <a:pt x="85557" y="59541"/>
                    <a:pt x="85557" y="59243"/>
                  </a:cubicBezTo>
                  <a:lnTo>
                    <a:pt x="85557" y="58544"/>
                  </a:lnTo>
                  <a:cubicBezTo>
                    <a:pt x="85557" y="58544"/>
                    <a:pt x="85557" y="58227"/>
                    <a:pt x="85557" y="58100"/>
                  </a:cubicBezTo>
                  <a:cubicBezTo>
                    <a:pt x="86891" y="52874"/>
                    <a:pt x="86065" y="47324"/>
                    <a:pt x="83207" y="42733"/>
                  </a:cubicBezTo>
                  <a:lnTo>
                    <a:pt x="73048" y="27556"/>
                  </a:lnTo>
                  <a:cubicBezTo>
                    <a:pt x="73048" y="27556"/>
                    <a:pt x="73048" y="27556"/>
                    <a:pt x="73048" y="27556"/>
                  </a:cubicBezTo>
                  <a:cubicBezTo>
                    <a:pt x="72730" y="27004"/>
                    <a:pt x="72413" y="26496"/>
                    <a:pt x="71968" y="26032"/>
                  </a:cubicBezTo>
                  <a:cubicBezTo>
                    <a:pt x="69491" y="22616"/>
                    <a:pt x="66634" y="19485"/>
                    <a:pt x="63459" y="16698"/>
                  </a:cubicBezTo>
                  <a:cubicBezTo>
                    <a:pt x="59903" y="13440"/>
                    <a:pt x="55839" y="10786"/>
                    <a:pt x="51394" y="8824"/>
                  </a:cubicBezTo>
                  <a:cubicBezTo>
                    <a:pt x="63332" y="6023"/>
                    <a:pt x="75651" y="11135"/>
                    <a:pt x="82128" y="21524"/>
                  </a:cubicBezTo>
                  <a:lnTo>
                    <a:pt x="92288" y="36700"/>
                  </a:lnTo>
                  <a:cubicBezTo>
                    <a:pt x="110258" y="63688"/>
                    <a:pt x="77048" y="86421"/>
                    <a:pt x="75588" y="87500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84" name="Google Shape;384;p10"/>
            <p:cNvSpPr/>
            <p:nvPr/>
          </p:nvSpPr>
          <p:spPr>
            <a:xfrm>
              <a:off x="6480604" y="5139611"/>
              <a:ext cx="389953" cy="390016"/>
            </a:xfrm>
            <a:custGeom>
              <a:rect b="b" l="l" r="r" t="t"/>
              <a:pathLst>
                <a:path extrusionOk="0" h="390016" w="389953">
                  <a:moveTo>
                    <a:pt x="206693" y="390017"/>
                  </a:moveTo>
                  <a:lnTo>
                    <a:pt x="183261" y="390017"/>
                  </a:lnTo>
                  <a:cubicBezTo>
                    <a:pt x="176466" y="390036"/>
                    <a:pt x="170497" y="385705"/>
                    <a:pt x="168339" y="379285"/>
                  </a:cubicBezTo>
                  <a:lnTo>
                    <a:pt x="157861" y="347535"/>
                  </a:lnTo>
                  <a:cubicBezTo>
                    <a:pt x="156655" y="344049"/>
                    <a:pt x="153860" y="341357"/>
                    <a:pt x="150368" y="340296"/>
                  </a:cubicBezTo>
                  <a:cubicBezTo>
                    <a:pt x="141160" y="337483"/>
                    <a:pt x="132207" y="333781"/>
                    <a:pt x="123698" y="329247"/>
                  </a:cubicBezTo>
                  <a:cubicBezTo>
                    <a:pt x="120459" y="327596"/>
                    <a:pt x="116586" y="327596"/>
                    <a:pt x="113347" y="329247"/>
                  </a:cubicBezTo>
                  <a:lnTo>
                    <a:pt x="83630" y="344107"/>
                  </a:lnTo>
                  <a:cubicBezTo>
                    <a:pt x="77533" y="347148"/>
                    <a:pt x="70231" y="345973"/>
                    <a:pt x="65405" y="341185"/>
                  </a:cubicBezTo>
                  <a:lnTo>
                    <a:pt x="48895" y="324612"/>
                  </a:lnTo>
                  <a:cubicBezTo>
                    <a:pt x="44133" y="319799"/>
                    <a:pt x="42926" y="312477"/>
                    <a:pt x="45910" y="306388"/>
                  </a:cubicBezTo>
                  <a:lnTo>
                    <a:pt x="60770" y="276670"/>
                  </a:lnTo>
                  <a:cubicBezTo>
                    <a:pt x="62484" y="273431"/>
                    <a:pt x="62484" y="269557"/>
                    <a:pt x="60770" y="266319"/>
                  </a:cubicBezTo>
                  <a:cubicBezTo>
                    <a:pt x="56261" y="257804"/>
                    <a:pt x="52514" y="248876"/>
                    <a:pt x="49721" y="239649"/>
                  </a:cubicBezTo>
                  <a:cubicBezTo>
                    <a:pt x="48641" y="236163"/>
                    <a:pt x="45974" y="233394"/>
                    <a:pt x="42545" y="232220"/>
                  </a:cubicBezTo>
                  <a:lnTo>
                    <a:pt x="10795" y="221678"/>
                  </a:lnTo>
                  <a:cubicBezTo>
                    <a:pt x="4337" y="219583"/>
                    <a:pt x="-25" y="213551"/>
                    <a:pt x="0" y="206756"/>
                  </a:cubicBezTo>
                  <a:lnTo>
                    <a:pt x="0" y="183388"/>
                  </a:lnTo>
                  <a:cubicBezTo>
                    <a:pt x="-13" y="176587"/>
                    <a:pt x="4337" y="170542"/>
                    <a:pt x="10795" y="168402"/>
                  </a:cubicBezTo>
                  <a:lnTo>
                    <a:pt x="42545" y="157924"/>
                  </a:lnTo>
                  <a:cubicBezTo>
                    <a:pt x="46038" y="156737"/>
                    <a:pt x="48705" y="153943"/>
                    <a:pt x="49721" y="150432"/>
                  </a:cubicBezTo>
                  <a:cubicBezTo>
                    <a:pt x="52514" y="141192"/>
                    <a:pt x="56134" y="132245"/>
                    <a:pt x="60643" y="123698"/>
                  </a:cubicBezTo>
                  <a:cubicBezTo>
                    <a:pt x="62357" y="120440"/>
                    <a:pt x="62357" y="116541"/>
                    <a:pt x="60643" y="113284"/>
                  </a:cubicBezTo>
                  <a:lnTo>
                    <a:pt x="45783" y="83566"/>
                  </a:lnTo>
                  <a:cubicBezTo>
                    <a:pt x="42799" y="77501"/>
                    <a:pt x="43942" y="70186"/>
                    <a:pt x="48768" y="65405"/>
                  </a:cubicBezTo>
                  <a:lnTo>
                    <a:pt x="65278" y="48832"/>
                  </a:lnTo>
                  <a:cubicBezTo>
                    <a:pt x="70104" y="44024"/>
                    <a:pt x="77407" y="42850"/>
                    <a:pt x="83502" y="45910"/>
                  </a:cubicBezTo>
                  <a:lnTo>
                    <a:pt x="113221" y="60770"/>
                  </a:lnTo>
                  <a:cubicBezTo>
                    <a:pt x="116459" y="62452"/>
                    <a:pt x="120333" y="62452"/>
                    <a:pt x="123571" y="60770"/>
                  </a:cubicBezTo>
                  <a:cubicBezTo>
                    <a:pt x="132080" y="56261"/>
                    <a:pt x="141033" y="52565"/>
                    <a:pt x="150241" y="49720"/>
                  </a:cubicBezTo>
                  <a:cubicBezTo>
                    <a:pt x="153733" y="48685"/>
                    <a:pt x="156527" y="46012"/>
                    <a:pt x="157734" y="42545"/>
                  </a:cubicBezTo>
                  <a:lnTo>
                    <a:pt x="168212" y="10795"/>
                  </a:lnTo>
                  <a:cubicBezTo>
                    <a:pt x="170307" y="4350"/>
                    <a:pt x="176339" y="-7"/>
                    <a:pt x="183134" y="0"/>
                  </a:cubicBezTo>
                  <a:lnTo>
                    <a:pt x="206693" y="0"/>
                  </a:lnTo>
                  <a:cubicBezTo>
                    <a:pt x="213487" y="-7"/>
                    <a:pt x="219520" y="4350"/>
                    <a:pt x="221615" y="10795"/>
                  </a:cubicBezTo>
                  <a:lnTo>
                    <a:pt x="232156" y="42545"/>
                  </a:lnTo>
                  <a:cubicBezTo>
                    <a:pt x="233362" y="45993"/>
                    <a:pt x="236093" y="48666"/>
                    <a:pt x="239586" y="49720"/>
                  </a:cubicBezTo>
                  <a:cubicBezTo>
                    <a:pt x="248793" y="52553"/>
                    <a:pt x="257747" y="56248"/>
                    <a:pt x="266256" y="60770"/>
                  </a:cubicBezTo>
                  <a:cubicBezTo>
                    <a:pt x="269494" y="62452"/>
                    <a:pt x="273368" y="62452"/>
                    <a:pt x="276606" y="60770"/>
                  </a:cubicBezTo>
                  <a:lnTo>
                    <a:pt x="306324" y="45910"/>
                  </a:lnTo>
                  <a:cubicBezTo>
                    <a:pt x="312420" y="42850"/>
                    <a:pt x="319723" y="44024"/>
                    <a:pt x="324549" y="48832"/>
                  </a:cubicBezTo>
                  <a:lnTo>
                    <a:pt x="341059" y="65405"/>
                  </a:lnTo>
                  <a:cubicBezTo>
                    <a:pt x="345885" y="70167"/>
                    <a:pt x="347091" y="77508"/>
                    <a:pt x="344043" y="83566"/>
                  </a:cubicBezTo>
                  <a:lnTo>
                    <a:pt x="329184" y="113284"/>
                  </a:lnTo>
                  <a:cubicBezTo>
                    <a:pt x="327470" y="116554"/>
                    <a:pt x="327470" y="120428"/>
                    <a:pt x="329184" y="123698"/>
                  </a:cubicBezTo>
                  <a:cubicBezTo>
                    <a:pt x="333693" y="132194"/>
                    <a:pt x="337375" y="141103"/>
                    <a:pt x="340233" y="150304"/>
                  </a:cubicBezTo>
                  <a:cubicBezTo>
                    <a:pt x="341312" y="153803"/>
                    <a:pt x="343980" y="156591"/>
                    <a:pt x="347409" y="157797"/>
                  </a:cubicBezTo>
                  <a:lnTo>
                    <a:pt x="379159" y="168275"/>
                  </a:lnTo>
                  <a:cubicBezTo>
                    <a:pt x="385636" y="170415"/>
                    <a:pt x="389953" y="176460"/>
                    <a:pt x="389953" y="183261"/>
                  </a:cubicBezTo>
                  <a:lnTo>
                    <a:pt x="389953" y="206629"/>
                  </a:lnTo>
                  <a:cubicBezTo>
                    <a:pt x="389953" y="213423"/>
                    <a:pt x="385636" y="219456"/>
                    <a:pt x="379159" y="221551"/>
                  </a:cubicBezTo>
                  <a:lnTo>
                    <a:pt x="347409" y="232092"/>
                  </a:lnTo>
                  <a:cubicBezTo>
                    <a:pt x="343980" y="233292"/>
                    <a:pt x="341312" y="236048"/>
                    <a:pt x="340233" y="239522"/>
                  </a:cubicBezTo>
                  <a:cubicBezTo>
                    <a:pt x="337439" y="248748"/>
                    <a:pt x="333693" y="257677"/>
                    <a:pt x="329184" y="266192"/>
                  </a:cubicBezTo>
                  <a:cubicBezTo>
                    <a:pt x="327533" y="269437"/>
                    <a:pt x="327533" y="273298"/>
                    <a:pt x="329184" y="276542"/>
                  </a:cubicBezTo>
                  <a:lnTo>
                    <a:pt x="344043" y="306260"/>
                  </a:lnTo>
                  <a:cubicBezTo>
                    <a:pt x="347091" y="312344"/>
                    <a:pt x="345885" y="319691"/>
                    <a:pt x="341059" y="324485"/>
                  </a:cubicBezTo>
                  <a:lnTo>
                    <a:pt x="324549" y="341058"/>
                  </a:lnTo>
                  <a:cubicBezTo>
                    <a:pt x="319723" y="345846"/>
                    <a:pt x="312420" y="347021"/>
                    <a:pt x="306324" y="343979"/>
                  </a:cubicBezTo>
                  <a:lnTo>
                    <a:pt x="276606" y="329120"/>
                  </a:lnTo>
                  <a:cubicBezTo>
                    <a:pt x="273368" y="327470"/>
                    <a:pt x="269494" y="327470"/>
                    <a:pt x="266256" y="329120"/>
                  </a:cubicBezTo>
                  <a:cubicBezTo>
                    <a:pt x="257747" y="333667"/>
                    <a:pt x="248793" y="337363"/>
                    <a:pt x="239586" y="340170"/>
                  </a:cubicBezTo>
                  <a:cubicBezTo>
                    <a:pt x="236093" y="341255"/>
                    <a:pt x="233362" y="343948"/>
                    <a:pt x="232156" y="347408"/>
                  </a:cubicBezTo>
                  <a:lnTo>
                    <a:pt x="221615" y="379158"/>
                  </a:lnTo>
                  <a:cubicBezTo>
                    <a:pt x="219456" y="385578"/>
                    <a:pt x="213487" y="389909"/>
                    <a:pt x="206693" y="389890"/>
                  </a:cubicBezTo>
                  <a:close/>
                  <a:moveTo>
                    <a:pt x="118301" y="323532"/>
                  </a:moveTo>
                  <a:cubicBezTo>
                    <a:pt x="120968" y="323532"/>
                    <a:pt x="123508" y="324186"/>
                    <a:pt x="125857" y="325438"/>
                  </a:cubicBezTo>
                  <a:cubicBezTo>
                    <a:pt x="134112" y="329812"/>
                    <a:pt x="142748" y="333407"/>
                    <a:pt x="151702" y="336169"/>
                  </a:cubicBezTo>
                  <a:cubicBezTo>
                    <a:pt x="156655" y="337661"/>
                    <a:pt x="160528" y="341446"/>
                    <a:pt x="162179" y="346329"/>
                  </a:cubicBezTo>
                  <a:lnTo>
                    <a:pt x="172720" y="378079"/>
                  </a:lnTo>
                  <a:cubicBezTo>
                    <a:pt x="174244" y="382626"/>
                    <a:pt x="178499" y="385692"/>
                    <a:pt x="183261" y="385699"/>
                  </a:cubicBezTo>
                  <a:lnTo>
                    <a:pt x="206693" y="385699"/>
                  </a:lnTo>
                  <a:cubicBezTo>
                    <a:pt x="211519" y="385724"/>
                    <a:pt x="215773" y="382644"/>
                    <a:pt x="217297" y="378079"/>
                  </a:cubicBezTo>
                  <a:lnTo>
                    <a:pt x="227774" y="346329"/>
                  </a:lnTo>
                  <a:cubicBezTo>
                    <a:pt x="229425" y="341446"/>
                    <a:pt x="233299" y="337661"/>
                    <a:pt x="238252" y="336169"/>
                  </a:cubicBezTo>
                  <a:cubicBezTo>
                    <a:pt x="247206" y="333419"/>
                    <a:pt x="255841" y="329825"/>
                    <a:pt x="264097" y="325438"/>
                  </a:cubicBezTo>
                  <a:cubicBezTo>
                    <a:pt x="268669" y="323088"/>
                    <a:pt x="274130" y="323088"/>
                    <a:pt x="278701" y="325438"/>
                  </a:cubicBezTo>
                  <a:lnTo>
                    <a:pt x="308420" y="340296"/>
                  </a:lnTo>
                  <a:cubicBezTo>
                    <a:pt x="312674" y="342373"/>
                    <a:pt x="317754" y="341528"/>
                    <a:pt x="321120" y="338201"/>
                  </a:cubicBezTo>
                  <a:lnTo>
                    <a:pt x="337630" y="321691"/>
                  </a:lnTo>
                  <a:cubicBezTo>
                    <a:pt x="340932" y="318332"/>
                    <a:pt x="341821" y="313239"/>
                    <a:pt x="339725" y="308991"/>
                  </a:cubicBezTo>
                  <a:lnTo>
                    <a:pt x="324866" y="279273"/>
                  </a:lnTo>
                  <a:cubicBezTo>
                    <a:pt x="322516" y="274688"/>
                    <a:pt x="322516" y="269253"/>
                    <a:pt x="324866" y="264668"/>
                  </a:cubicBezTo>
                  <a:cubicBezTo>
                    <a:pt x="329248" y="256413"/>
                    <a:pt x="332867" y="247758"/>
                    <a:pt x="335598" y="238823"/>
                  </a:cubicBezTo>
                  <a:cubicBezTo>
                    <a:pt x="337058" y="233915"/>
                    <a:pt x="340868" y="230016"/>
                    <a:pt x="345694" y="228346"/>
                  </a:cubicBezTo>
                  <a:lnTo>
                    <a:pt x="377444" y="217868"/>
                  </a:lnTo>
                  <a:cubicBezTo>
                    <a:pt x="382016" y="216364"/>
                    <a:pt x="385127" y="212084"/>
                    <a:pt x="385127" y="207264"/>
                  </a:cubicBezTo>
                  <a:lnTo>
                    <a:pt x="385127" y="183896"/>
                  </a:lnTo>
                  <a:cubicBezTo>
                    <a:pt x="385127" y="179076"/>
                    <a:pt x="382016" y="174796"/>
                    <a:pt x="377444" y="173291"/>
                  </a:cubicBezTo>
                  <a:lnTo>
                    <a:pt x="345694" y="162751"/>
                  </a:lnTo>
                  <a:cubicBezTo>
                    <a:pt x="340868" y="161080"/>
                    <a:pt x="337122" y="157213"/>
                    <a:pt x="335598" y="152336"/>
                  </a:cubicBezTo>
                  <a:cubicBezTo>
                    <a:pt x="332867" y="143402"/>
                    <a:pt x="329248" y="134747"/>
                    <a:pt x="324866" y="126492"/>
                  </a:cubicBezTo>
                  <a:cubicBezTo>
                    <a:pt x="322516" y="121907"/>
                    <a:pt x="322516" y="116472"/>
                    <a:pt x="324866" y="111887"/>
                  </a:cubicBezTo>
                  <a:lnTo>
                    <a:pt x="339725" y="82169"/>
                  </a:lnTo>
                  <a:cubicBezTo>
                    <a:pt x="341821" y="77921"/>
                    <a:pt x="340932" y="72828"/>
                    <a:pt x="337630" y="69469"/>
                  </a:cubicBezTo>
                  <a:lnTo>
                    <a:pt x="321120" y="52895"/>
                  </a:lnTo>
                  <a:cubicBezTo>
                    <a:pt x="317754" y="49600"/>
                    <a:pt x="312674" y="48768"/>
                    <a:pt x="308420" y="50800"/>
                  </a:cubicBezTo>
                  <a:lnTo>
                    <a:pt x="278701" y="65659"/>
                  </a:lnTo>
                  <a:cubicBezTo>
                    <a:pt x="274130" y="68040"/>
                    <a:pt x="268669" y="68040"/>
                    <a:pt x="264097" y="65659"/>
                  </a:cubicBezTo>
                  <a:cubicBezTo>
                    <a:pt x="255969" y="60915"/>
                    <a:pt x="247333" y="56959"/>
                    <a:pt x="238443" y="53848"/>
                  </a:cubicBezTo>
                  <a:cubicBezTo>
                    <a:pt x="233553" y="52375"/>
                    <a:pt x="229616" y="48616"/>
                    <a:pt x="227965" y="43751"/>
                  </a:cubicBezTo>
                  <a:lnTo>
                    <a:pt x="217487" y="12001"/>
                  </a:lnTo>
                  <a:cubicBezTo>
                    <a:pt x="215963" y="7436"/>
                    <a:pt x="211709" y="4356"/>
                    <a:pt x="206883" y="4382"/>
                  </a:cubicBezTo>
                  <a:lnTo>
                    <a:pt x="183451" y="4382"/>
                  </a:lnTo>
                  <a:cubicBezTo>
                    <a:pt x="178689" y="4388"/>
                    <a:pt x="174434" y="7455"/>
                    <a:pt x="172910" y="12001"/>
                  </a:cubicBezTo>
                  <a:lnTo>
                    <a:pt x="162370" y="43751"/>
                  </a:lnTo>
                  <a:cubicBezTo>
                    <a:pt x="160719" y="48616"/>
                    <a:pt x="156782" y="52375"/>
                    <a:pt x="151892" y="53848"/>
                  </a:cubicBezTo>
                  <a:cubicBezTo>
                    <a:pt x="142939" y="56610"/>
                    <a:pt x="134302" y="60204"/>
                    <a:pt x="126047" y="64579"/>
                  </a:cubicBezTo>
                  <a:cubicBezTo>
                    <a:pt x="121476" y="66961"/>
                    <a:pt x="116078" y="66961"/>
                    <a:pt x="111506" y="64579"/>
                  </a:cubicBezTo>
                  <a:lnTo>
                    <a:pt x="81788" y="49720"/>
                  </a:lnTo>
                  <a:cubicBezTo>
                    <a:pt x="77533" y="47663"/>
                    <a:pt x="72453" y="48508"/>
                    <a:pt x="69088" y="51816"/>
                  </a:cubicBezTo>
                  <a:lnTo>
                    <a:pt x="52514" y="68389"/>
                  </a:lnTo>
                  <a:cubicBezTo>
                    <a:pt x="49213" y="71755"/>
                    <a:pt x="48387" y="76841"/>
                    <a:pt x="50419" y="81089"/>
                  </a:cubicBezTo>
                  <a:lnTo>
                    <a:pt x="65278" y="110807"/>
                  </a:lnTo>
                  <a:cubicBezTo>
                    <a:pt x="67691" y="115386"/>
                    <a:pt x="67691" y="120834"/>
                    <a:pt x="65278" y="125413"/>
                  </a:cubicBezTo>
                  <a:cubicBezTo>
                    <a:pt x="60896" y="133667"/>
                    <a:pt x="57277" y="142322"/>
                    <a:pt x="54546" y="151257"/>
                  </a:cubicBezTo>
                  <a:cubicBezTo>
                    <a:pt x="53086" y="156153"/>
                    <a:pt x="49276" y="160032"/>
                    <a:pt x="44450" y="161671"/>
                  </a:cubicBezTo>
                  <a:lnTo>
                    <a:pt x="12700" y="172212"/>
                  </a:lnTo>
                  <a:cubicBezTo>
                    <a:pt x="8134" y="173723"/>
                    <a:pt x="5054" y="178003"/>
                    <a:pt x="5080" y="182816"/>
                  </a:cubicBezTo>
                  <a:lnTo>
                    <a:pt x="5080" y="206184"/>
                  </a:lnTo>
                  <a:cubicBezTo>
                    <a:pt x="5054" y="210998"/>
                    <a:pt x="8134" y="215278"/>
                    <a:pt x="12700" y="216789"/>
                  </a:cubicBezTo>
                  <a:lnTo>
                    <a:pt x="44450" y="227266"/>
                  </a:lnTo>
                  <a:cubicBezTo>
                    <a:pt x="49339" y="228917"/>
                    <a:pt x="53086" y="232823"/>
                    <a:pt x="54546" y="237744"/>
                  </a:cubicBezTo>
                  <a:cubicBezTo>
                    <a:pt x="57277" y="246678"/>
                    <a:pt x="60896" y="255333"/>
                    <a:pt x="65278" y="263589"/>
                  </a:cubicBezTo>
                  <a:cubicBezTo>
                    <a:pt x="67691" y="268167"/>
                    <a:pt x="67691" y="273615"/>
                    <a:pt x="65278" y="278194"/>
                  </a:cubicBezTo>
                  <a:lnTo>
                    <a:pt x="50419" y="307911"/>
                  </a:lnTo>
                  <a:cubicBezTo>
                    <a:pt x="48387" y="312166"/>
                    <a:pt x="49213" y="317240"/>
                    <a:pt x="52514" y="320611"/>
                  </a:cubicBezTo>
                  <a:lnTo>
                    <a:pt x="69088" y="337121"/>
                  </a:lnTo>
                  <a:cubicBezTo>
                    <a:pt x="72453" y="340449"/>
                    <a:pt x="77533" y="341294"/>
                    <a:pt x="81788" y="339217"/>
                  </a:cubicBezTo>
                  <a:lnTo>
                    <a:pt x="111506" y="324358"/>
                  </a:lnTo>
                  <a:cubicBezTo>
                    <a:pt x="113665" y="323272"/>
                    <a:pt x="116078" y="322707"/>
                    <a:pt x="118491" y="322707"/>
                  </a:cubicBezTo>
                  <a:close/>
                  <a:moveTo>
                    <a:pt x="195009" y="304482"/>
                  </a:moveTo>
                  <a:cubicBezTo>
                    <a:pt x="134620" y="304514"/>
                    <a:pt x="85662" y="255588"/>
                    <a:pt x="85598" y="195199"/>
                  </a:cubicBezTo>
                  <a:cubicBezTo>
                    <a:pt x="85534" y="134810"/>
                    <a:pt x="134493" y="85820"/>
                    <a:pt x="194882" y="85789"/>
                  </a:cubicBezTo>
                  <a:cubicBezTo>
                    <a:pt x="255270" y="85750"/>
                    <a:pt x="304228" y="134683"/>
                    <a:pt x="304292" y="195072"/>
                  </a:cubicBezTo>
                  <a:cubicBezTo>
                    <a:pt x="304292" y="195116"/>
                    <a:pt x="304292" y="195154"/>
                    <a:pt x="304292" y="195199"/>
                  </a:cubicBezTo>
                  <a:cubicBezTo>
                    <a:pt x="304228" y="255524"/>
                    <a:pt x="255334" y="304412"/>
                    <a:pt x="195009" y="304482"/>
                  </a:cubicBezTo>
                  <a:close/>
                  <a:moveTo>
                    <a:pt x="195009" y="90488"/>
                  </a:moveTo>
                  <a:cubicBezTo>
                    <a:pt x="137160" y="90488"/>
                    <a:pt x="90297" y="137370"/>
                    <a:pt x="90297" y="195199"/>
                  </a:cubicBezTo>
                  <a:cubicBezTo>
                    <a:pt x="90297" y="253028"/>
                    <a:pt x="137160" y="299910"/>
                    <a:pt x="195009" y="299910"/>
                  </a:cubicBezTo>
                  <a:cubicBezTo>
                    <a:pt x="252857" y="299910"/>
                    <a:pt x="299720" y="253028"/>
                    <a:pt x="299720" y="195199"/>
                  </a:cubicBezTo>
                  <a:cubicBezTo>
                    <a:pt x="299657" y="137395"/>
                    <a:pt x="252794" y="90557"/>
                    <a:pt x="195009" y="90488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85" name="Google Shape;385;p10"/>
            <p:cNvSpPr/>
            <p:nvPr/>
          </p:nvSpPr>
          <p:spPr>
            <a:xfrm>
              <a:off x="6590014" y="5249021"/>
              <a:ext cx="171323" cy="171322"/>
            </a:xfrm>
            <a:custGeom>
              <a:rect b="b" l="l" r="r" t="t"/>
              <a:pathLst>
                <a:path extrusionOk="0" h="171322" w="171323">
                  <a:moveTo>
                    <a:pt x="0" y="85725"/>
                  </a:moveTo>
                  <a:cubicBezTo>
                    <a:pt x="-63" y="38417"/>
                    <a:pt x="38291" y="38"/>
                    <a:pt x="85598" y="0"/>
                  </a:cubicBezTo>
                  <a:cubicBezTo>
                    <a:pt x="132906" y="-32"/>
                    <a:pt x="171260" y="38291"/>
                    <a:pt x="171323" y="85598"/>
                  </a:cubicBezTo>
                  <a:cubicBezTo>
                    <a:pt x="171387" y="132905"/>
                    <a:pt x="133033" y="171285"/>
                    <a:pt x="85725" y="171323"/>
                  </a:cubicBezTo>
                  <a:cubicBezTo>
                    <a:pt x="85725" y="171323"/>
                    <a:pt x="85662" y="171323"/>
                    <a:pt x="85662" y="171323"/>
                  </a:cubicBezTo>
                  <a:cubicBezTo>
                    <a:pt x="38418" y="171355"/>
                    <a:pt x="64" y="133064"/>
                    <a:pt x="0" y="85789"/>
                  </a:cubicBezTo>
                  <a:cubicBezTo>
                    <a:pt x="0" y="85770"/>
                    <a:pt x="0" y="85744"/>
                    <a:pt x="0" y="8572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86" name="Google Shape;386;p10"/>
            <p:cNvSpPr/>
            <p:nvPr/>
          </p:nvSpPr>
          <p:spPr>
            <a:xfrm>
              <a:off x="6587601" y="5246735"/>
              <a:ext cx="175895" cy="175895"/>
            </a:xfrm>
            <a:custGeom>
              <a:rect b="b" l="l" r="r" t="t"/>
              <a:pathLst>
                <a:path extrusionOk="0" h="175895" w="175895">
                  <a:moveTo>
                    <a:pt x="88075" y="175895"/>
                  </a:moveTo>
                  <a:cubicBezTo>
                    <a:pt x="39497" y="175965"/>
                    <a:pt x="64" y="136646"/>
                    <a:pt x="0" y="88075"/>
                  </a:cubicBezTo>
                  <a:cubicBezTo>
                    <a:pt x="-63" y="39503"/>
                    <a:pt x="39243" y="70"/>
                    <a:pt x="87821" y="0"/>
                  </a:cubicBezTo>
                  <a:cubicBezTo>
                    <a:pt x="136398" y="-70"/>
                    <a:pt x="175832" y="39249"/>
                    <a:pt x="175895" y="87820"/>
                  </a:cubicBezTo>
                  <a:cubicBezTo>
                    <a:pt x="175895" y="87884"/>
                    <a:pt x="175895" y="87947"/>
                    <a:pt x="175895" y="88011"/>
                  </a:cubicBezTo>
                  <a:cubicBezTo>
                    <a:pt x="175832" y="136519"/>
                    <a:pt x="136525" y="175825"/>
                    <a:pt x="88011" y="175895"/>
                  </a:cubicBezTo>
                  <a:close/>
                  <a:moveTo>
                    <a:pt x="88075" y="4445"/>
                  </a:moveTo>
                  <a:cubicBezTo>
                    <a:pt x="42037" y="4445"/>
                    <a:pt x="4763" y="41745"/>
                    <a:pt x="4763" y="87757"/>
                  </a:cubicBezTo>
                  <a:cubicBezTo>
                    <a:pt x="4763" y="133769"/>
                    <a:pt x="42037" y="171069"/>
                    <a:pt x="88075" y="171069"/>
                  </a:cubicBezTo>
                  <a:cubicBezTo>
                    <a:pt x="134112" y="171069"/>
                    <a:pt x="171387" y="133769"/>
                    <a:pt x="171387" y="87757"/>
                  </a:cubicBezTo>
                  <a:cubicBezTo>
                    <a:pt x="171323" y="41758"/>
                    <a:pt x="134049" y="4483"/>
                    <a:pt x="88075" y="4445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87" name="Google Shape;387;p10"/>
            <p:cNvSpPr/>
            <p:nvPr/>
          </p:nvSpPr>
          <p:spPr>
            <a:xfrm>
              <a:off x="6569028" y="4821480"/>
              <a:ext cx="278426" cy="278501"/>
            </a:xfrm>
            <a:custGeom>
              <a:rect b="b" l="l" r="r" t="t"/>
              <a:pathLst>
                <a:path extrusionOk="0" h="278501" w="278426">
                  <a:moveTo>
                    <a:pt x="183483" y="278443"/>
                  </a:moveTo>
                  <a:cubicBezTo>
                    <a:pt x="178912" y="278443"/>
                    <a:pt x="174593" y="276449"/>
                    <a:pt x="171609" y="272982"/>
                  </a:cubicBezTo>
                  <a:lnTo>
                    <a:pt x="157956" y="257297"/>
                  </a:lnTo>
                  <a:cubicBezTo>
                    <a:pt x="155607" y="254605"/>
                    <a:pt x="152051" y="253208"/>
                    <a:pt x="148495" y="253551"/>
                  </a:cubicBezTo>
                  <a:cubicBezTo>
                    <a:pt x="142336" y="254027"/>
                    <a:pt x="136176" y="254027"/>
                    <a:pt x="130016" y="253551"/>
                  </a:cubicBezTo>
                  <a:cubicBezTo>
                    <a:pt x="126397" y="253265"/>
                    <a:pt x="122904" y="254675"/>
                    <a:pt x="120491" y="257361"/>
                  </a:cubicBezTo>
                  <a:lnTo>
                    <a:pt x="106839" y="273045"/>
                  </a:lnTo>
                  <a:cubicBezTo>
                    <a:pt x="102394" y="278182"/>
                    <a:pt x="95218" y="279903"/>
                    <a:pt x="88932" y="277300"/>
                  </a:cubicBezTo>
                  <a:lnTo>
                    <a:pt x="77185" y="272474"/>
                  </a:lnTo>
                  <a:cubicBezTo>
                    <a:pt x="70898" y="269883"/>
                    <a:pt x="67024" y="263552"/>
                    <a:pt x="67532" y="256789"/>
                  </a:cubicBezTo>
                  <a:lnTo>
                    <a:pt x="68993" y="236025"/>
                  </a:lnTo>
                  <a:cubicBezTo>
                    <a:pt x="69183" y="232424"/>
                    <a:pt x="67723" y="228938"/>
                    <a:pt x="64929" y="226627"/>
                  </a:cubicBezTo>
                  <a:cubicBezTo>
                    <a:pt x="60230" y="222620"/>
                    <a:pt x="55848" y="218251"/>
                    <a:pt x="51848" y="213546"/>
                  </a:cubicBezTo>
                  <a:cubicBezTo>
                    <a:pt x="49498" y="210815"/>
                    <a:pt x="46006" y="209336"/>
                    <a:pt x="42450" y="209545"/>
                  </a:cubicBezTo>
                  <a:lnTo>
                    <a:pt x="21749" y="211006"/>
                  </a:lnTo>
                  <a:cubicBezTo>
                    <a:pt x="14954" y="211469"/>
                    <a:pt x="8668" y="207558"/>
                    <a:pt x="6064" y="201290"/>
                  </a:cubicBezTo>
                  <a:lnTo>
                    <a:pt x="1175" y="189606"/>
                  </a:lnTo>
                  <a:cubicBezTo>
                    <a:pt x="-1365" y="183320"/>
                    <a:pt x="286" y="176100"/>
                    <a:pt x="5429" y="171636"/>
                  </a:cubicBezTo>
                  <a:lnTo>
                    <a:pt x="21114" y="158047"/>
                  </a:lnTo>
                  <a:cubicBezTo>
                    <a:pt x="23781" y="155634"/>
                    <a:pt x="25178" y="152116"/>
                    <a:pt x="24924" y="148522"/>
                  </a:cubicBezTo>
                  <a:cubicBezTo>
                    <a:pt x="24416" y="142394"/>
                    <a:pt x="24416" y="136234"/>
                    <a:pt x="24924" y="130107"/>
                  </a:cubicBezTo>
                  <a:cubicBezTo>
                    <a:pt x="25241" y="126487"/>
                    <a:pt x="23844" y="122931"/>
                    <a:pt x="21114" y="120518"/>
                  </a:cubicBezTo>
                  <a:lnTo>
                    <a:pt x="5429" y="106929"/>
                  </a:lnTo>
                  <a:cubicBezTo>
                    <a:pt x="286" y="102465"/>
                    <a:pt x="-1365" y="95245"/>
                    <a:pt x="1175" y="88959"/>
                  </a:cubicBezTo>
                  <a:lnTo>
                    <a:pt x="6064" y="77275"/>
                  </a:lnTo>
                  <a:cubicBezTo>
                    <a:pt x="8604" y="70975"/>
                    <a:pt x="14954" y="67057"/>
                    <a:pt x="21749" y="67559"/>
                  </a:cubicBezTo>
                  <a:lnTo>
                    <a:pt x="42450" y="69020"/>
                  </a:lnTo>
                  <a:cubicBezTo>
                    <a:pt x="46069" y="69236"/>
                    <a:pt x="49562" y="67724"/>
                    <a:pt x="51911" y="64956"/>
                  </a:cubicBezTo>
                  <a:cubicBezTo>
                    <a:pt x="55912" y="60276"/>
                    <a:pt x="60230" y="55919"/>
                    <a:pt x="64929" y="51938"/>
                  </a:cubicBezTo>
                  <a:cubicBezTo>
                    <a:pt x="67660" y="49620"/>
                    <a:pt x="69183" y="46141"/>
                    <a:pt x="68993" y="42540"/>
                  </a:cubicBezTo>
                  <a:lnTo>
                    <a:pt x="67532" y="21776"/>
                  </a:lnTo>
                  <a:cubicBezTo>
                    <a:pt x="67024" y="15013"/>
                    <a:pt x="70898" y="8682"/>
                    <a:pt x="77185" y="6091"/>
                  </a:cubicBezTo>
                  <a:lnTo>
                    <a:pt x="88932" y="1265"/>
                  </a:lnTo>
                  <a:cubicBezTo>
                    <a:pt x="95218" y="-1338"/>
                    <a:pt x="102394" y="382"/>
                    <a:pt x="106839" y="5520"/>
                  </a:cubicBezTo>
                  <a:lnTo>
                    <a:pt x="120491" y="21204"/>
                  </a:lnTo>
                  <a:cubicBezTo>
                    <a:pt x="122841" y="23903"/>
                    <a:pt x="126397" y="25293"/>
                    <a:pt x="129953" y="24951"/>
                  </a:cubicBezTo>
                  <a:cubicBezTo>
                    <a:pt x="136113" y="24474"/>
                    <a:pt x="142272" y="24474"/>
                    <a:pt x="148431" y="24951"/>
                  </a:cubicBezTo>
                  <a:cubicBezTo>
                    <a:pt x="152051" y="25236"/>
                    <a:pt x="155543" y="23827"/>
                    <a:pt x="157956" y="21141"/>
                  </a:cubicBezTo>
                  <a:lnTo>
                    <a:pt x="171609" y="5456"/>
                  </a:lnTo>
                  <a:cubicBezTo>
                    <a:pt x="176054" y="319"/>
                    <a:pt x="183229" y="-1402"/>
                    <a:pt x="189516" y="1202"/>
                  </a:cubicBezTo>
                  <a:lnTo>
                    <a:pt x="201263" y="6028"/>
                  </a:lnTo>
                  <a:cubicBezTo>
                    <a:pt x="207550" y="8618"/>
                    <a:pt x="211424" y="14949"/>
                    <a:pt x="210915" y="21712"/>
                  </a:cubicBezTo>
                  <a:lnTo>
                    <a:pt x="209455" y="42477"/>
                  </a:lnTo>
                  <a:cubicBezTo>
                    <a:pt x="209264" y="46077"/>
                    <a:pt x="210725" y="49563"/>
                    <a:pt x="213519" y="51875"/>
                  </a:cubicBezTo>
                  <a:cubicBezTo>
                    <a:pt x="218218" y="55882"/>
                    <a:pt x="222600" y="60250"/>
                    <a:pt x="226600" y="64956"/>
                  </a:cubicBezTo>
                  <a:cubicBezTo>
                    <a:pt x="228950" y="67692"/>
                    <a:pt x="232442" y="69172"/>
                    <a:pt x="235998" y="68956"/>
                  </a:cubicBezTo>
                  <a:lnTo>
                    <a:pt x="256699" y="67496"/>
                  </a:lnTo>
                  <a:cubicBezTo>
                    <a:pt x="263493" y="66994"/>
                    <a:pt x="269843" y="70912"/>
                    <a:pt x="272384" y="77211"/>
                  </a:cubicBezTo>
                  <a:lnTo>
                    <a:pt x="277210" y="88895"/>
                  </a:lnTo>
                  <a:cubicBezTo>
                    <a:pt x="279813" y="95163"/>
                    <a:pt x="278162" y="102408"/>
                    <a:pt x="273018" y="106866"/>
                  </a:cubicBezTo>
                  <a:lnTo>
                    <a:pt x="257334" y="120455"/>
                  </a:lnTo>
                  <a:cubicBezTo>
                    <a:pt x="254667" y="122868"/>
                    <a:pt x="253270" y="126386"/>
                    <a:pt x="253524" y="129980"/>
                  </a:cubicBezTo>
                  <a:cubicBezTo>
                    <a:pt x="254032" y="136107"/>
                    <a:pt x="254032" y="142267"/>
                    <a:pt x="253524" y="148395"/>
                  </a:cubicBezTo>
                  <a:cubicBezTo>
                    <a:pt x="253206" y="152020"/>
                    <a:pt x="254603" y="155589"/>
                    <a:pt x="257334" y="157983"/>
                  </a:cubicBezTo>
                  <a:lnTo>
                    <a:pt x="273018" y="171572"/>
                  </a:lnTo>
                  <a:cubicBezTo>
                    <a:pt x="278162" y="176030"/>
                    <a:pt x="279813" y="183275"/>
                    <a:pt x="277210" y="189543"/>
                  </a:cubicBezTo>
                  <a:lnTo>
                    <a:pt x="272384" y="201227"/>
                  </a:lnTo>
                  <a:cubicBezTo>
                    <a:pt x="269843" y="207526"/>
                    <a:pt x="263493" y="211444"/>
                    <a:pt x="256699" y="210942"/>
                  </a:cubicBezTo>
                  <a:lnTo>
                    <a:pt x="235998" y="209482"/>
                  </a:lnTo>
                  <a:cubicBezTo>
                    <a:pt x="232378" y="209266"/>
                    <a:pt x="228886" y="210777"/>
                    <a:pt x="226537" y="213546"/>
                  </a:cubicBezTo>
                  <a:cubicBezTo>
                    <a:pt x="222662" y="218213"/>
                    <a:pt x="218408" y="222569"/>
                    <a:pt x="213837" y="226563"/>
                  </a:cubicBezTo>
                  <a:cubicBezTo>
                    <a:pt x="211042" y="228900"/>
                    <a:pt x="209582" y="232405"/>
                    <a:pt x="209773" y="236025"/>
                  </a:cubicBezTo>
                  <a:lnTo>
                    <a:pt x="211233" y="256726"/>
                  </a:lnTo>
                  <a:cubicBezTo>
                    <a:pt x="211741" y="263488"/>
                    <a:pt x="207867" y="269819"/>
                    <a:pt x="201581" y="272410"/>
                  </a:cubicBezTo>
                  <a:lnTo>
                    <a:pt x="189833" y="277236"/>
                  </a:lnTo>
                  <a:cubicBezTo>
                    <a:pt x="187801" y="278081"/>
                    <a:pt x="185642" y="278494"/>
                    <a:pt x="183483" y="278443"/>
                  </a:cubicBezTo>
                  <a:close/>
                  <a:moveTo>
                    <a:pt x="149384" y="248915"/>
                  </a:moveTo>
                  <a:cubicBezTo>
                    <a:pt x="154019" y="248890"/>
                    <a:pt x="158401" y="250858"/>
                    <a:pt x="161449" y="254313"/>
                  </a:cubicBezTo>
                  <a:lnTo>
                    <a:pt x="175037" y="269997"/>
                  </a:lnTo>
                  <a:cubicBezTo>
                    <a:pt x="178212" y="273617"/>
                    <a:pt x="183293" y="274817"/>
                    <a:pt x="187737" y="272982"/>
                  </a:cubicBezTo>
                  <a:lnTo>
                    <a:pt x="199486" y="268156"/>
                  </a:lnTo>
                  <a:cubicBezTo>
                    <a:pt x="203930" y="266327"/>
                    <a:pt x="206725" y="261844"/>
                    <a:pt x="206343" y="257043"/>
                  </a:cubicBezTo>
                  <a:lnTo>
                    <a:pt x="204883" y="236342"/>
                  </a:lnTo>
                  <a:cubicBezTo>
                    <a:pt x="204565" y="231275"/>
                    <a:pt x="206661" y="226347"/>
                    <a:pt x="210535" y="223071"/>
                  </a:cubicBezTo>
                  <a:cubicBezTo>
                    <a:pt x="215106" y="219191"/>
                    <a:pt x="219361" y="214943"/>
                    <a:pt x="223235" y="210371"/>
                  </a:cubicBezTo>
                  <a:cubicBezTo>
                    <a:pt x="226473" y="206472"/>
                    <a:pt x="231426" y="204351"/>
                    <a:pt x="236506" y="204656"/>
                  </a:cubicBezTo>
                  <a:lnTo>
                    <a:pt x="257207" y="206180"/>
                  </a:lnTo>
                  <a:cubicBezTo>
                    <a:pt x="261969" y="206523"/>
                    <a:pt x="266478" y="203760"/>
                    <a:pt x="268319" y="199322"/>
                  </a:cubicBezTo>
                  <a:lnTo>
                    <a:pt x="273209" y="187574"/>
                  </a:lnTo>
                  <a:cubicBezTo>
                    <a:pt x="275050" y="183129"/>
                    <a:pt x="273844" y="177992"/>
                    <a:pt x="270161" y="174874"/>
                  </a:cubicBezTo>
                  <a:lnTo>
                    <a:pt x="254476" y="161222"/>
                  </a:lnTo>
                  <a:cubicBezTo>
                    <a:pt x="250666" y="157881"/>
                    <a:pt x="248698" y="152928"/>
                    <a:pt x="249142" y="147887"/>
                  </a:cubicBezTo>
                  <a:cubicBezTo>
                    <a:pt x="249587" y="141987"/>
                    <a:pt x="249587" y="136069"/>
                    <a:pt x="249142" y="130170"/>
                  </a:cubicBezTo>
                  <a:cubicBezTo>
                    <a:pt x="248698" y="125109"/>
                    <a:pt x="250666" y="120137"/>
                    <a:pt x="254476" y="116772"/>
                  </a:cubicBezTo>
                  <a:lnTo>
                    <a:pt x="270161" y="103183"/>
                  </a:lnTo>
                  <a:cubicBezTo>
                    <a:pt x="273844" y="100065"/>
                    <a:pt x="275050" y="94928"/>
                    <a:pt x="273209" y="90483"/>
                  </a:cubicBezTo>
                  <a:lnTo>
                    <a:pt x="268319" y="78735"/>
                  </a:lnTo>
                  <a:cubicBezTo>
                    <a:pt x="266478" y="74296"/>
                    <a:pt x="261969" y="71534"/>
                    <a:pt x="257207" y="71877"/>
                  </a:cubicBezTo>
                  <a:lnTo>
                    <a:pt x="236506" y="73401"/>
                  </a:lnTo>
                  <a:cubicBezTo>
                    <a:pt x="231489" y="73693"/>
                    <a:pt x="226600" y="71598"/>
                    <a:pt x="223298" y="67750"/>
                  </a:cubicBezTo>
                  <a:cubicBezTo>
                    <a:pt x="219425" y="63165"/>
                    <a:pt x="215170" y="58917"/>
                    <a:pt x="210598" y="55050"/>
                  </a:cubicBezTo>
                  <a:cubicBezTo>
                    <a:pt x="206725" y="51760"/>
                    <a:pt x="204629" y="46845"/>
                    <a:pt x="204947" y="41778"/>
                  </a:cubicBezTo>
                  <a:lnTo>
                    <a:pt x="206407" y="21014"/>
                  </a:lnTo>
                  <a:cubicBezTo>
                    <a:pt x="206787" y="16213"/>
                    <a:pt x="203994" y="11730"/>
                    <a:pt x="199549" y="9901"/>
                  </a:cubicBezTo>
                  <a:lnTo>
                    <a:pt x="187801" y="5075"/>
                  </a:lnTo>
                  <a:cubicBezTo>
                    <a:pt x="183356" y="3240"/>
                    <a:pt x="178276" y="4440"/>
                    <a:pt x="175101" y="8060"/>
                  </a:cubicBezTo>
                  <a:lnTo>
                    <a:pt x="161513" y="23744"/>
                  </a:lnTo>
                  <a:cubicBezTo>
                    <a:pt x="158147" y="27554"/>
                    <a:pt x="153194" y="29554"/>
                    <a:pt x="148114" y="29142"/>
                  </a:cubicBezTo>
                  <a:cubicBezTo>
                    <a:pt x="142208" y="28634"/>
                    <a:pt x="136303" y="28634"/>
                    <a:pt x="130398" y="29142"/>
                  </a:cubicBezTo>
                  <a:cubicBezTo>
                    <a:pt x="125381" y="29535"/>
                    <a:pt x="120428" y="27535"/>
                    <a:pt x="117063" y="23744"/>
                  </a:cubicBezTo>
                  <a:lnTo>
                    <a:pt x="103474" y="8060"/>
                  </a:lnTo>
                  <a:cubicBezTo>
                    <a:pt x="100299" y="4440"/>
                    <a:pt x="95218" y="3240"/>
                    <a:pt x="90773" y="5075"/>
                  </a:cubicBezTo>
                  <a:lnTo>
                    <a:pt x="79026" y="9901"/>
                  </a:lnTo>
                  <a:cubicBezTo>
                    <a:pt x="74581" y="11730"/>
                    <a:pt x="71787" y="16213"/>
                    <a:pt x="72168" y="21014"/>
                  </a:cubicBezTo>
                  <a:lnTo>
                    <a:pt x="73628" y="41715"/>
                  </a:lnTo>
                  <a:cubicBezTo>
                    <a:pt x="73946" y="46782"/>
                    <a:pt x="71850" y="51709"/>
                    <a:pt x="67977" y="54986"/>
                  </a:cubicBezTo>
                  <a:cubicBezTo>
                    <a:pt x="63405" y="58866"/>
                    <a:pt x="59150" y="63114"/>
                    <a:pt x="55277" y="67686"/>
                  </a:cubicBezTo>
                  <a:cubicBezTo>
                    <a:pt x="52038" y="71585"/>
                    <a:pt x="47085" y="73706"/>
                    <a:pt x="42005" y="73401"/>
                  </a:cubicBezTo>
                  <a:lnTo>
                    <a:pt x="21304" y="71877"/>
                  </a:lnTo>
                  <a:cubicBezTo>
                    <a:pt x="16542" y="71534"/>
                    <a:pt x="12033" y="74296"/>
                    <a:pt x="10192" y="78735"/>
                  </a:cubicBezTo>
                  <a:lnTo>
                    <a:pt x="5303" y="90483"/>
                  </a:lnTo>
                  <a:cubicBezTo>
                    <a:pt x="3461" y="94928"/>
                    <a:pt x="4667" y="100065"/>
                    <a:pt x="8350" y="103183"/>
                  </a:cubicBezTo>
                  <a:lnTo>
                    <a:pt x="24035" y="116835"/>
                  </a:lnTo>
                  <a:cubicBezTo>
                    <a:pt x="27845" y="120175"/>
                    <a:pt x="29813" y="125128"/>
                    <a:pt x="29369" y="130170"/>
                  </a:cubicBezTo>
                  <a:cubicBezTo>
                    <a:pt x="28924" y="136069"/>
                    <a:pt x="28924" y="141987"/>
                    <a:pt x="29369" y="147887"/>
                  </a:cubicBezTo>
                  <a:cubicBezTo>
                    <a:pt x="29813" y="152941"/>
                    <a:pt x="27845" y="157900"/>
                    <a:pt x="24035" y="161285"/>
                  </a:cubicBezTo>
                  <a:lnTo>
                    <a:pt x="8350" y="174874"/>
                  </a:lnTo>
                  <a:cubicBezTo>
                    <a:pt x="4667" y="177992"/>
                    <a:pt x="3461" y="183129"/>
                    <a:pt x="5303" y="187574"/>
                  </a:cubicBezTo>
                  <a:lnTo>
                    <a:pt x="10192" y="199322"/>
                  </a:lnTo>
                  <a:cubicBezTo>
                    <a:pt x="12033" y="203760"/>
                    <a:pt x="16542" y="206523"/>
                    <a:pt x="21304" y="206180"/>
                  </a:cubicBezTo>
                  <a:lnTo>
                    <a:pt x="42005" y="204719"/>
                  </a:lnTo>
                  <a:cubicBezTo>
                    <a:pt x="47022" y="204376"/>
                    <a:pt x="51975" y="206446"/>
                    <a:pt x="55213" y="210307"/>
                  </a:cubicBezTo>
                  <a:cubicBezTo>
                    <a:pt x="59087" y="214892"/>
                    <a:pt x="63341" y="219140"/>
                    <a:pt x="67913" y="223007"/>
                  </a:cubicBezTo>
                  <a:cubicBezTo>
                    <a:pt x="71787" y="226296"/>
                    <a:pt x="73882" y="231211"/>
                    <a:pt x="73565" y="236279"/>
                  </a:cubicBezTo>
                  <a:lnTo>
                    <a:pt x="72104" y="257043"/>
                  </a:lnTo>
                  <a:cubicBezTo>
                    <a:pt x="71723" y="261844"/>
                    <a:pt x="74517" y="266327"/>
                    <a:pt x="78962" y="268156"/>
                  </a:cubicBezTo>
                  <a:lnTo>
                    <a:pt x="90710" y="272982"/>
                  </a:lnTo>
                  <a:cubicBezTo>
                    <a:pt x="95155" y="274817"/>
                    <a:pt x="100235" y="273617"/>
                    <a:pt x="103410" y="269997"/>
                  </a:cubicBezTo>
                  <a:lnTo>
                    <a:pt x="116999" y="254313"/>
                  </a:lnTo>
                  <a:cubicBezTo>
                    <a:pt x="120364" y="250503"/>
                    <a:pt x="125317" y="248502"/>
                    <a:pt x="130398" y="248915"/>
                  </a:cubicBezTo>
                  <a:cubicBezTo>
                    <a:pt x="136303" y="249423"/>
                    <a:pt x="142208" y="249423"/>
                    <a:pt x="148114" y="248915"/>
                  </a:cubicBezTo>
                  <a:close/>
                  <a:moveTo>
                    <a:pt x="139351" y="221801"/>
                  </a:moveTo>
                  <a:cubicBezTo>
                    <a:pt x="93758" y="221801"/>
                    <a:pt x="56801" y="184844"/>
                    <a:pt x="56801" y="139251"/>
                  </a:cubicBezTo>
                  <a:cubicBezTo>
                    <a:pt x="56801" y="93658"/>
                    <a:pt x="93758" y="56701"/>
                    <a:pt x="139351" y="56701"/>
                  </a:cubicBezTo>
                  <a:cubicBezTo>
                    <a:pt x="184944" y="56701"/>
                    <a:pt x="221901" y="93658"/>
                    <a:pt x="221901" y="139251"/>
                  </a:cubicBezTo>
                  <a:cubicBezTo>
                    <a:pt x="221901" y="172575"/>
                    <a:pt x="201835" y="202636"/>
                    <a:pt x="171101" y="215451"/>
                  </a:cubicBezTo>
                  <a:cubicBezTo>
                    <a:pt x="161068" y="219642"/>
                    <a:pt x="150273" y="221801"/>
                    <a:pt x="139351" y="221801"/>
                  </a:cubicBezTo>
                  <a:close/>
                  <a:moveTo>
                    <a:pt x="139351" y="61273"/>
                  </a:moveTo>
                  <a:cubicBezTo>
                    <a:pt x="96298" y="61298"/>
                    <a:pt x="61373" y="96236"/>
                    <a:pt x="61436" y="139301"/>
                  </a:cubicBezTo>
                  <a:cubicBezTo>
                    <a:pt x="61436" y="182367"/>
                    <a:pt x="96362" y="217254"/>
                    <a:pt x="139478" y="217229"/>
                  </a:cubicBezTo>
                  <a:cubicBezTo>
                    <a:pt x="149701" y="217222"/>
                    <a:pt x="159862" y="215197"/>
                    <a:pt x="169323" y="211260"/>
                  </a:cubicBezTo>
                  <a:lnTo>
                    <a:pt x="169323" y="211260"/>
                  </a:lnTo>
                  <a:cubicBezTo>
                    <a:pt x="209074" y="194737"/>
                    <a:pt x="227933" y="149099"/>
                    <a:pt x="211424" y="109329"/>
                  </a:cubicBezTo>
                  <a:cubicBezTo>
                    <a:pt x="199295" y="80215"/>
                    <a:pt x="170847" y="61253"/>
                    <a:pt x="139351" y="61273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88" name="Google Shape;388;p10"/>
            <p:cNvSpPr/>
            <p:nvPr/>
          </p:nvSpPr>
          <p:spPr>
            <a:xfrm>
              <a:off x="6644318" y="4896505"/>
              <a:ext cx="128438" cy="128430"/>
            </a:xfrm>
            <a:custGeom>
              <a:rect b="b" l="l" r="r" t="t"/>
              <a:pathLst>
                <a:path extrusionOk="0" h="128430" w="128438">
                  <a:moveTo>
                    <a:pt x="4879" y="88736"/>
                  </a:moveTo>
                  <a:cubicBezTo>
                    <a:pt x="-8647" y="55970"/>
                    <a:pt x="6911" y="18429"/>
                    <a:pt x="39677" y="4885"/>
                  </a:cubicBezTo>
                  <a:cubicBezTo>
                    <a:pt x="72443" y="-8660"/>
                    <a:pt x="109972" y="6929"/>
                    <a:pt x="123560" y="39695"/>
                  </a:cubicBezTo>
                  <a:cubicBezTo>
                    <a:pt x="137085" y="72449"/>
                    <a:pt x="121528" y="109977"/>
                    <a:pt x="88762" y="123535"/>
                  </a:cubicBezTo>
                  <a:cubicBezTo>
                    <a:pt x="55997" y="137092"/>
                    <a:pt x="18468" y="121528"/>
                    <a:pt x="4879" y="88768"/>
                  </a:cubicBezTo>
                  <a:cubicBezTo>
                    <a:pt x="4879" y="88756"/>
                    <a:pt x="4879" y="88749"/>
                    <a:pt x="4879" y="88736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89" name="Google Shape;389;p10"/>
            <p:cNvSpPr/>
            <p:nvPr/>
          </p:nvSpPr>
          <p:spPr>
            <a:xfrm>
              <a:off x="6641513" y="4893992"/>
              <a:ext cx="133223" cy="133223"/>
            </a:xfrm>
            <a:custGeom>
              <a:rect b="b" l="l" r="r" t="t"/>
              <a:pathLst>
                <a:path extrusionOk="0" h="133223" w="133223">
                  <a:moveTo>
                    <a:pt x="66739" y="133223"/>
                  </a:moveTo>
                  <a:cubicBezTo>
                    <a:pt x="29972" y="133287"/>
                    <a:pt x="64" y="103511"/>
                    <a:pt x="0" y="66726"/>
                  </a:cubicBezTo>
                  <a:cubicBezTo>
                    <a:pt x="-63" y="29940"/>
                    <a:pt x="29718" y="64"/>
                    <a:pt x="66485" y="0"/>
                  </a:cubicBezTo>
                  <a:cubicBezTo>
                    <a:pt x="103315" y="-63"/>
                    <a:pt x="133160" y="29712"/>
                    <a:pt x="133223" y="66497"/>
                  </a:cubicBezTo>
                  <a:cubicBezTo>
                    <a:pt x="133287" y="93472"/>
                    <a:pt x="117031" y="117812"/>
                    <a:pt x="92139" y="128143"/>
                  </a:cubicBezTo>
                  <a:cubicBezTo>
                    <a:pt x="84074" y="131502"/>
                    <a:pt x="75439" y="133230"/>
                    <a:pt x="66739" y="133223"/>
                  </a:cubicBezTo>
                  <a:close/>
                  <a:moveTo>
                    <a:pt x="66739" y="4763"/>
                  </a:moveTo>
                  <a:cubicBezTo>
                    <a:pt x="32385" y="4655"/>
                    <a:pt x="4445" y="32430"/>
                    <a:pt x="4318" y="66802"/>
                  </a:cubicBezTo>
                  <a:cubicBezTo>
                    <a:pt x="4191" y="101168"/>
                    <a:pt x="32004" y="129115"/>
                    <a:pt x="66358" y="129223"/>
                  </a:cubicBezTo>
                  <a:cubicBezTo>
                    <a:pt x="100711" y="129331"/>
                    <a:pt x="128652" y="101549"/>
                    <a:pt x="128778" y="67183"/>
                  </a:cubicBezTo>
                  <a:cubicBezTo>
                    <a:pt x="128841" y="41967"/>
                    <a:pt x="113728" y="19203"/>
                    <a:pt x="90424" y="9525"/>
                  </a:cubicBezTo>
                  <a:cubicBezTo>
                    <a:pt x="82931" y="6388"/>
                    <a:pt x="74866" y="4775"/>
                    <a:pt x="66739" y="4763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0" name="Google Shape;390;p10"/>
            <p:cNvSpPr/>
            <p:nvPr/>
          </p:nvSpPr>
          <p:spPr>
            <a:xfrm>
              <a:off x="6853033" y="4928291"/>
              <a:ext cx="464752" cy="464874"/>
            </a:xfrm>
            <a:custGeom>
              <a:rect b="b" l="l" r="r" t="t"/>
              <a:pathLst>
                <a:path extrusionOk="0" h="464874" w="464752">
                  <a:moveTo>
                    <a:pt x="303211" y="464811"/>
                  </a:moveTo>
                  <a:cubicBezTo>
                    <a:pt x="298639" y="464805"/>
                    <a:pt x="294320" y="462836"/>
                    <a:pt x="291336" y="459414"/>
                  </a:cubicBezTo>
                  <a:lnTo>
                    <a:pt x="261364" y="424806"/>
                  </a:lnTo>
                  <a:cubicBezTo>
                    <a:pt x="258951" y="422063"/>
                    <a:pt x="255395" y="420666"/>
                    <a:pt x="251776" y="421060"/>
                  </a:cubicBezTo>
                  <a:cubicBezTo>
                    <a:pt x="238632" y="422457"/>
                    <a:pt x="225359" y="422457"/>
                    <a:pt x="212215" y="421060"/>
                  </a:cubicBezTo>
                  <a:cubicBezTo>
                    <a:pt x="208595" y="420685"/>
                    <a:pt x="205040" y="422082"/>
                    <a:pt x="202627" y="424806"/>
                  </a:cubicBezTo>
                  <a:lnTo>
                    <a:pt x="172655" y="459477"/>
                  </a:lnTo>
                  <a:cubicBezTo>
                    <a:pt x="168209" y="464576"/>
                    <a:pt x="160970" y="466265"/>
                    <a:pt x="154748" y="463668"/>
                  </a:cubicBezTo>
                  <a:lnTo>
                    <a:pt x="122998" y="450587"/>
                  </a:lnTo>
                  <a:cubicBezTo>
                    <a:pt x="116711" y="448022"/>
                    <a:pt x="112838" y="441716"/>
                    <a:pt x="113345" y="434966"/>
                  </a:cubicBezTo>
                  <a:lnTo>
                    <a:pt x="116584" y="389246"/>
                  </a:lnTo>
                  <a:cubicBezTo>
                    <a:pt x="116838" y="385626"/>
                    <a:pt x="115314" y="382109"/>
                    <a:pt x="112457" y="379848"/>
                  </a:cubicBezTo>
                  <a:cubicBezTo>
                    <a:pt x="102169" y="371523"/>
                    <a:pt x="92771" y="362138"/>
                    <a:pt x="84453" y="351845"/>
                  </a:cubicBezTo>
                  <a:cubicBezTo>
                    <a:pt x="82295" y="349165"/>
                    <a:pt x="78992" y="347641"/>
                    <a:pt x="75563" y="347717"/>
                  </a:cubicBezTo>
                  <a:lnTo>
                    <a:pt x="29907" y="350956"/>
                  </a:lnTo>
                  <a:cubicBezTo>
                    <a:pt x="23176" y="351438"/>
                    <a:pt x="16889" y="347552"/>
                    <a:pt x="14286" y="341304"/>
                  </a:cubicBezTo>
                  <a:lnTo>
                    <a:pt x="1205" y="309554"/>
                  </a:lnTo>
                  <a:cubicBezTo>
                    <a:pt x="-1399" y="303324"/>
                    <a:pt x="316" y="296136"/>
                    <a:pt x="5395" y="291710"/>
                  </a:cubicBezTo>
                  <a:lnTo>
                    <a:pt x="40003" y="261738"/>
                  </a:lnTo>
                  <a:cubicBezTo>
                    <a:pt x="42733" y="259350"/>
                    <a:pt x="44131" y="255769"/>
                    <a:pt x="43750" y="252150"/>
                  </a:cubicBezTo>
                  <a:cubicBezTo>
                    <a:pt x="42353" y="238999"/>
                    <a:pt x="42353" y="225740"/>
                    <a:pt x="43750" y="212589"/>
                  </a:cubicBezTo>
                  <a:cubicBezTo>
                    <a:pt x="44131" y="208976"/>
                    <a:pt x="42733" y="205401"/>
                    <a:pt x="40003" y="203001"/>
                  </a:cubicBezTo>
                  <a:lnTo>
                    <a:pt x="5395" y="173029"/>
                  </a:lnTo>
                  <a:cubicBezTo>
                    <a:pt x="316" y="168577"/>
                    <a:pt x="-1399" y="161370"/>
                    <a:pt x="1205" y="155122"/>
                  </a:cubicBezTo>
                  <a:lnTo>
                    <a:pt x="14286" y="123372"/>
                  </a:lnTo>
                  <a:cubicBezTo>
                    <a:pt x="16826" y="117110"/>
                    <a:pt x="23176" y="113212"/>
                    <a:pt x="29907" y="113720"/>
                  </a:cubicBezTo>
                  <a:lnTo>
                    <a:pt x="75627" y="116958"/>
                  </a:lnTo>
                  <a:cubicBezTo>
                    <a:pt x="79246" y="117218"/>
                    <a:pt x="82739" y="115675"/>
                    <a:pt x="85025" y="112831"/>
                  </a:cubicBezTo>
                  <a:cubicBezTo>
                    <a:pt x="93344" y="102537"/>
                    <a:pt x="102678" y="93152"/>
                    <a:pt x="112965" y="84827"/>
                  </a:cubicBezTo>
                  <a:cubicBezTo>
                    <a:pt x="115822" y="82554"/>
                    <a:pt x="117346" y="79049"/>
                    <a:pt x="117092" y="75429"/>
                  </a:cubicBezTo>
                  <a:lnTo>
                    <a:pt x="113917" y="30979"/>
                  </a:lnTo>
                  <a:cubicBezTo>
                    <a:pt x="113409" y="23581"/>
                    <a:pt x="117664" y="16679"/>
                    <a:pt x="124521" y="13834"/>
                  </a:cubicBezTo>
                  <a:lnTo>
                    <a:pt x="154049" y="1642"/>
                  </a:lnTo>
                  <a:cubicBezTo>
                    <a:pt x="160907" y="-1222"/>
                    <a:pt x="168782" y="620"/>
                    <a:pt x="173670" y="6214"/>
                  </a:cubicBezTo>
                  <a:lnTo>
                    <a:pt x="202945" y="39996"/>
                  </a:lnTo>
                  <a:cubicBezTo>
                    <a:pt x="205294" y="42727"/>
                    <a:pt x="208850" y="44130"/>
                    <a:pt x="212470" y="43743"/>
                  </a:cubicBezTo>
                  <a:cubicBezTo>
                    <a:pt x="225614" y="42346"/>
                    <a:pt x="238949" y="42346"/>
                    <a:pt x="252094" y="43743"/>
                  </a:cubicBezTo>
                  <a:cubicBezTo>
                    <a:pt x="255713" y="44130"/>
                    <a:pt x="259269" y="42727"/>
                    <a:pt x="261619" y="39996"/>
                  </a:cubicBezTo>
                  <a:lnTo>
                    <a:pt x="291654" y="5389"/>
                  </a:lnTo>
                  <a:cubicBezTo>
                    <a:pt x="296099" y="302"/>
                    <a:pt x="303274" y="-1387"/>
                    <a:pt x="309497" y="1198"/>
                  </a:cubicBezTo>
                  <a:lnTo>
                    <a:pt x="341247" y="14279"/>
                  </a:lnTo>
                  <a:cubicBezTo>
                    <a:pt x="347470" y="16863"/>
                    <a:pt x="351407" y="23156"/>
                    <a:pt x="350899" y="29900"/>
                  </a:cubicBezTo>
                  <a:lnTo>
                    <a:pt x="347661" y="75620"/>
                  </a:lnTo>
                  <a:cubicBezTo>
                    <a:pt x="347407" y="79239"/>
                    <a:pt x="348931" y="82744"/>
                    <a:pt x="351788" y="85018"/>
                  </a:cubicBezTo>
                  <a:cubicBezTo>
                    <a:pt x="362075" y="93336"/>
                    <a:pt x="371473" y="102702"/>
                    <a:pt x="379792" y="112958"/>
                  </a:cubicBezTo>
                  <a:cubicBezTo>
                    <a:pt x="382014" y="115802"/>
                    <a:pt x="385570" y="117346"/>
                    <a:pt x="389190" y="117085"/>
                  </a:cubicBezTo>
                  <a:lnTo>
                    <a:pt x="434846" y="113847"/>
                  </a:lnTo>
                  <a:cubicBezTo>
                    <a:pt x="441577" y="113339"/>
                    <a:pt x="447927" y="117238"/>
                    <a:pt x="450467" y="123499"/>
                  </a:cubicBezTo>
                  <a:lnTo>
                    <a:pt x="463548" y="155249"/>
                  </a:lnTo>
                  <a:cubicBezTo>
                    <a:pt x="466152" y="161497"/>
                    <a:pt x="464437" y="168704"/>
                    <a:pt x="459357" y="173156"/>
                  </a:cubicBezTo>
                  <a:lnTo>
                    <a:pt x="424750" y="203128"/>
                  </a:lnTo>
                  <a:cubicBezTo>
                    <a:pt x="422020" y="205496"/>
                    <a:pt x="420622" y="209059"/>
                    <a:pt x="421003" y="212653"/>
                  </a:cubicBezTo>
                  <a:cubicBezTo>
                    <a:pt x="422400" y="225823"/>
                    <a:pt x="422400" y="239107"/>
                    <a:pt x="421003" y="252276"/>
                  </a:cubicBezTo>
                  <a:cubicBezTo>
                    <a:pt x="420622" y="255871"/>
                    <a:pt x="422020" y="259433"/>
                    <a:pt x="424750" y="261801"/>
                  </a:cubicBezTo>
                  <a:lnTo>
                    <a:pt x="459420" y="291837"/>
                  </a:lnTo>
                  <a:cubicBezTo>
                    <a:pt x="464246" y="296422"/>
                    <a:pt x="465644" y="303547"/>
                    <a:pt x="462913" y="309617"/>
                  </a:cubicBezTo>
                  <a:lnTo>
                    <a:pt x="449832" y="341367"/>
                  </a:lnTo>
                  <a:cubicBezTo>
                    <a:pt x="447229" y="347616"/>
                    <a:pt x="440942" y="351502"/>
                    <a:pt x="434211" y="351019"/>
                  </a:cubicBezTo>
                  <a:lnTo>
                    <a:pt x="388491" y="347781"/>
                  </a:lnTo>
                  <a:cubicBezTo>
                    <a:pt x="384871" y="347520"/>
                    <a:pt x="381379" y="349063"/>
                    <a:pt x="379094" y="351908"/>
                  </a:cubicBezTo>
                  <a:cubicBezTo>
                    <a:pt x="370775" y="362189"/>
                    <a:pt x="361377" y="371568"/>
                    <a:pt x="351090" y="379912"/>
                  </a:cubicBezTo>
                  <a:cubicBezTo>
                    <a:pt x="348295" y="382198"/>
                    <a:pt x="346771" y="385703"/>
                    <a:pt x="347026" y="389310"/>
                  </a:cubicBezTo>
                  <a:lnTo>
                    <a:pt x="350264" y="434966"/>
                  </a:lnTo>
                  <a:cubicBezTo>
                    <a:pt x="350772" y="441710"/>
                    <a:pt x="346835" y="448003"/>
                    <a:pt x="340612" y="450587"/>
                  </a:cubicBezTo>
                  <a:lnTo>
                    <a:pt x="308862" y="463668"/>
                  </a:lnTo>
                  <a:cubicBezTo>
                    <a:pt x="306957" y="464475"/>
                    <a:pt x="304925" y="464888"/>
                    <a:pt x="302894" y="464875"/>
                  </a:cubicBezTo>
                  <a:close/>
                  <a:moveTo>
                    <a:pt x="252982" y="416424"/>
                  </a:moveTo>
                  <a:cubicBezTo>
                    <a:pt x="257554" y="416405"/>
                    <a:pt x="261872" y="418348"/>
                    <a:pt x="264857" y="421758"/>
                  </a:cubicBezTo>
                  <a:lnTo>
                    <a:pt x="294829" y="456366"/>
                  </a:lnTo>
                  <a:cubicBezTo>
                    <a:pt x="297940" y="460017"/>
                    <a:pt x="303083" y="461230"/>
                    <a:pt x="307529" y="459350"/>
                  </a:cubicBezTo>
                  <a:lnTo>
                    <a:pt x="339279" y="446269"/>
                  </a:lnTo>
                  <a:cubicBezTo>
                    <a:pt x="343724" y="444447"/>
                    <a:pt x="346454" y="439995"/>
                    <a:pt x="346137" y="435220"/>
                  </a:cubicBezTo>
                  <a:lnTo>
                    <a:pt x="342898" y="389564"/>
                  </a:lnTo>
                  <a:cubicBezTo>
                    <a:pt x="342517" y="384458"/>
                    <a:pt x="344676" y="379486"/>
                    <a:pt x="348677" y="376292"/>
                  </a:cubicBezTo>
                  <a:cubicBezTo>
                    <a:pt x="358709" y="368145"/>
                    <a:pt x="367854" y="358976"/>
                    <a:pt x="375982" y="348924"/>
                  </a:cubicBezTo>
                  <a:cubicBezTo>
                    <a:pt x="379157" y="344923"/>
                    <a:pt x="384173" y="342758"/>
                    <a:pt x="389253" y="343145"/>
                  </a:cubicBezTo>
                  <a:lnTo>
                    <a:pt x="434973" y="346384"/>
                  </a:lnTo>
                  <a:cubicBezTo>
                    <a:pt x="439736" y="346714"/>
                    <a:pt x="444181" y="343951"/>
                    <a:pt x="446022" y="339526"/>
                  </a:cubicBezTo>
                  <a:lnTo>
                    <a:pt x="459103" y="307776"/>
                  </a:lnTo>
                  <a:cubicBezTo>
                    <a:pt x="461008" y="303344"/>
                    <a:pt x="459802" y="298206"/>
                    <a:pt x="456119" y="295076"/>
                  </a:cubicBezTo>
                  <a:lnTo>
                    <a:pt x="421511" y="265040"/>
                  </a:lnTo>
                  <a:cubicBezTo>
                    <a:pt x="417638" y="261662"/>
                    <a:pt x="415670" y="256620"/>
                    <a:pt x="416177" y="251514"/>
                  </a:cubicBezTo>
                  <a:cubicBezTo>
                    <a:pt x="417511" y="238681"/>
                    <a:pt x="417511" y="225740"/>
                    <a:pt x="416177" y="212907"/>
                  </a:cubicBezTo>
                  <a:cubicBezTo>
                    <a:pt x="415606" y="207808"/>
                    <a:pt x="417574" y="202766"/>
                    <a:pt x="421448" y="199381"/>
                  </a:cubicBezTo>
                  <a:lnTo>
                    <a:pt x="456055" y="169409"/>
                  </a:lnTo>
                  <a:cubicBezTo>
                    <a:pt x="459738" y="166279"/>
                    <a:pt x="460944" y="161142"/>
                    <a:pt x="459040" y="156709"/>
                  </a:cubicBezTo>
                  <a:lnTo>
                    <a:pt x="445958" y="124959"/>
                  </a:lnTo>
                  <a:cubicBezTo>
                    <a:pt x="444117" y="120571"/>
                    <a:pt x="439672" y="117841"/>
                    <a:pt x="434909" y="118165"/>
                  </a:cubicBezTo>
                  <a:lnTo>
                    <a:pt x="389253" y="121403"/>
                  </a:lnTo>
                  <a:cubicBezTo>
                    <a:pt x="384173" y="121790"/>
                    <a:pt x="379157" y="119625"/>
                    <a:pt x="375982" y="115625"/>
                  </a:cubicBezTo>
                  <a:cubicBezTo>
                    <a:pt x="367854" y="105592"/>
                    <a:pt x="358646" y="96441"/>
                    <a:pt x="348613" y="88320"/>
                  </a:cubicBezTo>
                  <a:cubicBezTo>
                    <a:pt x="344613" y="85094"/>
                    <a:pt x="342454" y="80109"/>
                    <a:pt x="342834" y="74985"/>
                  </a:cubicBezTo>
                  <a:lnTo>
                    <a:pt x="346073" y="29328"/>
                  </a:lnTo>
                  <a:cubicBezTo>
                    <a:pt x="346391" y="24553"/>
                    <a:pt x="343660" y="20102"/>
                    <a:pt x="339215" y="18279"/>
                  </a:cubicBezTo>
                  <a:lnTo>
                    <a:pt x="307465" y="5198"/>
                  </a:lnTo>
                  <a:cubicBezTo>
                    <a:pt x="303020" y="3319"/>
                    <a:pt x="297877" y="4525"/>
                    <a:pt x="294765" y="8183"/>
                  </a:cubicBezTo>
                  <a:lnTo>
                    <a:pt x="264730" y="42790"/>
                  </a:lnTo>
                  <a:cubicBezTo>
                    <a:pt x="261364" y="46670"/>
                    <a:pt x="256284" y="48645"/>
                    <a:pt x="251204" y="48061"/>
                  </a:cubicBezTo>
                  <a:cubicBezTo>
                    <a:pt x="238377" y="46727"/>
                    <a:pt x="225423" y="46727"/>
                    <a:pt x="212596" y="48061"/>
                  </a:cubicBezTo>
                  <a:cubicBezTo>
                    <a:pt x="207516" y="48581"/>
                    <a:pt x="202436" y="46594"/>
                    <a:pt x="199070" y="42727"/>
                  </a:cubicBezTo>
                  <a:lnTo>
                    <a:pt x="169797" y="9008"/>
                  </a:lnTo>
                  <a:cubicBezTo>
                    <a:pt x="166241" y="4919"/>
                    <a:pt x="160463" y="3541"/>
                    <a:pt x="155446" y="5579"/>
                  </a:cubicBezTo>
                  <a:lnTo>
                    <a:pt x="125919" y="17835"/>
                  </a:lnTo>
                  <a:cubicBezTo>
                    <a:pt x="120839" y="19937"/>
                    <a:pt x="117664" y="25055"/>
                    <a:pt x="118108" y="30535"/>
                  </a:cubicBezTo>
                  <a:lnTo>
                    <a:pt x="121283" y="74985"/>
                  </a:lnTo>
                  <a:cubicBezTo>
                    <a:pt x="121664" y="80090"/>
                    <a:pt x="119505" y="85049"/>
                    <a:pt x="115505" y="88256"/>
                  </a:cubicBezTo>
                  <a:cubicBezTo>
                    <a:pt x="105471" y="96384"/>
                    <a:pt x="96328" y="105560"/>
                    <a:pt x="88200" y="115625"/>
                  </a:cubicBezTo>
                  <a:cubicBezTo>
                    <a:pt x="84961" y="119625"/>
                    <a:pt x="80008" y="121790"/>
                    <a:pt x="74865" y="121403"/>
                  </a:cubicBezTo>
                  <a:lnTo>
                    <a:pt x="29208" y="118165"/>
                  </a:lnTo>
                  <a:cubicBezTo>
                    <a:pt x="24382" y="118012"/>
                    <a:pt x="20064" y="120959"/>
                    <a:pt x="18413" y="125467"/>
                  </a:cubicBezTo>
                  <a:lnTo>
                    <a:pt x="5332" y="157217"/>
                  </a:lnTo>
                  <a:cubicBezTo>
                    <a:pt x="3427" y="161649"/>
                    <a:pt x="4633" y="166787"/>
                    <a:pt x="8317" y="169917"/>
                  </a:cubicBezTo>
                  <a:lnTo>
                    <a:pt x="42924" y="199953"/>
                  </a:lnTo>
                  <a:cubicBezTo>
                    <a:pt x="46798" y="203305"/>
                    <a:pt x="48766" y="208373"/>
                    <a:pt x="48194" y="213478"/>
                  </a:cubicBezTo>
                  <a:cubicBezTo>
                    <a:pt x="46861" y="226311"/>
                    <a:pt x="46861" y="239253"/>
                    <a:pt x="48194" y="252086"/>
                  </a:cubicBezTo>
                  <a:cubicBezTo>
                    <a:pt x="48703" y="257192"/>
                    <a:pt x="46734" y="262227"/>
                    <a:pt x="42861" y="265612"/>
                  </a:cubicBezTo>
                  <a:lnTo>
                    <a:pt x="8317" y="295584"/>
                  </a:lnTo>
                  <a:cubicBezTo>
                    <a:pt x="4633" y="298714"/>
                    <a:pt x="3427" y="303851"/>
                    <a:pt x="5332" y="308284"/>
                  </a:cubicBezTo>
                  <a:lnTo>
                    <a:pt x="18413" y="340034"/>
                  </a:lnTo>
                  <a:cubicBezTo>
                    <a:pt x="20255" y="344460"/>
                    <a:pt x="24700" y="347222"/>
                    <a:pt x="29462" y="346892"/>
                  </a:cubicBezTo>
                  <a:lnTo>
                    <a:pt x="75119" y="343653"/>
                  </a:lnTo>
                  <a:cubicBezTo>
                    <a:pt x="80199" y="343279"/>
                    <a:pt x="85215" y="345437"/>
                    <a:pt x="88390" y="349432"/>
                  </a:cubicBezTo>
                  <a:cubicBezTo>
                    <a:pt x="96519" y="359458"/>
                    <a:pt x="105726" y="368590"/>
                    <a:pt x="115758" y="376673"/>
                  </a:cubicBezTo>
                  <a:cubicBezTo>
                    <a:pt x="119759" y="379905"/>
                    <a:pt x="121919" y="384884"/>
                    <a:pt x="121537" y="390008"/>
                  </a:cubicBezTo>
                  <a:lnTo>
                    <a:pt x="118299" y="435728"/>
                  </a:lnTo>
                  <a:cubicBezTo>
                    <a:pt x="117982" y="440484"/>
                    <a:pt x="120712" y="444917"/>
                    <a:pt x="125094" y="446777"/>
                  </a:cubicBezTo>
                  <a:lnTo>
                    <a:pt x="156844" y="459858"/>
                  </a:lnTo>
                  <a:cubicBezTo>
                    <a:pt x="161288" y="461738"/>
                    <a:pt x="166432" y="460531"/>
                    <a:pt x="169544" y="456874"/>
                  </a:cubicBezTo>
                  <a:lnTo>
                    <a:pt x="199579" y="422266"/>
                  </a:lnTo>
                  <a:cubicBezTo>
                    <a:pt x="202945" y="418386"/>
                    <a:pt x="208024" y="416399"/>
                    <a:pt x="213104" y="416932"/>
                  </a:cubicBezTo>
                  <a:cubicBezTo>
                    <a:pt x="225932" y="418297"/>
                    <a:pt x="238885" y="418297"/>
                    <a:pt x="251712" y="416932"/>
                  </a:cubicBezTo>
                  <a:close/>
                  <a:moveTo>
                    <a:pt x="232154" y="368545"/>
                  </a:moveTo>
                  <a:cubicBezTo>
                    <a:pt x="156970" y="368640"/>
                    <a:pt x="96010" y="307795"/>
                    <a:pt x="95883" y="232642"/>
                  </a:cubicBezTo>
                  <a:cubicBezTo>
                    <a:pt x="95819" y="157484"/>
                    <a:pt x="156653" y="96479"/>
                    <a:pt x="231773" y="96384"/>
                  </a:cubicBezTo>
                  <a:cubicBezTo>
                    <a:pt x="306957" y="96289"/>
                    <a:pt x="367981" y="157135"/>
                    <a:pt x="368045" y="232287"/>
                  </a:cubicBezTo>
                  <a:cubicBezTo>
                    <a:pt x="368107" y="287398"/>
                    <a:pt x="334961" y="337113"/>
                    <a:pt x="284033" y="358195"/>
                  </a:cubicBezTo>
                  <a:lnTo>
                    <a:pt x="283144" y="356036"/>
                  </a:lnTo>
                  <a:lnTo>
                    <a:pt x="284033" y="358195"/>
                  </a:lnTo>
                  <a:cubicBezTo>
                    <a:pt x="267587" y="365040"/>
                    <a:pt x="249934" y="368558"/>
                    <a:pt x="232154" y="368545"/>
                  </a:cubicBezTo>
                  <a:close/>
                  <a:moveTo>
                    <a:pt x="232154" y="100956"/>
                  </a:moveTo>
                  <a:cubicBezTo>
                    <a:pt x="159319" y="100823"/>
                    <a:pt x="100201" y="159738"/>
                    <a:pt x="100074" y="232541"/>
                  </a:cubicBezTo>
                  <a:cubicBezTo>
                    <a:pt x="99947" y="305344"/>
                    <a:pt x="158875" y="364475"/>
                    <a:pt x="231646" y="364608"/>
                  </a:cubicBezTo>
                  <a:cubicBezTo>
                    <a:pt x="304481" y="364742"/>
                    <a:pt x="363599" y="305832"/>
                    <a:pt x="363726" y="233023"/>
                  </a:cubicBezTo>
                  <a:cubicBezTo>
                    <a:pt x="363853" y="179677"/>
                    <a:pt x="331786" y="131531"/>
                    <a:pt x="282509" y="111053"/>
                  </a:cubicBezTo>
                  <a:cubicBezTo>
                    <a:pt x="266571" y="104404"/>
                    <a:pt x="249426" y="100969"/>
                    <a:pt x="232154" y="100956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6977956" y="5053713"/>
              <a:ext cx="214027" cy="214030"/>
            </a:xfrm>
            <a:custGeom>
              <a:rect b="b" l="l" r="r" t="t"/>
              <a:pathLst>
                <a:path extrusionOk="0" h="214030" w="214027">
                  <a:moveTo>
                    <a:pt x="8172" y="148001"/>
                  </a:moveTo>
                  <a:cubicBezTo>
                    <a:pt x="-14435" y="93410"/>
                    <a:pt x="11473" y="30811"/>
                    <a:pt x="66020" y="8186"/>
                  </a:cubicBezTo>
                  <a:cubicBezTo>
                    <a:pt x="120630" y="-14445"/>
                    <a:pt x="183241" y="11457"/>
                    <a:pt x="205847" y="66048"/>
                  </a:cubicBezTo>
                  <a:cubicBezTo>
                    <a:pt x="228453" y="120639"/>
                    <a:pt x="202609" y="183237"/>
                    <a:pt x="147998" y="205862"/>
                  </a:cubicBezTo>
                  <a:cubicBezTo>
                    <a:pt x="147935" y="205881"/>
                    <a:pt x="147935" y="205894"/>
                    <a:pt x="147872" y="205913"/>
                  </a:cubicBezTo>
                  <a:cubicBezTo>
                    <a:pt x="93325" y="228424"/>
                    <a:pt x="30841" y="202515"/>
                    <a:pt x="8172" y="1480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2" name="Google Shape;392;p10"/>
            <p:cNvSpPr/>
            <p:nvPr/>
          </p:nvSpPr>
          <p:spPr>
            <a:xfrm>
              <a:off x="6975793" y="5051954"/>
              <a:ext cx="218218" cy="218212"/>
            </a:xfrm>
            <a:custGeom>
              <a:rect b="b" l="l" r="r" t="t"/>
              <a:pathLst>
                <a:path extrusionOk="0" h="218212" w="218218">
                  <a:moveTo>
                    <a:pt x="109204" y="218212"/>
                  </a:moveTo>
                  <a:cubicBezTo>
                    <a:pt x="65008" y="218111"/>
                    <a:pt x="25194" y="191466"/>
                    <a:pt x="8239" y="150648"/>
                  </a:cubicBezTo>
                  <a:lnTo>
                    <a:pt x="8239" y="150648"/>
                  </a:lnTo>
                  <a:cubicBezTo>
                    <a:pt x="-14684" y="94933"/>
                    <a:pt x="11859" y="31173"/>
                    <a:pt x="67611" y="8243"/>
                  </a:cubicBezTo>
                  <a:cubicBezTo>
                    <a:pt x="123301" y="-14693"/>
                    <a:pt x="187055" y="11875"/>
                    <a:pt x="209979" y="67590"/>
                  </a:cubicBezTo>
                  <a:cubicBezTo>
                    <a:pt x="232902" y="123305"/>
                    <a:pt x="206360" y="187065"/>
                    <a:pt x="150670" y="209995"/>
                  </a:cubicBezTo>
                  <a:cubicBezTo>
                    <a:pt x="137525" y="215412"/>
                    <a:pt x="123428" y="218200"/>
                    <a:pt x="109204" y="218212"/>
                  </a:cubicBezTo>
                  <a:close/>
                  <a:moveTo>
                    <a:pt x="109204" y="4090"/>
                  </a:moveTo>
                  <a:cubicBezTo>
                    <a:pt x="95424" y="4109"/>
                    <a:pt x="81835" y="6827"/>
                    <a:pt x="69135" y="12091"/>
                  </a:cubicBezTo>
                  <a:cubicBezTo>
                    <a:pt x="15732" y="34234"/>
                    <a:pt x="-9604" y="95460"/>
                    <a:pt x="12494" y="148870"/>
                  </a:cubicBezTo>
                  <a:lnTo>
                    <a:pt x="12494" y="148870"/>
                  </a:lnTo>
                  <a:cubicBezTo>
                    <a:pt x="34655" y="202248"/>
                    <a:pt x="95869" y="227547"/>
                    <a:pt x="149272" y="205385"/>
                  </a:cubicBezTo>
                  <a:cubicBezTo>
                    <a:pt x="202676" y="183224"/>
                    <a:pt x="227949" y="121984"/>
                    <a:pt x="205787" y="68606"/>
                  </a:cubicBezTo>
                  <a:cubicBezTo>
                    <a:pt x="189595" y="29566"/>
                    <a:pt x="151495" y="4116"/>
                    <a:pt x="109204" y="4090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3" name="Google Shape;393;p10"/>
            <p:cNvSpPr/>
            <p:nvPr/>
          </p:nvSpPr>
          <p:spPr>
            <a:xfrm>
              <a:off x="7032142" y="5108837"/>
              <a:ext cx="105110" cy="103613"/>
            </a:xfrm>
            <a:custGeom>
              <a:rect b="b" l="l" r="r" t="t"/>
              <a:pathLst>
                <a:path extrusionOk="0" h="103613" w="105110">
                  <a:moveTo>
                    <a:pt x="88923" y="16867"/>
                  </a:moveTo>
                  <a:cubicBezTo>
                    <a:pt x="80286" y="3297"/>
                    <a:pt x="63776" y="-2996"/>
                    <a:pt x="48283" y="1373"/>
                  </a:cubicBezTo>
                  <a:cubicBezTo>
                    <a:pt x="40980" y="3018"/>
                    <a:pt x="34059" y="5761"/>
                    <a:pt x="27582" y="9501"/>
                  </a:cubicBezTo>
                  <a:lnTo>
                    <a:pt x="25423" y="10835"/>
                  </a:lnTo>
                  <a:lnTo>
                    <a:pt x="25423" y="10835"/>
                  </a:lnTo>
                  <a:cubicBezTo>
                    <a:pt x="11198" y="20296"/>
                    <a:pt x="-11027" y="45252"/>
                    <a:pt x="6373" y="71795"/>
                  </a:cubicBezTo>
                  <a:lnTo>
                    <a:pt x="16533" y="86971"/>
                  </a:lnTo>
                  <a:cubicBezTo>
                    <a:pt x="23010" y="97493"/>
                    <a:pt x="34567" y="103818"/>
                    <a:pt x="46949" y="103608"/>
                  </a:cubicBezTo>
                  <a:cubicBezTo>
                    <a:pt x="50378" y="103589"/>
                    <a:pt x="53807" y="103202"/>
                    <a:pt x="57173" y="102465"/>
                  </a:cubicBezTo>
                  <a:cubicBezTo>
                    <a:pt x="64411" y="100865"/>
                    <a:pt x="71397" y="98147"/>
                    <a:pt x="77810" y="94401"/>
                  </a:cubicBezTo>
                  <a:lnTo>
                    <a:pt x="77810" y="94401"/>
                  </a:lnTo>
                  <a:lnTo>
                    <a:pt x="79715" y="93194"/>
                  </a:lnTo>
                  <a:lnTo>
                    <a:pt x="79715" y="93194"/>
                  </a:lnTo>
                  <a:cubicBezTo>
                    <a:pt x="93939" y="83669"/>
                    <a:pt x="116100" y="58714"/>
                    <a:pt x="98765" y="32234"/>
                  </a:cubicBezTo>
                  <a:lnTo>
                    <a:pt x="88605" y="16994"/>
                  </a:lnTo>
                  <a:close/>
                  <a:moveTo>
                    <a:pt x="23010" y="82844"/>
                  </a:moveTo>
                  <a:lnTo>
                    <a:pt x="12849" y="67667"/>
                  </a:lnTo>
                  <a:cubicBezTo>
                    <a:pt x="-5121" y="40680"/>
                    <a:pt x="28153" y="17947"/>
                    <a:pt x="29550" y="16867"/>
                  </a:cubicBezTo>
                  <a:cubicBezTo>
                    <a:pt x="30248" y="16397"/>
                    <a:pt x="30947" y="15972"/>
                    <a:pt x="31709" y="15597"/>
                  </a:cubicBezTo>
                  <a:lnTo>
                    <a:pt x="33677" y="14708"/>
                  </a:lnTo>
                  <a:lnTo>
                    <a:pt x="34312" y="14708"/>
                  </a:lnTo>
                  <a:cubicBezTo>
                    <a:pt x="41551" y="12333"/>
                    <a:pt x="49489" y="13895"/>
                    <a:pt x="55331" y="18836"/>
                  </a:cubicBezTo>
                  <a:cubicBezTo>
                    <a:pt x="60030" y="22398"/>
                    <a:pt x="64158" y="26684"/>
                    <a:pt x="67523" y="31536"/>
                  </a:cubicBezTo>
                  <a:lnTo>
                    <a:pt x="77683" y="46712"/>
                  </a:lnTo>
                  <a:lnTo>
                    <a:pt x="77683" y="46712"/>
                  </a:lnTo>
                  <a:lnTo>
                    <a:pt x="77683" y="46712"/>
                  </a:lnTo>
                  <a:lnTo>
                    <a:pt x="77683" y="46712"/>
                  </a:lnTo>
                  <a:lnTo>
                    <a:pt x="77683" y="46712"/>
                  </a:lnTo>
                  <a:lnTo>
                    <a:pt x="77683" y="46712"/>
                  </a:lnTo>
                  <a:cubicBezTo>
                    <a:pt x="77683" y="46839"/>
                    <a:pt x="77683" y="46966"/>
                    <a:pt x="77683" y="47093"/>
                  </a:cubicBezTo>
                  <a:cubicBezTo>
                    <a:pt x="77683" y="47093"/>
                    <a:pt x="77683" y="47093"/>
                    <a:pt x="77683" y="47093"/>
                  </a:cubicBezTo>
                  <a:lnTo>
                    <a:pt x="77683" y="47474"/>
                  </a:lnTo>
                  <a:lnTo>
                    <a:pt x="77683" y="47474"/>
                  </a:lnTo>
                  <a:lnTo>
                    <a:pt x="77683" y="48109"/>
                  </a:lnTo>
                  <a:cubicBezTo>
                    <a:pt x="77683" y="48109"/>
                    <a:pt x="77683" y="48109"/>
                    <a:pt x="77683" y="48427"/>
                  </a:cubicBezTo>
                  <a:cubicBezTo>
                    <a:pt x="77683" y="48681"/>
                    <a:pt x="77683" y="48935"/>
                    <a:pt x="77683" y="49189"/>
                  </a:cubicBezTo>
                  <a:cubicBezTo>
                    <a:pt x="77683" y="49316"/>
                    <a:pt x="77683" y="49443"/>
                    <a:pt x="77683" y="49570"/>
                  </a:cubicBezTo>
                  <a:cubicBezTo>
                    <a:pt x="77683" y="49570"/>
                    <a:pt x="77683" y="49951"/>
                    <a:pt x="77683" y="50141"/>
                  </a:cubicBezTo>
                  <a:lnTo>
                    <a:pt x="77683" y="50522"/>
                  </a:lnTo>
                  <a:cubicBezTo>
                    <a:pt x="77747" y="50821"/>
                    <a:pt x="77747" y="51113"/>
                    <a:pt x="77683" y="51411"/>
                  </a:cubicBezTo>
                  <a:lnTo>
                    <a:pt x="77683" y="52491"/>
                  </a:lnTo>
                  <a:cubicBezTo>
                    <a:pt x="77683" y="52491"/>
                    <a:pt x="77683" y="53126"/>
                    <a:pt x="77683" y="53443"/>
                  </a:cubicBezTo>
                  <a:cubicBezTo>
                    <a:pt x="77683" y="53761"/>
                    <a:pt x="77683" y="53824"/>
                    <a:pt x="77683" y="54015"/>
                  </a:cubicBezTo>
                  <a:cubicBezTo>
                    <a:pt x="77683" y="54269"/>
                    <a:pt x="77683" y="54523"/>
                    <a:pt x="77683" y="54777"/>
                  </a:cubicBezTo>
                  <a:lnTo>
                    <a:pt x="77683" y="55539"/>
                  </a:lnTo>
                  <a:cubicBezTo>
                    <a:pt x="77683" y="55837"/>
                    <a:pt x="77683" y="56129"/>
                    <a:pt x="77683" y="56428"/>
                  </a:cubicBezTo>
                  <a:lnTo>
                    <a:pt x="77683" y="56999"/>
                  </a:lnTo>
                  <a:lnTo>
                    <a:pt x="77175" y="58269"/>
                  </a:lnTo>
                  <a:cubicBezTo>
                    <a:pt x="77175" y="58415"/>
                    <a:pt x="77175" y="58568"/>
                    <a:pt x="77175" y="58714"/>
                  </a:cubicBezTo>
                  <a:cubicBezTo>
                    <a:pt x="77048" y="59101"/>
                    <a:pt x="76858" y="59469"/>
                    <a:pt x="76604" y="59793"/>
                  </a:cubicBezTo>
                  <a:lnTo>
                    <a:pt x="76604" y="60238"/>
                  </a:lnTo>
                  <a:lnTo>
                    <a:pt x="75651" y="61698"/>
                  </a:lnTo>
                  <a:lnTo>
                    <a:pt x="75270" y="62143"/>
                  </a:lnTo>
                  <a:cubicBezTo>
                    <a:pt x="74889" y="62682"/>
                    <a:pt x="74508" y="63190"/>
                    <a:pt x="74063" y="63667"/>
                  </a:cubicBezTo>
                  <a:lnTo>
                    <a:pt x="74063" y="63667"/>
                  </a:lnTo>
                  <a:cubicBezTo>
                    <a:pt x="73048" y="59254"/>
                    <a:pt x="71206" y="55082"/>
                    <a:pt x="68539" y="51411"/>
                  </a:cubicBezTo>
                  <a:lnTo>
                    <a:pt x="58379" y="36171"/>
                  </a:lnTo>
                  <a:cubicBezTo>
                    <a:pt x="46314" y="18137"/>
                    <a:pt x="35900" y="24741"/>
                    <a:pt x="35456" y="24995"/>
                  </a:cubicBezTo>
                  <a:lnTo>
                    <a:pt x="35456" y="24995"/>
                  </a:lnTo>
                  <a:cubicBezTo>
                    <a:pt x="14945" y="38711"/>
                    <a:pt x="17548" y="54269"/>
                    <a:pt x="21739" y="60619"/>
                  </a:cubicBezTo>
                  <a:lnTo>
                    <a:pt x="31899" y="75795"/>
                  </a:lnTo>
                  <a:lnTo>
                    <a:pt x="31899" y="75795"/>
                  </a:lnTo>
                  <a:lnTo>
                    <a:pt x="33106" y="77383"/>
                  </a:lnTo>
                  <a:cubicBezTo>
                    <a:pt x="35583" y="80780"/>
                    <a:pt x="38440" y="83892"/>
                    <a:pt x="41615" y="86654"/>
                  </a:cubicBezTo>
                  <a:cubicBezTo>
                    <a:pt x="45235" y="89962"/>
                    <a:pt x="49298" y="92648"/>
                    <a:pt x="53807" y="94591"/>
                  </a:cubicBezTo>
                  <a:cubicBezTo>
                    <a:pt x="41869" y="97316"/>
                    <a:pt x="29486" y="92235"/>
                    <a:pt x="22883" y="81891"/>
                  </a:cubicBezTo>
                  <a:close/>
                  <a:moveTo>
                    <a:pt x="66062" y="71604"/>
                  </a:moveTo>
                  <a:cubicBezTo>
                    <a:pt x="64285" y="72430"/>
                    <a:pt x="59712" y="71604"/>
                    <a:pt x="53362" y="62587"/>
                  </a:cubicBezTo>
                  <a:lnTo>
                    <a:pt x="43202" y="47347"/>
                  </a:lnTo>
                  <a:cubicBezTo>
                    <a:pt x="36852" y="38267"/>
                    <a:pt x="38249" y="33504"/>
                    <a:pt x="39583" y="32234"/>
                  </a:cubicBezTo>
                  <a:cubicBezTo>
                    <a:pt x="40917" y="30964"/>
                    <a:pt x="45933" y="32234"/>
                    <a:pt x="52283" y="41315"/>
                  </a:cubicBezTo>
                  <a:lnTo>
                    <a:pt x="62380" y="56555"/>
                  </a:lnTo>
                  <a:cubicBezTo>
                    <a:pt x="68730" y="65635"/>
                    <a:pt x="67396" y="70398"/>
                    <a:pt x="65999" y="71604"/>
                  </a:cubicBezTo>
                  <a:close/>
                  <a:moveTo>
                    <a:pt x="76223" y="86908"/>
                  </a:moveTo>
                  <a:lnTo>
                    <a:pt x="74698" y="87797"/>
                  </a:lnTo>
                  <a:lnTo>
                    <a:pt x="73873" y="88241"/>
                  </a:lnTo>
                  <a:lnTo>
                    <a:pt x="73301" y="88241"/>
                  </a:lnTo>
                  <a:cubicBezTo>
                    <a:pt x="65682" y="91657"/>
                    <a:pt x="56792" y="90343"/>
                    <a:pt x="50505" y="84876"/>
                  </a:cubicBezTo>
                  <a:cubicBezTo>
                    <a:pt x="45870" y="81510"/>
                    <a:pt x="41806" y="77414"/>
                    <a:pt x="38504" y="72747"/>
                  </a:cubicBezTo>
                  <a:lnTo>
                    <a:pt x="38504" y="72747"/>
                  </a:lnTo>
                  <a:lnTo>
                    <a:pt x="38504" y="72747"/>
                  </a:lnTo>
                  <a:lnTo>
                    <a:pt x="38504" y="72747"/>
                  </a:lnTo>
                  <a:lnTo>
                    <a:pt x="28344" y="57571"/>
                  </a:lnTo>
                  <a:cubicBezTo>
                    <a:pt x="25232" y="51367"/>
                    <a:pt x="26693" y="43848"/>
                    <a:pt x="31836" y="39219"/>
                  </a:cubicBezTo>
                  <a:cubicBezTo>
                    <a:pt x="32852" y="43651"/>
                    <a:pt x="34694" y="47836"/>
                    <a:pt x="37360" y="51538"/>
                  </a:cubicBezTo>
                  <a:lnTo>
                    <a:pt x="47521" y="66778"/>
                  </a:lnTo>
                  <a:cubicBezTo>
                    <a:pt x="59522" y="84749"/>
                    <a:pt x="69936" y="78208"/>
                    <a:pt x="70381" y="77954"/>
                  </a:cubicBezTo>
                  <a:lnTo>
                    <a:pt x="70381" y="77954"/>
                  </a:lnTo>
                  <a:lnTo>
                    <a:pt x="72476" y="76494"/>
                  </a:lnTo>
                  <a:lnTo>
                    <a:pt x="73174" y="75986"/>
                  </a:lnTo>
                  <a:lnTo>
                    <a:pt x="74381" y="75033"/>
                  </a:lnTo>
                  <a:lnTo>
                    <a:pt x="75207" y="74335"/>
                  </a:lnTo>
                  <a:lnTo>
                    <a:pt x="76096" y="73636"/>
                  </a:lnTo>
                  <a:lnTo>
                    <a:pt x="76921" y="72811"/>
                  </a:lnTo>
                  <a:lnTo>
                    <a:pt x="77302" y="72430"/>
                  </a:lnTo>
                  <a:cubicBezTo>
                    <a:pt x="78509" y="71344"/>
                    <a:pt x="79651" y="70150"/>
                    <a:pt x="80668" y="68874"/>
                  </a:cubicBezTo>
                  <a:lnTo>
                    <a:pt x="80668" y="68874"/>
                  </a:lnTo>
                  <a:cubicBezTo>
                    <a:pt x="82890" y="66270"/>
                    <a:pt x="84541" y="63273"/>
                    <a:pt x="85684" y="60047"/>
                  </a:cubicBezTo>
                  <a:cubicBezTo>
                    <a:pt x="85684" y="60047"/>
                    <a:pt x="85684" y="60047"/>
                    <a:pt x="85684" y="60047"/>
                  </a:cubicBezTo>
                  <a:lnTo>
                    <a:pt x="85684" y="59158"/>
                  </a:lnTo>
                  <a:cubicBezTo>
                    <a:pt x="85684" y="59158"/>
                    <a:pt x="85684" y="58714"/>
                    <a:pt x="85684" y="58523"/>
                  </a:cubicBezTo>
                  <a:cubicBezTo>
                    <a:pt x="85684" y="58358"/>
                    <a:pt x="85684" y="58180"/>
                    <a:pt x="85684" y="58015"/>
                  </a:cubicBezTo>
                  <a:cubicBezTo>
                    <a:pt x="87018" y="52808"/>
                    <a:pt x="86192" y="47284"/>
                    <a:pt x="83335" y="42712"/>
                  </a:cubicBezTo>
                  <a:lnTo>
                    <a:pt x="73174" y="27472"/>
                  </a:lnTo>
                  <a:lnTo>
                    <a:pt x="73174" y="27472"/>
                  </a:lnTo>
                  <a:lnTo>
                    <a:pt x="72032" y="25948"/>
                  </a:lnTo>
                  <a:cubicBezTo>
                    <a:pt x="69555" y="22538"/>
                    <a:pt x="66698" y="19426"/>
                    <a:pt x="63523" y="16677"/>
                  </a:cubicBezTo>
                  <a:cubicBezTo>
                    <a:pt x="59967" y="13394"/>
                    <a:pt x="55902" y="10708"/>
                    <a:pt x="51458" y="8739"/>
                  </a:cubicBezTo>
                  <a:cubicBezTo>
                    <a:pt x="63396" y="5971"/>
                    <a:pt x="75778" y="11070"/>
                    <a:pt x="82255" y="21439"/>
                  </a:cubicBezTo>
                  <a:lnTo>
                    <a:pt x="92415" y="36679"/>
                  </a:lnTo>
                  <a:cubicBezTo>
                    <a:pt x="110385" y="63603"/>
                    <a:pt x="77111" y="86400"/>
                    <a:pt x="75714" y="8747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4" name="Google Shape;394;p10"/>
            <p:cNvSpPr/>
            <p:nvPr/>
          </p:nvSpPr>
          <p:spPr>
            <a:xfrm>
              <a:off x="2681970" y="4797282"/>
              <a:ext cx="496887" cy="662368"/>
            </a:xfrm>
            <a:custGeom>
              <a:rect b="b" l="l" r="r" t="t"/>
              <a:pathLst>
                <a:path extrusionOk="0" h="662368" w="496887">
                  <a:moveTo>
                    <a:pt x="23051" y="0"/>
                  </a:moveTo>
                  <a:lnTo>
                    <a:pt x="473901" y="0"/>
                  </a:lnTo>
                  <a:cubicBezTo>
                    <a:pt x="486607" y="38"/>
                    <a:pt x="496888" y="10344"/>
                    <a:pt x="496888" y="23051"/>
                  </a:cubicBezTo>
                  <a:lnTo>
                    <a:pt x="496888" y="158623"/>
                  </a:lnTo>
                  <a:cubicBezTo>
                    <a:pt x="496881" y="163138"/>
                    <a:pt x="495554" y="167551"/>
                    <a:pt x="493078" y="171323"/>
                  </a:cubicBezTo>
                  <a:lnTo>
                    <a:pt x="459359" y="222123"/>
                  </a:lnTo>
                  <a:cubicBezTo>
                    <a:pt x="456857" y="225889"/>
                    <a:pt x="455517" y="230302"/>
                    <a:pt x="455486" y="234823"/>
                  </a:cubicBezTo>
                  <a:lnTo>
                    <a:pt x="455486" y="639382"/>
                  </a:lnTo>
                  <a:cubicBezTo>
                    <a:pt x="455486" y="652075"/>
                    <a:pt x="445192" y="662369"/>
                    <a:pt x="432499" y="662369"/>
                  </a:cubicBezTo>
                  <a:lnTo>
                    <a:pt x="23051" y="662369"/>
                  </a:lnTo>
                  <a:cubicBezTo>
                    <a:pt x="10344" y="662369"/>
                    <a:pt x="38" y="652088"/>
                    <a:pt x="0" y="639382"/>
                  </a:cubicBezTo>
                  <a:lnTo>
                    <a:pt x="0" y="23051"/>
                  </a:lnTo>
                  <a:cubicBezTo>
                    <a:pt x="32" y="10332"/>
                    <a:pt x="10332" y="32"/>
                    <a:pt x="230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5" name="Google Shape;395;p10"/>
            <p:cNvSpPr/>
            <p:nvPr/>
          </p:nvSpPr>
          <p:spPr>
            <a:xfrm>
              <a:off x="2679621" y="4794932"/>
              <a:ext cx="501650" cy="667130"/>
            </a:xfrm>
            <a:custGeom>
              <a:rect b="b" l="l" r="r" t="t"/>
              <a:pathLst>
                <a:path extrusionOk="0" h="667130" w="501650">
                  <a:moveTo>
                    <a:pt x="434721" y="667004"/>
                  </a:moveTo>
                  <a:lnTo>
                    <a:pt x="25400" y="667004"/>
                  </a:lnTo>
                  <a:cubicBezTo>
                    <a:pt x="11373" y="667004"/>
                    <a:pt x="0" y="655631"/>
                    <a:pt x="0" y="641604"/>
                  </a:cubicBezTo>
                  <a:lnTo>
                    <a:pt x="0" y="25400"/>
                  </a:lnTo>
                  <a:cubicBezTo>
                    <a:pt x="0" y="11373"/>
                    <a:pt x="11373" y="0"/>
                    <a:pt x="25400" y="0"/>
                  </a:cubicBezTo>
                  <a:lnTo>
                    <a:pt x="476250" y="0"/>
                  </a:lnTo>
                  <a:cubicBezTo>
                    <a:pt x="490277" y="0"/>
                    <a:pt x="501650" y="11373"/>
                    <a:pt x="501650" y="25400"/>
                  </a:cubicBezTo>
                  <a:lnTo>
                    <a:pt x="501650" y="160973"/>
                  </a:lnTo>
                  <a:cubicBezTo>
                    <a:pt x="501644" y="165970"/>
                    <a:pt x="500164" y="170847"/>
                    <a:pt x="497396" y="175006"/>
                  </a:cubicBezTo>
                  <a:lnTo>
                    <a:pt x="463677" y="225806"/>
                  </a:lnTo>
                  <a:cubicBezTo>
                    <a:pt x="461442" y="229222"/>
                    <a:pt x="460248" y="233217"/>
                    <a:pt x="460248" y="237299"/>
                  </a:cubicBezTo>
                  <a:lnTo>
                    <a:pt x="460248" y="641731"/>
                  </a:lnTo>
                  <a:cubicBezTo>
                    <a:pt x="460248" y="655758"/>
                    <a:pt x="448875" y="667131"/>
                    <a:pt x="434848" y="667131"/>
                  </a:cubicBezTo>
                  <a:close/>
                  <a:moveTo>
                    <a:pt x="25400" y="4826"/>
                  </a:moveTo>
                  <a:cubicBezTo>
                    <a:pt x="13970" y="4826"/>
                    <a:pt x="4699" y="14097"/>
                    <a:pt x="4699" y="25527"/>
                  </a:cubicBezTo>
                  <a:lnTo>
                    <a:pt x="4699" y="641731"/>
                  </a:lnTo>
                  <a:cubicBezTo>
                    <a:pt x="4699" y="653161"/>
                    <a:pt x="13970" y="662432"/>
                    <a:pt x="25400" y="662432"/>
                  </a:cubicBezTo>
                  <a:lnTo>
                    <a:pt x="434721" y="662432"/>
                  </a:lnTo>
                  <a:cubicBezTo>
                    <a:pt x="446151" y="662432"/>
                    <a:pt x="455422" y="653161"/>
                    <a:pt x="455422" y="641731"/>
                  </a:cubicBezTo>
                  <a:lnTo>
                    <a:pt x="455422" y="237046"/>
                  </a:lnTo>
                  <a:cubicBezTo>
                    <a:pt x="455409" y="232048"/>
                    <a:pt x="456889" y="227159"/>
                    <a:pt x="459677" y="223012"/>
                  </a:cubicBezTo>
                  <a:lnTo>
                    <a:pt x="493332" y="172212"/>
                  </a:lnTo>
                  <a:cubicBezTo>
                    <a:pt x="495618" y="168815"/>
                    <a:pt x="496837" y="164814"/>
                    <a:pt x="496824" y="160718"/>
                  </a:cubicBezTo>
                  <a:lnTo>
                    <a:pt x="496824" y="25400"/>
                  </a:lnTo>
                  <a:cubicBezTo>
                    <a:pt x="496824" y="13970"/>
                    <a:pt x="487553" y="4699"/>
                    <a:pt x="476123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6" name="Google Shape;396;p10"/>
            <p:cNvSpPr/>
            <p:nvPr/>
          </p:nvSpPr>
          <p:spPr>
            <a:xfrm>
              <a:off x="2716133" y="4874117"/>
              <a:ext cx="379857" cy="544131"/>
            </a:xfrm>
            <a:custGeom>
              <a:rect b="b" l="l" r="r" t="t"/>
              <a:pathLst>
                <a:path extrusionOk="0" h="544131" w="379857">
                  <a:moveTo>
                    <a:pt x="0" y="0"/>
                  </a:moveTo>
                  <a:lnTo>
                    <a:pt x="379857" y="0"/>
                  </a:lnTo>
                  <a:lnTo>
                    <a:pt x="379857" y="544132"/>
                  </a:lnTo>
                  <a:lnTo>
                    <a:pt x="0" y="5441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7" name="Google Shape;397;p10"/>
            <p:cNvSpPr/>
            <p:nvPr/>
          </p:nvSpPr>
          <p:spPr>
            <a:xfrm>
              <a:off x="2713784" y="4871831"/>
              <a:ext cx="384492" cy="548703"/>
            </a:xfrm>
            <a:custGeom>
              <a:rect b="b" l="l" r="r" t="t"/>
              <a:pathLst>
                <a:path extrusionOk="0" h="548703" w="384492">
                  <a:moveTo>
                    <a:pt x="384492" y="548704"/>
                  </a:moveTo>
                  <a:lnTo>
                    <a:pt x="0" y="548704"/>
                  </a:lnTo>
                  <a:lnTo>
                    <a:pt x="0" y="0"/>
                  </a:lnTo>
                  <a:lnTo>
                    <a:pt x="384492" y="0"/>
                  </a:lnTo>
                  <a:lnTo>
                    <a:pt x="384492" y="548704"/>
                  </a:lnTo>
                  <a:close/>
                  <a:moveTo>
                    <a:pt x="4763" y="543877"/>
                  </a:moveTo>
                  <a:lnTo>
                    <a:pt x="379984" y="543877"/>
                  </a:lnTo>
                  <a:lnTo>
                    <a:pt x="379984" y="4127"/>
                  </a:lnTo>
                  <a:lnTo>
                    <a:pt x="4763" y="4127"/>
                  </a:lnTo>
                  <a:lnTo>
                    <a:pt x="4763" y="543877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8" name="Google Shape;398;p10"/>
            <p:cNvSpPr/>
            <p:nvPr/>
          </p:nvSpPr>
          <p:spPr>
            <a:xfrm>
              <a:off x="2765029" y="5060489"/>
              <a:ext cx="282003" cy="22796"/>
            </a:xfrm>
            <a:custGeom>
              <a:rect b="b" l="l" r="r" t="t"/>
              <a:pathLst>
                <a:path extrusionOk="0" h="22796" w="282003">
                  <a:moveTo>
                    <a:pt x="282004" y="22796"/>
                  </a:moveTo>
                  <a:lnTo>
                    <a:pt x="0" y="22796"/>
                  </a:lnTo>
                  <a:lnTo>
                    <a:pt x="0" y="0"/>
                  </a:lnTo>
                  <a:lnTo>
                    <a:pt x="282004" y="0"/>
                  </a:lnTo>
                  <a:lnTo>
                    <a:pt x="282004" y="22796"/>
                  </a:lnTo>
                  <a:lnTo>
                    <a:pt x="282004" y="22796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9" name="Google Shape;399;p10"/>
            <p:cNvSpPr/>
            <p:nvPr/>
          </p:nvSpPr>
          <p:spPr>
            <a:xfrm>
              <a:off x="2762742" y="5058140"/>
              <a:ext cx="286575" cy="27368"/>
            </a:xfrm>
            <a:custGeom>
              <a:rect b="b" l="l" r="r" t="t"/>
              <a:pathLst>
                <a:path extrusionOk="0" h="27368" w="286575">
                  <a:moveTo>
                    <a:pt x="284290" y="27368"/>
                  </a:moveTo>
                  <a:lnTo>
                    <a:pt x="2286" y="27368"/>
                  </a:lnTo>
                  <a:cubicBezTo>
                    <a:pt x="1022" y="27368"/>
                    <a:pt x="0" y="26346"/>
                    <a:pt x="0" y="25083"/>
                  </a:cubicBezTo>
                  <a:lnTo>
                    <a:pt x="0" y="2286"/>
                  </a:lnTo>
                  <a:cubicBezTo>
                    <a:pt x="0" y="1022"/>
                    <a:pt x="1022" y="0"/>
                    <a:pt x="2286" y="0"/>
                  </a:cubicBezTo>
                  <a:lnTo>
                    <a:pt x="284290" y="0"/>
                  </a:lnTo>
                  <a:cubicBezTo>
                    <a:pt x="285553" y="0"/>
                    <a:pt x="286576" y="1022"/>
                    <a:pt x="286576" y="2286"/>
                  </a:cubicBezTo>
                  <a:lnTo>
                    <a:pt x="286576" y="25083"/>
                  </a:lnTo>
                  <a:cubicBezTo>
                    <a:pt x="286576" y="26346"/>
                    <a:pt x="285553" y="27368"/>
                    <a:pt x="284290" y="27368"/>
                  </a:cubicBezTo>
                  <a:close/>
                  <a:moveTo>
                    <a:pt x="4890" y="22796"/>
                  </a:moveTo>
                  <a:lnTo>
                    <a:pt x="282258" y="22796"/>
                  </a:lnTo>
                  <a:lnTo>
                    <a:pt x="282258" y="4572"/>
                  </a:lnTo>
                  <a:lnTo>
                    <a:pt x="4636" y="4572"/>
                  </a:lnTo>
                  <a:lnTo>
                    <a:pt x="4636" y="22796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0" name="Google Shape;400;p10"/>
            <p:cNvSpPr/>
            <p:nvPr/>
          </p:nvSpPr>
          <p:spPr>
            <a:xfrm>
              <a:off x="2765029" y="5118275"/>
              <a:ext cx="282003" cy="22796"/>
            </a:xfrm>
            <a:custGeom>
              <a:rect b="b" l="l" r="r" t="t"/>
              <a:pathLst>
                <a:path extrusionOk="0" h="22796" w="282003">
                  <a:moveTo>
                    <a:pt x="282004" y="22796"/>
                  </a:moveTo>
                  <a:lnTo>
                    <a:pt x="0" y="22796"/>
                  </a:lnTo>
                  <a:lnTo>
                    <a:pt x="0" y="0"/>
                  </a:lnTo>
                  <a:lnTo>
                    <a:pt x="282004" y="0"/>
                  </a:lnTo>
                  <a:lnTo>
                    <a:pt x="282004" y="22796"/>
                  </a:lnTo>
                  <a:lnTo>
                    <a:pt x="282004" y="22796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1" name="Google Shape;401;p10"/>
            <p:cNvSpPr/>
            <p:nvPr/>
          </p:nvSpPr>
          <p:spPr>
            <a:xfrm>
              <a:off x="2762742" y="5115925"/>
              <a:ext cx="286575" cy="27431"/>
            </a:xfrm>
            <a:custGeom>
              <a:rect b="b" l="l" r="r" t="t"/>
              <a:pathLst>
                <a:path extrusionOk="0" h="27431" w="286575">
                  <a:moveTo>
                    <a:pt x="284290" y="27432"/>
                  </a:moveTo>
                  <a:lnTo>
                    <a:pt x="2286" y="27432"/>
                  </a:lnTo>
                  <a:cubicBezTo>
                    <a:pt x="1022" y="27432"/>
                    <a:pt x="0" y="26409"/>
                    <a:pt x="0" y="25146"/>
                  </a:cubicBezTo>
                  <a:lnTo>
                    <a:pt x="0" y="2349"/>
                  </a:lnTo>
                  <a:cubicBezTo>
                    <a:pt x="0" y="1079"/>
                    <a:pt x="1016" y="32"/>
                    <a:pt x="2286" y="0"/>
                  </a:cubicBezTo>
                  <a:lnTo>
                    <a:pt x="284290" y="0"/>
                  </a:lnTo>
                  <a:cubicBezTo>
                    <a:pt x="285560" y="32"/>
                    <a:pt x="286576" y="1079"/>
                    <a:pt x="286576" y="2349"/>
                  </a:cubicBezTo>
                  <a:lnTo>
                    <a:pt x="286576" y="25146"/>
                  </a:lnTo>
                  <a:cubicBezTo>
                    <a:pt x="286576" y="26409"/>
                    <a:pt x="285553" y="27432"/>
                    <a:pt x="284290" y="27432"/>
                  </a:cubicBezTo>
                  <a:close/>
                  <a:moveTo>
                    <a:pt x="4890" y="22796"/>
                  </a:moveTo>
                  <a:lnTo>
                    <a:pt x="282258" y="22796"/>
                  </a:lnTo>
                  <a:lnTo>
                    <a:pt x="282258" y="4635"/>
                  </a:lnTo>
                  <a:lnTo>
                    <a:pt x="4636" y="4635"/>
                  </a:lnTo>
                  <a:lnTo>
                    <a:pt x="4636" y="22796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2" name="Google Shape;402;p10"/>
            <p:cNvSpPr/>
            <p:nvPr/>
          </p:nvSpPr>
          <p:spPr>
            <a:xfrm>
              <a:off x="2765029" y="5175996"/>
              <a:ext cx="282003" cy="22796"/>
            </a:xfrm>
            <a:custGeom>
              <a:rect b="b" l="l" r="r" t="t"/>
              <a:pathLst>
                <a:path extrusionOk="0" h="22796" w="282003">
                  <a:moveTo>
                    <a:pt x="282004" y="22797"/>
                  </a:moveTo>
                  <a:lnTo>
                    <a:pt x="0" y="22797"/>
                  </a:lnTo>
                  <a:lnTo>
                    <a:pt x="0" y="0"/>
                  </a:lnTo>
                  <a:lnTo>
                    <a:pt x="282004" y="0"/>
                  </a:lnTo>
                  <a:lnTo>
                    <a:pt x="282004" y="22797"/>
                  </a:lnTo>
                  <a:lnTo>
                    <a:pt x="282004" y="22797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3" name="Google Shape;403;p10"/>
            <p:cNvSpPr/>
            <p:nvPr/>
          </p:nvSpPr>
          <p:spPr>
            <a:xfrm>
              <a:off x="2762742" y="5173710"/>
              <a:ext cx="286575" cy="27368"/>
            </a:xfrm>
            <a:custGeom>
              <a:rect b="b" l="l" r="r" t="t"/>
              <a:pathLst>
                <a:path extrusionOk="0" h="27368" w="286575">
                  <a:moveTo>
                    <a:pt x="284290" y="27368"/>
                  </a:moveTo>
                  <a:lnTo>
                    <a:pt x="2286" y="27368"/>
                  </a:lnTo>
                  <a:cubicBezTo>
                    <a:pt x="1022" y="27368"/>
                    <a:pt x="0" y="26346"/>
                    <a:pt x="0" y="25083"/>
                  </a:cubicBezTo>
                  <a:lnTo>
                    <a:pt x="0" y="2286"/>
                  </a:lnTo>
                  <a:cubicBezTo>
                    <a:pt x="0" y="1022"/>
                    <a:pt x="1022" y="0"/>
                    <a:pt x="2286" y="0"/>
                  </a:cubicBezTo>
                  <a:lnTo>
                    <a:pt x="284290" y="0"/>
                  </a:lnTo>
                  <a:cubicBezTo>
                    <a:pt x="285553" y="0"/>
                    <a:pt x="286576" y="1022"/>
                    <a:pt x="286576" y="2286"/>
                  </a:cubicBezTo>
                  <a:lnTo>
                    <a:pt x="286576" y="25083"/>
                  </a:lnTo>
                  <a:cubicBezTo>
                    <a:pt x="286576" y="26346"/>
                    <a:pt x="285553" y="27368"/>
                    <a:pt x="284290" y="27368"/>
                  </a:cubicBezTo>
                  <a:close/>
                  <a:moveTo>
                    <a:pt x="4890" y="22796"/>
                  </a:moveTo>
                  <a:lnTo>
                    <a:pt x="282258" y="22796"/>
                  </a:lnTo>
                  <a:lnTo>
                    <a:pt x="282258" y="4572"/>
                  </a:lnTo>
                  <a:lnTo>
                    <a:pt x="4636" y="4572"/>
                  </a:lnTo>
                  <a:lnTo>
                    <a:pt x="4636" y="22796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4" name="Google Shape;404;p10"/>
            <p:cNvSpPr/>
            <p:nvPr/>
          </p:nvSpPr>
          <p:spPr>
            <a:xfrm>
              <a:off x="2765029" y="5233781"/>
              <a:ext cx="282003" cy="22796"/>
            </a:xfrm>
            <a:custGeom>
              <a:rect b="b" l="l" r="r" t="t"/>
              <a:pathLst>
                <a:path extrusionOk="0" h="22796" w="282003">
                  <a:moveTo>
                    <a:pt x="282004" y="22797"/>
                  </a:moveTo>
                  <a:lnTo>
                    <a:pt x="0" y="22797"/>
                  </a:lnTo>
                  <a:lnTo>
                    <a:pt x="0" y="0"/>
                  </a:lnTo>
                  <a:lnTo>
                    <a:pt x="282004" y="0"/>
                  </a:lnTo>
                  <a:lnTo>
                    <a:pt x="282004" y="22797"/>
                  </a:lnTo>
                  <a:lnTo>
                    <a:pt x="282004" y="22797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5" name="Google Shape;405;p10"/>
            <p:cNvSpPr/>
            <p:nvPr/>
          </p:nvSpPr>
          <p:spPr>
            <a:xfrm>
              <a:off x="2762742" y="5231495"/>
              <a:ext cx="286575" cy="27368"/>
            </a:xfrm>
            <a:custGeom>
              <a:rect b="b" l="l" r="r" t="t"/>
              <a:pathLst>
                <a:path extrusionOk="0" h="27368" w="286575">
                  <a:moveTo>
                    <a:pt x="284290" y="27368"/>
                  </a:moveTo>
                  <a:lnTo>
                    <a:pt x="2286" y="27368"/>
                  </a:lnTo>
                  <a:cubicBezTo>
                    <a:pt x="1022" y="27368"/>
                    <a:pt x="0" y="26346"/>
                    <a:pt x="0" y="25083"/>
                  </a:cubicBezTo>
                  <a:lnTo>
                    <a:pt x="0" y="2286"/>
                  </a:lnTo>
                  <a:cubicBezTo>
                    <a:pt x="0" y="1022"/>
                    <a:pt x="1022" y="0"/>
                    <a:pt x="2286" y="0"/>
                  </a:cubicBezTo>
                  <a:lnTo>
                    <a:pt x="284290" y="0"/>
                  </a:lnTo>
                  <a:cubicBezTo>
                    <a:pt x="285553" y="0"/>
                    <a:pt x="286576" y="1022"/>
                    <a:pt x="286576" y="2286"/>
                  </a:cubicBezTo>
                  <a:lnTo>
                    <a:pt x="286576" y="25083"/>
                  </a:lnTo>
                  <a:cubicBezTo>
                    <a:pt x="286576" y="26346"/>
                    <a:pt x="285553" y="27368"/>
                    <a:pt x="284290" y="27368"/>
                  </a:cubicBezTo>
                  <a:close/>
                  <a:moveTo>
                    <a:pt x="4890" y="22797"/>
                  </a:moveTo>
                  <a:lnTo>
                    <a:pt x="282258" y="22797"/>
                  </a:lnTo>
                  <a:lnTo>
                    <a:pt x="282258" y="4572"/>
                  </a:lnTo>
                  <a:lnTo>
                    <a:pt x="4636" y="4572"/>
                  </a:lnTo>
                  <a:lnTo>
                    <a:pt x="4636" y="22797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2765029" y="5291503"/>
              <a:ext cx="282003" cy="22796"/>
            </a:xfrm>
            <a:custGeom>
              <a:rect b="b" l="l" r="r" t="t"/>
              <a:pathLst>
                <a:path extrusionOk="0" h="22796" w="282003">
                  <a:moveTo>
                    <a:pt x="282004" y="22797"/>
                  </a:moveTo>
                  <a:lnTo>
                    <a:pt x="0" y="22797"/>
                  </a:lnTo>
                  <a:lnTo>
                    <a:pt x="0" y="0"/>
                  </a:lnTo>
                  <a:lnTo>
                    <a:pt x="282004" y="0"/>
                  </a:lnTo>
                  <a:lnTo>
                    <a:pt x="282004" y="22797"/>
                  </a:lnTo>
                  <a:lnTo>
                    <a:pt x="282004" y="22797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7" name="Google Shape;407;p10"/>
            <p:cNvSpPr/>
            <p:nvPr/>
          </p:nvSpPr>
          <p:spPr>
            <a:xfrm>
              <a:off x="2762988" y="5289026"/>
              <a:ext cx="286584" cy="27559"/>
            </a:xfrm>
            <a:custGeom>
              <a:rect b="b" l="l" r="r" t="t"/>
              <a:pathLst>
                <a:path extrusionOk="0" h="27559" w="286584">
                  <a:moveTo>
                    <a:pt x="284044" y="27559"/>
                  </a:moveTo>
                  <a:lnTo>
                    <a:pt x="2041" y="27559"/>
                  </a:lnTo>
                  <a:cubicBezTo>
                    <a:pt x="803" y="27426"/>
                    <a:pt x="-99" y="26321"/>
                    <a:pt x="9" y="25083"/>
                  </a:cubicBezTo>
                  <a:lnTo>
                    <a:pt x="9" y="2286"/>
                  </a:lnTo>
                  <a:cubicBezTo>
                    <a:pt x="9" y="1022"/>
                    <a:pt x="1031" y="0"/>
                    <a:pt x="2295" y="0"/>
                  </a:cubicBezTo>
                  <a:lnTo>
                    <a:pt x="284298" y="0"/>
                  </a:lnTo>
                  <a:cubicBezTo>
                    <a:pt x="285562" y="0"/>
                    <a:pt x="286584" y="1022"/>
                    <a:pt x="286584" y="2286"/>
                  </a:cubicBezTo>
                  <a:lnTo>
                    <a:pt x="286584" y="25083"/>
                  </a:lnTo>
                  <a:cubicBezTo>
                    <a:pt x="286584" y="26346"/>
                    <a:pt x="285562" y="27368"/>
                    <a:pt x="284298" y="27368"/>
                  </a:cubicBezTo>
                  <a:close/>
                  <a:moveTo>
                    <a:pt x="4644" y="22987"/>
                  </a:moveTo>
                  <a:lnTo>
                    <a:pt x="282012" y="22987"/>
                  </a:lnTo>
                  <a:lnTo>
                    <a:pt x="282012" y="4763"/>
                  </a:lnTo>
                  <a:lnTo>
                    <a:pt x="4390" y="4763"/>
                  </a:lnTo>
                  <a:lnTo>
                    <a:pt x="4390" y="22987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8" name="Google Shape;408;p10"/>
            <p:cNvSpPr/>
            <p:nvPr/>
          </p:nvSpPr>
          <p:spPr>
            <a:xfrm>
              <a:off x="2765029" y="5349287"/>
              <a:ext cx="282003" cy="22796"/>
            </a:xfrm>
            <a:custGeom>
              <a:rect b="b" l="l" r="r" t="t"/>
              <a:pathLst>
                <a:path extrusionOk="0" h="22796" w="282003">
                  <a:moveTo>
                    <a:pt x="282004" y="22797"/>
                  </a:moveTo>
                  <a:lnTo>
                    <a:pt x="0" y="22797"/>
                  </a:lnTo>
                  <a:lnTo>
                    <a:pt x="0" y="0"/>
                  </a:lnTo>
                  <a:lnTo>
                    <a:pt x="282004" y="0"/>
                  </a:lnTo>
                  <a:lnTo>
                    <a:pt x="282004" y="22797"/>
                  </a:lnTo>
                  <a:lnTo>
                    <a:pt x="282004" y="22797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9" name="Google Shape;409;p10"/>
            <p:cNvSpPr/>
            <p:nvPr/>
          </p:nvSpPr>
          <p:spPr>
            <a:xfrm>
              <a:off x="2762742" y="5347001"/>
              <a:ext cx="286575" cy="27368"/>
            </a:xfrm>
            <a:custGeom>
              <a:rect b="b" l="l" r="r" t="t"/>
              <a:pathLst>
                <a:path extrusionOk="0" h="27368" w="286575">
                  <a:moveTo>
                    <a:pt x="284290" y="27368"/>
                  </a:moveTo>
                  <a:lnTo>
                    <a:pt x="2286" y="27368"/>
                  </a:lnTo>
                  <a:cubicBezTo>
                    <a:pt x="1022" y="27368"/>
                    <a:pt x="0" y="26346"/>
                    <a:pt x="0" y="25083"/>
                  </a:cubicBezTo>
                  <a:lnTo>
                    <a:pt x="0" y="2286"/>
                  </a:lnTo>
                  <a:cubicBezTo>
                    <a:pt x="0" y="1022"/>
                    <a:pt x="1022" y="0"/>
                    <a:pt x="2286" y="0"/>
                  </a:cubicBezTo>
                  <a:lnTo>
                    <a:pt x="284290" y="0"/>
                  </a:lnTo>
                  <a:cubicBezTo>
                    <a:pt x="285553" y="0"/>
                    <a:pt x="286576" y="1022"/>
                    <a:pt x="286576" y="2286"/>
                  </a:cubicBezTo>
                  <a:lnTo>
                    <a:pt x="286576" y="25083"/>
                  </a:lnTo>
                  <a:cubicBezTo>
                    <a:pt x="286576" y="26346"/>
                    <a:pt x="285553" y="27368"/>
                    <a:pt x="284290" y="27368"/>
                  </a:cubicBezTo>
                  <a:close/>
                  <a:moveTo>
                    <a:pt x="4890" y="22797"/>
                  </a:moveTo>
                  <a:lnTo>
                    <a:pt x="282258" y="22797"/>
                  </a:lnTo>
                  <a:lnTo>
                    <a:pt x="282258" y="4572"/>
                  </a:lnTo>
                  <a:lnTo>
                    <a:pt x="4636" y="4572"/>
                  </a:lnTo>
                  <a:lnTo>
                    <a:pt x="4636" y="22797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0" name="Google Shape;410;p10"/>
            <p:cNvSpPr/>
            <p:nvPr/>
          </p:nvSpPr>
          <p:spPr>
            <a:xfrm>
              <a:off x="3975783" y="3360595"/>
              <a:ext cx="1771205" cy="9207"/>
            </a:xfrm>
            <a:custGeom>
              <a:rect b="b" l="l" r="r" t="t"/>
              <a:pathLst>
                <a:path extrusionOk="0" h="9207" w="1771205">
                  <a:moveTo>
                    <a:pt x="1766634" y="9207"/>
                  </a:moveTo>
                  <a:lnTo>
                    <a:pt x="4572" y="9207"/>
                  </a:lnTo>
                  <a:cubicBezTo>
                    <a:pt x="2038" y="9176"/>
                    <a:pt x="0" y="7106"/>
                    <a:pt x="0" y="4572"/>
                  </a:cubicBezTo>
                  <a:cubicBezTo>
                    <a:pt x="0" y="2045"/>
                    <a:pt x="2045" y="0"/>
                    <a:pt x="4572" y="0"/>
                  </a:cubicBezTo>
                  <a:lnTo>
                    <a:pt x="1766634" y="0"/>
                  </a:lnTo>
                  <a:cubicBezTo>
                    <a:pt x="1769161" y="0"/>
                    <a:pt x="1771206" y="2045"/>
                    <a:pt x="1771206" y="4572"/>
                  </a:cubicBezTo>
                  <a:cubicBezTo>
                    <a:pt x="1771206" y="7106"/>
                    <a:pt x="1769167" y="9176"/>
                    <a:pt x="1766634" y="9207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1" name="Google Shape;411;p10"/>
            <p:cNvSpPr/>
            <p:nvPr/>
          </p:nvSpPr>
          <p:spPr>
            <a:xfrm>
              <a:off x="3934125" y="3339263"/>
              <a:ext cx="50801" cy="50797"/>
            </a:xfrm>
            <a:custGeom>
              <a:rect b="b" l="l" r="r" t="t"/>
              <a:pathLst>
                <a:path extrusionOk="0" h="50797" w="50801">
                  <a:moveTo>
                    <a:pt x="25719" y="50796"/>
                  </a:moveTo>
                  <a:cubicBezTo>
                    <a:pt x="11692" y="50973"/>
                    <a:pt x="180" y="39740"/>
                    <a:pt x="2" y="25713"/>
                  </a:cubicBezTo>
                  <a:cubicBezTo>
                    <a:pt x="-169" y="11686"/>
                    <a:pt x="11057" y="173"/>
                    <a:pt x="25085" y="2"/>
                  </a:cubicBezTo>
                  <a:cubicBezTo>
                    <a:pt x="39112" y="-176"/>
                    <a:pt x="50624" y="11051"/>
                    <a:pt x="50802" y="25078"/>
                  </a:cubicBezTo>
                  <a:cubicBezTo>
                    <a:pt x="50802" y="25186"/>
                    <a:pt x="50802" y="25288"/>
                    <a:pt x="50802" y="25396"/>
                  </a:cubicBezTo>
                  <a:cubicBezTo>
                    <a:pt x="50802" y="39302"/>
                    <a:pt x="39626" y="50624"/>
                    <a:pt x="25719" y="50796"/>
                  </a:cubicBezTo>
                  <a:close/>
                  <a:moveTo>
                    <a:pt x="25719" y="9775"/>
                  </a:moveTo>
                  <a:cubicBezTo>
                    <a:pt x="16918" y="9775"/>
                    <a:pt x="9781" y="16912"/>
                    <a:pt x="9781" y="25713"/>
                  </a:cubicBezTo>
                  <a:cubicBezTo>
                    <a:pt x="9781" y="34514"/>
                    <a:pt x="16918" y="41652"/>
                    <a:pt x="25719" y="41652"/>
                  </a:cubicBezTo>
                  <a:cubicBezTo>
                    <a:pt x="34521" y="41652"/>
                    <a:pt x="41658" y="34514"/>
                    <a:pt x="41658" y="25713"/>
                  </a:cubicBezTo>
                  <a:cubicBezTo>
                    <a:pt x="41658" y="25694"/>
                    <a:pt x="41658" y="25669"/>
                    <a:pt x="41658" y="25650"/>
                  </a:cubicBezTo>
                  <a:cubicBezTo>
                    <a:pt x="41658" y="16880"/>
                    <a:pt x="34552" y="9775"/>
                    <a:pt x="25783" y="9775"/>
                  </a:cubicBezTo>
                  <a:cubicBezTo>
                    <a:pt x="25764" y="9775"/>
                    <a:pt x="25738" y="9775"/>
                    <a:pt x="25719" y="977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2" name="Google Shape;412;p10"/>
            <p:cNvSpPr/>
            <p:nvPr/>
          </p:nvSpPr>
          <p:spPr>
            <a:xfrm>
              <a:off x="5737527" y="3339259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25400" y="50800"/>
                  </a:moveTo>
                  <a:cubicBezTo>
                    <a:pt x="11373" y="50800"/>
                    <a:pt x="0" y="39427"/>
                    <a:pt x="0" y="25400"/>
                  </a:cubicBezTo>
                  <a:cubicBezTo>
                    <a:pt x="0" y="11373"/>
                    <a:pt x="11373" y="0"/>
                    <a:pt x="25400" y="0"/>
                  </a:cubicBezTo>
                  <a:cubicBezTo>
                    <a:pt x="39427" y="0"/>
                    <a:pt x="50800" y="11373"/>
                    <a:pt x="50800" y="25400"/>
                  </a:cubicBezTo>
                  <a:cubicBezTo>
                    <a:pt x="50800" y="39427"/>
                    <a:pt x="39427" y="50800"/>
                    <a:pt x="25400" y="50800"/>
                  </a:cubicBezTo>
                  <a:close/>
                  <a:moveTo>
                    <a:pt x="25400" y="9779"/>
                  </a:moveTo>
                  <a:cubicBezTo>
                    <a:pt x="16599" y="9741"/>
                    <a:pt x="9436" y="16853"/>
                    <a:pt x="9398" y="25654"/>
                  </a:cubicBezTo>
                  <a:cubicBezTo>
                    <a:pt x="9366" y="34455"/>
                    <a:pt x="16472" y="41618"/>
                    <a:pt x="25273" y="41656"/>
                  </a:cubicBezTo>
                  <a:cubicBezTo>
                    <a:pt x="34074" y="41688"/>
                    <a:pt x="41237" y="34582"/>
                    <a:pt x="41275" y="25781"/>
                  </a:cubicBezTo>
                  <a:cubicBezTo>
                    <a:pt x="41275" y="25737"/>
                    <a:pt x="41275" y="25698"/>
                    <a:pt x="41275" y="25654"/>
                  </a:cubicBezTo>
                  <a:cubicBezTo>
                    <a:pt x="41237" y="16904"/>
                    <a:pt x="34150" y="9811"/>
                    <a:pt x="25400" y="9779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3" name="Google Shape;413;p10"/>
            <p:cNvSpPr/>
            <p:nvPr/>
          </p:nvSpPr>
          <p:spPr>
            <a:xfrm>
              <a:off x="3511979" y="5170980"/>
              <a:ext cx="2233295" cy="9207"/>
            </a:xfrm>
            <a:custGeom>
              <a:rect b="b" l="l" r="r" t="t"/>
              <a:pathLst>
                <a:path extrusionOk="0" h="9207" w="2233295">
                  <a:moveTo>
                    <a:pt x="2228659" y="9207"/>
                  </a:moveTo>
                  <a:lnTo>
                    <a:pt x="4572" y="9207"/>
                  </a:lnTo>
                  <a:cubicBezTo>
                    <a:pt x="2038" y="9169"/>
                    <a:pt x="0" y="7105"/>
                    <a:pt x="0" y="4572"/>
                  </a:cubicBezTo>
                  <a:cubicBezTo>
                    <a:pt x="0" y="2044"/>
                    <a:pt x="2044" y="0"/>
                    <a:pt x="4572" y="0"/>
                  </a:cubicBezTo>
                  <a:lnTo>
                    <a:pt x="2228659" y="0"/>
                  </a:lnTo>
                  <a:cubicBezTo>
                    <a:pt x="2231193" y="0"/>
                    <a:pt x="2233263" y="2038"/>
                    <a:pt x="2233295" y="4572"/>
                  </a:cubicBezTo>
                  <a:cubicBezTo>
                    <a:pt x="2233295" y="7131"/>
                    <a:pt x="2231219" y="9207"/>
                    <a:pt x="2228659" y="9207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4" name="Google Shape;414;p10"/>
            <p:cNvSpPr/>
            <p:nvPr/>
          </p:nvSpPr>
          <p:spPr>
            <a:xfrm>
              <a:off x="3470385" y="5149902"/>
              <a:ext cx="50801" cy="50797"/>
            </a:xfrm>
            <a:custGeom>
              <a:rect b="b" l="l" r="r" t="t"/>
              <a:pathLst>
                <a:path extrusionOk="0" h="50797" w="50801">
                  <a:moveTo>
                    <a:pt x="25719" y="50796"/>
                  </a:moveTo>
                  <a:cubicBezTo>
                    <a:pt x="11692" y="50974"/>
                    <a:pt x="179" y="39740"/>
                    <a:pt x="2" y="25713"/>
                  </a:cubicBezTo>
                  <a:cubicBezTo>
                    <a:pt x="-170" y="11686"/>
                    <a:pt x="11057" y="174"/>
                    <a:pt x="25084" y="2"/>
                  </a:cubicBezTo>
                  <a:cubicBezTo>
                    <a:pt x="39112" y="-176"/>
                    <a:pt x="50624" y="11051"/>
                    <a:pt x="50802" y="25078"/>
                  </a:cubicBezTo>
                  <a:cubicBezTo>
                    <a:pt x="50802" y="25186"/>
                    <a:pt x="50802" y="25288"/>
                    <a:pt x="50802" y="25396"/>
                  </a:cubicBezTo>
                  <a:cubicBezTo>
                    <a:pt x="50802" y="39302"/>
                    <a:pt x="39626" y="50624"/>
                    <a:pt x="25719" y="50796"/>
                  </a:cubicBezTo>
                  <a:close/>
                  <a:moveTo>
                    <a:pt x="25719" y="9775"/>
                  </a:moveTo>
                  <a:cubicBezTo>
                    <a:pt x="16918" y="9737"/>
                    <a:pt x="9755" y="16849"/>
                    <a:pt x="9717" y="25650"/>
                  </a:cubicBezTo>
                  <a:cubicBezTo>
                    <a:pt x="9685" y="34451"/>
                    <a:pt x="16791" y="41614"/>
                    <a:pt x="25592" y="41652"/>
                  </a:cubicBezTo>
                  <a:cubicBezTo>
                    <a:pt x="34393" y="41684"/>
                    <a:pt x="41563" y="34578"/>
                    <a:pt x="41594" y="25777"/>
                  </a:cubicBezTo>
                  <a:cubicBezTo>
                    <a:pt x="41594" y="25732"/>
                    <a:pt x="41594" y="25694"/>
                    <a:pt x="41594" y="25650"/>
                  </a:cubicBezTo>
                  <a:cubicBezTo>
                    <a:pt x="41594" y="16881"/>
                    <a:pt x="34489" y="9775"/>
                    <a:pt x="25719" y="977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5" name="Google Shape;415;p10"/>
            <p:cNvSpPr/>
            <p:nvPr/>
          </p:nvSpPr>
          <p:spPr>
            <a:xfrm>
              <a:off x="5735749" y="5149898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25400" y="50800"/>
                  </a:moveTo>
                  <a:cubicBezTo>
                    <a:pt x="11373" y="50800"/>
                    <a:pt x="0" y="39427"/>
                    <a:pt x="0" y="25400"/>
                  </a:cubicBezTo>
                  <a:cubicBezTo>
                    <a:pt x="0" y="11373"/>
                    <a:pt x="11373" y="0"/>
                    <a:pt x="25400" y="0"/>
                  </a:cubicBezTo>
                  <a:cubicBezTo>
                    <a:pt x="39427" y="0"/>
                    <a:pt x="50800" y="11373"/>
                    <a:pt x="50800" y="25400"/>
                  </a:cubicBezTo>
                  <a:cubicBezTo>
                    <a:pt x="50800" y="39427"/>
                    <a:pt x="39427" y="50800"/>
                    <a:pt x="25400" y="50800"/>
                  </a:cubicBezTo>
                  <a:close/>
                  <a:moveTo>
                    <a:pt x="25400" y="9779"/>
                  </a:moveTo>
                  <a:cubicBezTo>
                    <a:pt x="16599" y="9779"/>
                    <a:pt x="9461" y="16916"/>
                    <a:pt x="9461" y="25717"/>
                  </a:cubicBezTo>
                  <a:cubicBezTo>
                    <a:pt x="9461" y="34518"/>
                    <a:pt x="16599" y="41656"/>
                    <a:pt x="25400" y="41656"/>
                  </a:cubicBezTo>
                  <a:cubicBezTo>
                    <a:pt x="34201" y="41656"/>
                    <a:pt x="41338" y="34518"/>
                    <a:pt x="41338" y="25717"/>
                  </a:cubicBezTo>
                  <a:cubicBezTo>
                    <a:pt x="41338" y="25698"/>
                    <a:pt x="41338" y="25673"/>
                    <a:pt x="41338" y="25654"/>
                  </a:cubicBezTo>
                  <a:cubicBezTo>
                    <a:pt x="41338" y="16885"/>
                    <a:pt x="34233" y="9779"/>
                    <a:pt x="25463" y="9779"/>
                  </a:cubicBezTo>
                  <a:cubicBezTo>
                    <a:pt x="25444" y="9779"/>
                    <a:pt x="25419" y="9779"/>
                    <a:pt x="25400" y="9779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6" name="Google Shape;416;p10"/>
            <p:cNvSpPr/>
            <p:nvPr/>
          </p:nvSpPr>
          <p:spPr>
            <a:xfrm>
              <a:off x="9965420" y="3721782"/>
              <a:ext cx="667131" cy="129032"/>
            </a:xfrm>
            <a:custGeom>
              <a:rect b="b" l="l" r="r" t="t"/>
              <a:pathLst>
                <a:path extrusionOk="0" h="129032" w="667131">
                  <a:moveTo>
                    <a:pt x="641731" y="128905"/>
                  </a:moveTo>
                  <a:lnTo>
                    <a:pt x="25400" y="128905"/>
                  </a:lnTo>
                  <a:cubicBezTo>
                    <a:pt x="11367" y="128905"/>
                    <a:pt x="0" y="117532"/>
                    <a:pt x="0" y="103505"/>
                  </a:cubicBezTo>
                  <a:lnTo>
                    <a:pt x="0" y="25400"/>
                  </a:lnTo>
                  <a:cubicBezTo>
                    <a:pt x="0" y="11373"/>
                    <a:pt x="11367" y="0"/>
                    <a:pt x="25400" y="0"/>
                  </a:cubicBezTo>
                  <a:lnTo>
                    <a:pt x="641731" y="0"/>
                  </a:lnTo>
                  <a:cubicBezTo>
                    <a:pt x="655765" y="0"/>
                    <a:pt x="667131" y="11373"/>
                    <a:pt x="667131" y="25400"/>
                  </a:cubicBezTo>
                  <a:lnTo>
                    <a:pt x="667131" y="103632"/>
                  </a:lnTo>
                  <a:cubicBezTo>
                    <a:pt x="667131" y="117659"/>
                    <a:pt x="655765" y="129032"/>
                    <a:pt x="641731" y="129032"/>
                  </a:cubicBezTo>
                  <a:close/>
                  <a:moveTo>
                    <a:pt x="25400" y="4826"/>
                  </a:moveTo>
                  <a:cubicBezTo>
                    <a:pt x="13970" y="4858"/>
                    <a:pt x="4763" y="14110"/>
                    <a:pt x="4699" y="25527"/>
                  </a:cubicBezTo>
                  <a:lnTo>
                    <a:pt x="4699" y="103759"/>
                  </a:lnTo>
                  <a:cubicBezTo>
                    <a:pt x="4763" y="115176"/>
                    <a:pt x="13970" y="124428"/>
                    <a:pt x="25400" y="124460"/>
                  </a:cubicBezTo>
                  <a:lnTo>
                    <a:pt x="641731" y="124460"/>
                  </a:lnTo>
                  <a:cubicBezTo>
                    <a:pt x="653161" y="124428"/>
                    <a:pt x="662369" y="115176"/>
                    <a:pt x="662432" y="103759"/>
                  </a:cubicBezTo>
                  <a:lnTo>
                    <a:pt x="662432" y="25400"/>
                  </a:lnTo>
                  <a:cubicBezTo>
                    <a:pt x="662369" y="13983"/>
                    <a:pt x="653161" y="4731"/>
                    <a:pt x="641731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7" name="Google Shape;417;p10"/>
            <p:cNvSpPr/>
            <p:nvPr/>
          </p:nvSpPr>
          <p:spPr>
            <a:xfrm>
              <a:off x="9965420" y="3845988"/>
              <a:ext cx="667131" cy="128968"/>
            </a:xfrm>
            <a:custGeom>
              <a:rect b="b" l="l" r="r" t="t"/>
              <a:pathLst>
                <a:path extrusionOk="0" h="128968" w="667131">
                  <a:moveTo>
                    <a:pt x="641731" y="128905"/>
                  </a:moveTo>
                  <a:lnTo>
                    <a:pt x="25400" y="128905"/>
                  </a:lnTo>
                  <a:cubicBezTo>
                    <a:pt x="11367" y="128905"/>
                    <a:pt x="0" y="117532"/>
                    <a:pt x="0" y="103505"/>
                  </a:cubicBezTo>
                  <a:lnTo>
                    <a:pt x="0" y="25400"/>
                  </a:lnTo>
                  <a:cubicBezTo>
                    <a:pt x="0" y="11373"/>
                    <a:pt x="11367" y="0"/>
                    <a:pt x="25400" y="0"/>
                  </a:cubicBezTo>
                  <a:lnTo>
                    <a:pt x="641731" y="0"/>
                  </a:lnTo>
                  <a:cubicBezTo>
                    <a:pt x="655765" y="0"/>
                    <a:pt x="667131" y="11373"/>
                    <a:pt x="667131" y="25400"/>
                  </a:cubicBezTo>
                  <a:lnTo>
                    <a:pt x="667131" y="103568"/>
                  </a:lnTo>
                  <a:cubicBezTo>
                    <a:pt x="667131" y="117596"/>
                    <a:pt x="655765" y="128968"/>
                    <a:pt x="641731" y="128968"/>
                  </a:cubicBezTo>
                  <a:close/>
                  <a:moveTo>
                    <a:pt x="25400" y="4699"/>
                  </a:moveTo>
                  <a:cubicBezTo>
                    <a:pt x="13970" y="4699"/>
                    <a:pt x="4699" y="13970"/>
                    <a:pt x="4699" y="25400"/>
                  </a:cubicBezTo>
                  <a:lnTo>
                    <a:pt x="4699" y="103568"/>
                  </a:lnTo>
                  <a:cubicBezTo>
                    <a:pt x="4699" y="114999"/>
                    <a:pt x="13970" y="124270"/>
                    <a:pt x="25400" y="124270"/>
                  </a:cubicBezTo>
                  <a:lnTo>
                    <a:pt x="641731" y="124270"/>
                  </a:lnTo>
                  <a:cubicBezTo>
                    <a:pt x="653161" y="124270"/>
                    <a:pt x="662432" y="114999"/>
                    <a:pt x="662432" y="103568"/>
                  </a:cubicBezTo>
                  <a:lnTo>
                    <a:pt x="662432" y="25400"/>
                  </a:lnTo>
                  <a:cubicBezTo>
                    <a:pt x="662432" y="13970"/>
                    <a:pt x="653161" y="4699"/>
                    <a:pt x="641731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8" name="Google Shape;418;p10"/>
            <p:cNvSpPr/>
            <p:nvPr/>
          </p:nvSpPr>
          <p:spPr>
            <a:xfrm>
              <a:off x="9965420" y="3970194"/>
              <a:ext cx="667131" cy="128968"/>
            </a:xfrm>
            <a:custGeom>
              <a:rect b="b" l="l" r="r" t="t"/>
              <a:pathLst>
                <a:path extrusionOk="0" h="128968" w="667131">
                  <a:moveTo>
                    <a:pt x="641731" y="128905"/>
                  </a:moveTo>
                  <a:lnTo>
                    <a:pt x="25400" y="128905"/>
                  </a:lnTo>
                  <a:cubicBezTo>
                    <a:pt x="11367" y="128905"/>
                    <a:pt x="0" y="117532"/>
                    <a:pt x="0" y="103505"/>
                  </a:cubicBezTo>
                  <a:lnTo>
                    <a:pt x="0" y="25400"/>
                  </a:lnTo>
                  <a:cubicBezTo>
                    <a:pt x="0" y="11373"/>
                    <a:pt x="11367" y="0"/>
                    <a:pt x="25400" y="0"/>
                  </a:cubicBezTo>
                  <a:lnTo>
                    <a:pt x="641731" y="0"/>
                  </a:lnTo>
                  <a:cubicBezTo>
                    <a:pt x="655765" y="0"/>
                    <a:pt x="667131" y="11373"/>
                    <a:pt x="667131" y="25400"/>
                  </a:cubicBezTo>
                  <a:lnTo>
                    <a:pt x="667131" y="103569"/>
                  </a:lnTo>
                  <a:cubicBezTo>
                    <a:pt x="667131" y="117596"/>
                    <a:pt x="655765" y="128969"/>
                    <a:pt x="641731" y="128969"/>
                  </a:cubicBezTo>
                  <a:close/>
                  <a:moveTo>
                    <a:pt x="25400" y="4699"/>
                  </a:moveTo>
                  <a:cubicBezTo>
                    <a:pt x="13970" y="4699"/>
                    <a:pt x="4699" y="13970"/>
                    <a:pt x="4699" y="25400"/>
                  </a:cubicBezTo>
                  <a:lnTo>
                    <a:pt x="4699" y="103569"/>
                  </a:lnTo>
                  <a:cubicBezTo>
                    <a:pt x="4699" y="114999"/>
                    <a:pt x="13970" y="124270"/>
                    <a:pt x="25400" y="124270"/>
                  </a:cubicBezTo>
                  <a:lnTo>
                    <a:pt x="641731" y="124270"/>
                  </a:lnTo>
                  <a:cubicBezTo>
                    <a:pt x="653161" y="124270"/>
                    <a:pt x="662432" y="114999"/>
                    <a:pt x="662432" y="103569"/>
                  </a:cubicBezTo>
                  <a:lnTo>
                    <a:pt x="662432" y="25400"/>
                  </a:lnTo>
                  <a:cubicBezTo>
                    <a:pt x="662432" y="13970"/>
                    <a:pt x="653161" y="4699"/>
                    <a:pt x="641731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9" name="Google Shape;419;p10"/>
            <p:cNvSpPr/>
            <p:nvPr/>
          </p:nvSpPr>
          <p:spPr>
            <a:xfrm>
              <a:off x="9965420" y="4094337"/>
              <a:ext cx="667131" cy="129032"/>
            </a:xfrm>
            <a:custGeom>
              <a:rect b="b" l="l" r="r" t="t"/>
              <a:pathLst>
                <a:path extrusionOk="0" h="129032" w="667131">
                  <a:moveTo>
                    <a:pt x="641731" y="128905"/>
                  </a:moveTo>
                  <a:lnTo>
                    <a:pt x="25400" y="128905"/>
                  </a:lnTo>
                  <a:cubicBezTo>
                    <a:pt x="11367" y="128905"/>
                    <a:pt x="0" y="117532"/>
                    <a:pt x="0" y="103505"/>
                  </a:cubicBezTo>
                  <a:lnTo>
                    <a:pt x="0" y="25400"/>
                  </a:lnTo>
                  <a:cubicBezTo>
                    <a:pt x="0" y="11373"/>
                    <a:pt x="11367" y="0"/>
                    <a:pt x="25400" y="0"/>
                  </a:cubicBezTo>
                  <a:lnTo>
                    <a:pt x="641731" y="0"/>
                  </a:lnTo>
                  <a:cubicBezTo>
                    <a:pt x="655765" y="0"/>
                    <a:pt x="667131" y="11373"/>
                    <a:pt x="667131" y="25400"/>
                  </a:cubicBezTo>
                  <a:lnTo>
                    <a:pt x="667131" y="103632"/>
                  </a:lnTo>
                  <a:cubicBezTo>
                    <a:pt x="667131" y="117659"/>
                    <a:pt x="655765" y="129032"/>
                    <a:pt x="641731" y="129032"/>
                  </a:cubicBezTo>
                  <a:close/>
                  <a:moveTo>
                    <a:pt x="25400" y="4763"/>
                  </a:moveTo>
                  <a:cubicBezTo>
                    <a:pt x="13970" y="4763"/>
                    <a:pt x="4763" y="13989"/>
                    <a:pt x="4699" y="25400"/>
                  </a:cubicBezTo>
                  <a:lnTo>
                    <a:pt x="4699" y="103632"/>
                  </a:lnTo>
                  <a:cubicBezTo>
                    <a:pt x="4699" y="115062"/>
                    <a:pt x="13970" y="124333"/>
                    <a:pt x="25400" y="124333"/>
                  </a:cubicBezTo>
                  <a:lnTo>
                    <a:pt x="641731" y="124333"/>
                  </a:lnTo>
                  <a:cubicBezTo>
                    <a:pt x="653161" y="124333"/>
                    <a:pt x="662432" y="115062"/>
                    <a:pt x="662432" y="103632"/>
                  </a:cubicBezTo>
                  <a:lnTo>
                    <a:pt x="662432" y="25400"/>
                  </a:lnTo>
                  <a:cubicBezTo>
                    <a:pt x="662369" y="13989"/>
                    <a:pt x="653161" y="4763"/>
                    <a:pt x="641731" y="4763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0" name="Google Shape;420;p10"/>
            <p:cNvSpPr/>
            <p:nvPr/>
          </p:nvSpPr>
          <p:spPr>
            <a:xfrm>
              <a:off x="10009236" y="3765598"/>
              <a:ext cx="41402" cy="41401"/>
            </a:xfrm>
            <a:custGeom>
              <a:rect b="b" l="l" r="r" t="t"/>
              <a:pathLst>
                <a:path extrusionOk="0" h="41401" w="41402">
                  <a:moveTo>
                    <a:pt x="0" y="20701"/>
                  </a:moveTo>
                  <a:cubicBezTo>
                    <a:pt x="0" y="9271"/>
                    <a:pt x="9271" y="0"/>
                    <a:pt x="20701" y="0"/>
                  </a:cubicBezTo>
                  <a:cubicBezTo>
                    <a:pt x="32131" y="0"/>
                    <a:pt x="41402" y="9271"/>
                    <a:pt x="41402" y="20701"/>
                  </a:cubicBezTo>
                  <a:cubicBezTo>
                    <a:pt x="41402" y="32131"/>
                    <a:pt x="32131" y="41402"/>
                    <a:pt x="20701" y="41402"/>
                  </a:cubicBezTo>
                  <a:cubicBezTo>
                    <a:pt x="9271" y="41402"/>
                    <a:pt x="0" y="32131"/>
                    <a:pt x="0" y="207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1" name="Google Shape;421;p10"/>
            <p:cNvSpPr/>
            <p:nvPr/>
          </p:nvSpPr>
          <p:spPr>
            <a:xfrm>
              <a:off x="10006950" y="3763185"/>
              <a:ext cx="45973" cy="45973"/>
            </a:xfrm>
            <a:custGeom>
              <a:rect b="b" l="l" r="r" t="t"/>
              <a:pathLst>
                <a:path extrusionOk="0" h="45973" w="45973">
                  <a:moveTo>
                    <a:pt x="22987" y="45974"/>
                  </a:moveTo>
                  <a:cubicBezTo>
                    <a:pt x="10287" y="45974"/>
                    <a:pt x="0" y="35681"/>
                    <a:pt x="0" y="22987"/>
                  </a:cubicBezTo>
                  <a:cubicBezTo>
                    <a:pt x="0" y="10293"/>
                    <a:pt x="10287" y="0"/>
                    <a:pt x="22987" y="0"/>
                  </a:cubicBezTo>
                  <a:cubicBezTo>
                    <a:pt x="35687" y="0"/>
                    <a:pt x="45974" y="10293"/>
                    <a:pt x="45974" y="22987"/>
                  </a:cubicBezTo>
                  <a:cubicBezTo>
                    <a:pt x="45910" y="35668"/>
                    <a:pt x="35687" y="45942"/>
                    <a:pt x="22987" y="45974"/>
                  </a:cubicBezTo>
                  <a:close/>
                  <a:moveTo>
                    <a:pt x="22987" y="4572"/>
                  </a:moveTo>
                  <a:cubicBezTo>
                    <a:pt x="12827" y="4534"/>
                    <a:pt x="4572" y="12751"/>
                    <a:pt x="4508" y="22923"/>
                  </a:cubicBezTo>
                  <a:cubicBezTo>
                    <a:pt x="4445" y="33096"/>
                    <a:pt x="12700" y="41364"/>
                    <a:pt x="22860" y="41402"/>
                  </a:cubicBezTo>
                  <a:cubicBezTo>
                    <a:pt x="33020" y="41434"/>
                    <a:pt x="41275" y="33223"/>
                    <a:pt x="41339" y="23051"/>
                  </a:cubicBezTo>
                  <a:cubicBezTo>
                    <a:pt x="41339" y="23031"/>
                    <a:pt x="41339" y="23006"/>
                    <a:pt x="41339" y="22987"/>
                  </a:cubicBezTo>
                  <a:cubicBezTo>
                    <a:pt x="41339" y="12840"/>
                    <a:pt x="33147" y="4610"/>
                    <a:pt x="22987" y="4572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2" name="Google Shape;422;p10"/>
            <p:cNvSpPr/>
            <p:nvPr/>
          </p:nvSpPr>
          <p:spPr>
            <a:xfrm>
              <a:off x="10423192" y="3765598"/>
              <a:ext cx="165481" cy="41401"/>
            </a:xfrm>
            <a:custGeom>
              <a:rect b="b" l="l" r="r" t="t"/>
              <a:pathLst>
                <a:path extrusionOk="0" h="41401" w="165481">
                  <a:moveTo>
                    <a:pt x="0" y="41402"/>
                  </a:moveTo>
                  <a:lnTo>
                    <a:pt x="165481" y="41402"/>
                  </a:lnTo>
                  <a:lnTo>
                    <a:pt x="165481" y="0"/>
                  </a:lnTo>
                  <a:lnTo>
                    <a:pt x="0" y="0"/>
                  </a:lnTo>
                  <a:lnTo>
                    <a:pt x="0" y="41402"/>
                  </a:lnTo>
                  <a:lnTo>
                    <a:pt x="0" y="41402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3" name="Google Shape;423;p10"/>
            <p:cNvSpPr/>
            <p:nvPr/>
          </p:nvSpPr>
          <p:spPr>
            <a:xfrm>
              <a:off x="10420842" y="3763185"/>
              <a:ext cx="170243" cy="45973"/>
            </a:xfrm>
            <a:custGeom>
              <a:rect b="b" l="l" r="r" t="t"/>
              <a:pathLst>
                <a:path extrusionOk="0" h="45973" w="170243">
                  <a:moveTo>
                    <a:pt x="167894" y="45974"/>
                  </a:moveTo>
                  <a:lnTo>
                    <a:pt x="2349" y="45974"/>
                  </a:lnTo>
                  <a:cubicBezTo>
                    <a:pt x="1080" y="45974"/>
                    <a:pt x="64" y="44958"/>
                    <a:pt x="0" y="43688"/>
                  </a:cubicBezTo>
                  <a:lnTo>
                    <a:pt x="0" y="2286"/>
                  </a:lnTo>
                  <a:cubicBezTo>
                    <a:pt x="64" y="1016"/>
                    <a:pt x="1080" y="0"/>
                    <a:pt x="2349" y="0"/>
                  </a:cubicBezTo>
                  <a:lnTo>
                    <a:pt x="167894" y="0"/>
                  </a:lnTo>
                  <a:cubicBezTo>
                    <a:pt x="169164" y="0"/>
                    <a:pt x="170180" y="1016"/>
                    <a:pt x="170244" y="2286"/>
                  </a:cubicBezTo>
                  <a:lnTo>
                    <a:pt x="170244" y="43688"/>
                  </a:lnTo>
                  <a:cubicBezTo>
                    <a:pt x="170180" y="44958"/>
                    <a:pt x="169164" y="45974"/>
                    <a:pt x="167894" y="45974"/>
                  </a:cubicBezTo>
                  <a:close/>
                  <a:moveTo>
                    <a:pt x="4635" y="41402"/>
                  </a:moveTo>
                  <a:lnTo>
                    <a:pt x="165354" y="41402"/>
                  </a:lnTo>
                  <a:lnTo>
                    <a:pt x="165354" y="4572"/>
                  </a:lnTo>
                  <a:lnTo>
                    <a:pt x="4382" y="4572"/>
                  </a:lnTo>
                  <a:lnTo>
                    <a:pt x="4382" y="41402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4" name="Google Shape;424;p10"/>
            <p:cNvSpPr/>
            <p:nvPr/>
          </p:nvSpPr>
          <p:spPr>
            <a:xfrm>
              <a:off x="10009236" y="3890057"/>
              <a:ext cx="41402" cy="41402"/>
            </a:xfrm>
            <a:custGeom>
              <a:rect b="b" l="l" r="r" t="t"/>
              <a:pathLst>
                <a:path extrusionOk="0" h="41402" w="41402">
                  <a:moveTo>
                    <a:pt x="0" y="20701"/>
                  </a:moveTo>
                  <a:cubicBezTo>
                    <a:pt x="0" y="9271"/>
                    <a:pt x="9271" y="0"/>
                    <a:pt x="20701" y="0"/>
                  </a:cubicBezTo>
                  <a:cubicBezTo>
                    <a:pt x="32131" y="0"/>
                    <a:pt x="41402" y="9271"/>
                    <a:pt x="41402" y="20701"/>
                  </a:cubicBezTo>
                  <a:cubicBezTo>
                    <a:pt x="41402" y="32131"/>
                    <a:pt x="32131" y="41402"/>
                    <a:pt x="20701" y="41402"/>
                  </a:cubicBezTo>
                  <a:cubicBezTo>
                    <a:pt x="9271" y="41402"/>
                    <a:pt x="0" y="32131"/>
                    <a:pt x="0" y="207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5" name="Google Shape;425;p10"/>
            <p:cNvSpPr/>
            <p:nvPr/>
          </p:nvSpPr>
          <p:spPr>
            <a:xfrm>
              <a:off x="10006822" y="3887517"/>
              <a:ext cx="45974" cy="46228"/>
            </a:xfrm>
            <a:custGeom>
              <a:rect b="b" l="l" r="r" t="t"/>
              <a:pathLst>
                <a:path extrusionOk="0" h="46228" w="45974">
                  <a:moveTo>
                    <a:pt x="23114" y="45974"/>
                  </a:moveTo>
                  <a:cubicBezTo>
                    <a:pt x="10414" y="46044"/>
                    <a:pt x="64" y="35808"/>
                    <a:pt x="0" y="23114"/>
                  </a:cubicBezTo>
                  <a:cubicBezTo>
                    <a:pt x="-63" y="10421"/>
                    <a:pt x="10160" y="70"/>
                    <a:pt x="22860" y="0"/>
                  </a:cubicBezTo>
                  <a:cubicBezTo>
                    <a:pt x="35560" y="-69"/>
                    <a:pt x="45911" y="10167"/>
                    <a:pt x="45974" y="22860"/>
                  </a:cubicBezTo>
                  <a:cubicBezTo>
                    <a:pt x="45974" y="22987"/>
                    <a:pt x="45974" y="23114"/>
                    <a:pt x="45974" y="23241"/>
                  </a:cubicBezTo>
                  <a:cubicBezTo>
                    <a:pt x="45911" y="35922"/>
                    <a:pt x="35687" y="46190"/>
                    <a:pt x="22987" y="46228"/>
                  </a:cubicBezTo>
                  <a:close/>
                  <a:moveTo>
                    <a:pt x="23114" y="4572"/>
                  </a:moveTo>
                  <a:cubicBezTo>
                    <a:pt x="12955" y="4534"/>
                    <a:pt x="4699" y="12751"/>
                    <a:pt x="4636" y="22924"/>
                  </a:cubicBezTo>
                  <a:cubicBezTo>
                    <a:pt x="4572" y="33097"/>
                    <a:pt x="12827" y="41364"/>
                    <a:pt x="22987" y="41402"/>
                  </a:cubicBezTo>
                  <a:cubicBezTo>
                    <a:pt x="33147" y="41434"/>
                    <a:pt x="41402" y="33224"/>
                    <a:pt x="41466" y="23051"/>
                  </a:cubicBezTo>
                  <a:cubicBezTo>
                    <a:pt x="41466" y="23032"/>
                    <a:pt x="41466" y="23007"/>
                    <a:pt x="41466" y="22987"/>
                  </a:cubicBezTo>
                  <a:cubicBezTo>
                    <a:pt x="41466" y="12840"/>
                    <a:pt x="33274" y="4604"/>
                    <a:pt x="23114" y="4572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6" name="Google Shape;426;p10"/>
            <p:cNvSpPr/>
            <p:nvPr/>
          </p:nvSpPr>
          <p:spPr>
            <a:xfrm>
              <a:off x="10423192" y="3889804"/>
              <a:ext cx="165481" cy="41401"/>
            </a:xfrm>
            <a:custGeom>
              <a:rect b="b" l="l" r="r" t="t"/>
              <a:pathLst>
                <a:path extrusionOk="0" h="41401" w="165481">
                  <a:moveTo>
                    <a:pt x="0" y="41402"/>
                  </a:moveTo>
                  <a:lnTo>
                    <a:pt x="165481" y="41402"/>
                  </a:lnTo>
                  <a:lnTo>
                    <a:pt x="165481" y="0"/>
                  </a:lnTo>
                  <a:lnTo>
                    <a:pt x="0" y="0"/>
                  </a:lnTo>
                  <a:lnTo>
                    <a:pt x="0" y="41402"/>
                  </a:lnTo>
                  <a:lnTo>
                    <a:pt x="0" y="41402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7" name="Google Shape;427;p10"/>
            <p:cNvSpPr/>
            <p:nvPr/>
          </p:nvSpPr>
          <p:spPr>
            <a:xfrm>
              <a:off x="10420842" y="3887517"/>
              <a:ext cx="170243" cy="45973"/>
            </a:xfrm>
            <a:custGeom>
              <a:rect b="b" l="l" r="r" t="t"/>
              <a:pathLst>
                <a:path extrusionOk="0" h="45973" w="170243">
                  <a:moveTo>
                    <a:pt x="167894" y="45974"/>
                  </a:moveTo>
                  <a:lnTo>
                    <a:pt x="2349" y="45974"/>
                  </a:lnTo>
                  <a:cubicBezTo>
                    <a:pt x="1080" y="45974"/>
                    <a:pt x="64" y="44958"/>
                    <a:pt x="0" y="43688"/>
                  </a:cubicBezTo>
                  <a:lnTo>
                    <a:pt x="0" y="2286"/>
                  </a:lnTo>
                  <a:cubicBezTo>
                    <a:pt x="64" y="1016"/>
                    <a:pt x="1080" y="0"/>
                    <a:pt x="2349" y="0"/>
                  </a:cubicBezTo>
                  <a:lnTo>
                    <a:pt x="167894" y="0"/>
                  </a:lnTo>
                  <a:cubicBezTo>
                    <a:pt x="169164" y="0"/>
                    <a:pt x="170180" y="1016"/>
                    <a:pt x="170244" y="2286"/>
                  </a:cubicBezTo>
                  <a:lnTo>
                    <a:pt x="170244" y="43688"/>
                  </a:lnTo>
                  <a:cubicBezTo>
                    <a:pt x="170180" y="44958"/>
                    <a:pt x="169164" y="45974"/>
                    <a:pt x="167894" y="45974"/>
                  </a:cubicBezTo>
                  <a:close/>
                  <a:moveTo>
                    <a:pt x="4635" y="41339"/>
                  </a:moveTo>
                  <a:lnTo>
                    <a:pt x="165354" y="41339"/>
                  </a:lnTo>
                  <a:lnTo>
                    <a:pt x="165354" y="4572"/>
                  </a:lnTo>
                  <a:lnTo>
                    <a:pt x="4382" y="4572"/>
                  </a:lnTo>
                  <a:lnTo>
                    <a:pt x="4382" y="41339"/>
                  </a:lnTo>
                  <a:close/>
                </a:path>
              </a:pathLst>
            </a:custGeom>
            <a:solidFill>
              <a:srgbClr val="002E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8" name="Google Shape;428;p10"/>
            <p:cNvSpPr/>
            <p:nvPr/>
          </p:nvSpPr>
          <p:spPr>
            <a:xfrm>
              <a:off x="10009236" y="4013946"/>
              <a:ext cx="41402" cy="41401"/>
            </a:xfrm>
            <a:custGeom>
              <a:rect b="b" l="l" r="r" t="t"/>
              <a:pathLst>
                <a:path extrusionOk="0" h="41401" w="41402">
                  <a:moveTo>
                    <a:pt x="0" y="20701"/>
                  </a:moveTo>
                  <a:cubicBezTo>
                    <a:pt x="0" y="9271"/>
                    <a:pt x="9271" y="0"/>
                    <a:pt x="20701" y="0"/>
                  </a:cubicBezTo>
                  <a:cubicBezTo>
                    <a:pt x="32131" y="0"/>
                    <a:pt x="41402" y="9271"/>
                    <a:pt x="41402" y="20701"/>
                  </a:cubicBezTo>
                  <a:cubicBezTo>
                    <a:pt x="41402" y="32131"/>
                    <a:pt x="32131" y="41402"/>
                    <a:pt x="20701" y="41402"/>
                  </a:cubicBezTo>
                  <a:cubicBezTo>
                    <a:pt x="9271" y="41402"/>
                    <a:pt x="0" y="32131"/>
                    <a:pt x="0" y="207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10006822" y="4011596"/>
              <a:ext cx="46101" cy="46101"/>
            </a:xfrm>
            <a:custGeom>
              <a:rect b="b" l="l" r="r" t="t"/>
              <a:pathLst>
                <a:path extrusionOk="0" h="46101" w="46101">
                  <a:moveTo>
                    <a:pt x="23114" y="46101"/>
                  </a:moveTo>
                  <a:cubicBezTo>
                    <a:pt x="10414" y="46139"/>
                    <a:pt x="64" y="35846"/>
                    <a:pt x="0" y="23114"/>
                  </a:cubicBezTo>
                  <a:cubicBezTo>
                    <a:pt x="-63" y="10382"/>
                    <a:pt x="10287" y="38"/>
                    <a:pt x="22987" y="0"/>
                  </a:cubicBezTo>
                  <a:cubicBezTo>
                    <a:pt x="35687" y="-32"/>
                    <a:pt x="46038" y="10255"/>
                    <a:pt x="46101" y="22987"/>
                  </a:cubicBezTo>
                  <a:cubicBezTo>
                    <a:pt x="46101" y="23006"/>
                    <a:pt x="46101" y="23031"/>
                    <a:pt x="46101" y="23051"/>
                  </a:cubicBezTo>
                  <a:cubicBezTo>
                    <a:pt x="46038" y="35744"/>
                    <a:pt x="35814" y="46031"/>
                    <a:pt x="23114" y="46101"/>
                  </a:cubicBezTo>
                  <a:close/>
                  <a:moveTo>
                    <a:pt x="23114" y="4699"/>
                  </a:moveTo>
                  <a:cubicBezTo>
                    <a:pt x="12955" y="4661"/>
                    <a:pt x="4699" y="12878"/>
                    <a:pt x="4636" y="23051"/>
                  </a:cubicBezTo>
                  <a:cubicBezTo>
                    <a:pt x="4572" y="33223"/>
                    <a:pt x="12827" y="41491"/>
                    <a:pt x="22987" y="41529"/>
                  </a:cubicBezTo>
                  <a:cubicBezTo>
                    <a:pt x="33147" y="41567"/>
                    <a:pt x="41402" y="33350"/>
                    <a:pt x="41466" y="23178"/>
                  </a:cubicBezTo>
                  <a:cubicBezTo>
                    <a:pt x="41466" y="23133"/>
                    <a:pt x="41466" y="23095"/>
                    <a:pt x="41466" y="23051"/>
                  </a:cubicBezTo>
                  <a:cubicBezTo>
                    <a:pt x="41402" y="12929"/>
                    <a:pt x="33211" y="4731"/>
                    <a:pt x="23114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10423192" y="4013946"/>
              <a:ext cx="165481" cy="41401"/>
            </a:xfrm>
            <a:custGeom>
              <a:rect b="b" l="l" r="r" t="t"/>
              <a:pathLst>
                <a:path extrusionOk="0" h="41401" w="165481">
                  <a:moveTo>
                    <a:pt x="0" y="41402"/>
                  </a:moveTo>
                  <a:lnTo>
                    <a:pt x="165481" y="41402"/>
                  </a:lnTo>
                  <a:lnTo>
                    <a:pt x="165481" y="0"/>
                  </a:lnTo>
                  <a:lnTo>
                    <a:pt x="0" y="0"/>
                  </a:lnTo>
                  <a:lnTo>
                    <a:pt x="0" y="41402"/>
                  </a:lnTo>
                  <a:lnTo>
                    <a:pt x="0" y="41402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1" name="Google Shape;431;p10"/>
            <p:cNvSpPr/>
            <p:nvPr/>
          </p:nvSpPr>
          <p:spPr>
            <a:xfrm>
              <a:off x="10420842" y="4011660"/>
              <a:ext cx="170243" cy="46037"/>
            </a:xfrm>
            <a:custGeom>
              <a:rect b="b" l="l" r="r" t="t"/>
              <a:pathLst>
                <a:path extrusionOk="0" h="46037" w="170243">
                  <a:moveTo>
                    <a:pt x="167894" y="46038"/>
                  </a:moveTo>
                  <a:lnTo>
                    <a:pt x="2349" y="46038"/>
                  </a:lnTo>
                  <a:cubicBezTo>
                    <a:pt x="1080" y="46006"/>
                    <a:pt x="64" y="44971"/>
                    <a:pt x="0" y="43688"/>
                  </a:cubicBezTo>
                  <a:lnTo>
                    <a:pt x="0" y="2286"/>
                  </a:lnTo>
                  <a:cubicBezTo>
                    <a:pt x="64" y="1016"/>
                    <a:pt x="1080" y="0"/>
                    <a:pt x="2349" y="0"/>
                  </a:cubicBezTo>
                  <a:lnTo>
                    <a:pt x="167894" y="0"/>
                  </a:lnTo>
                  <a:cubicBezTo>
                    <a:pt x="169164" y="0"/>
                    <a:pt x="170180" y="1016"/>
                    <a:pt x="170244" y="2286"/>
                  </a:cubicBezTo>
                  <a:lnTo>
                    <a:pt x="170244" y="43688"/>
                  </a:lnTo>
                  <a:cubicBezTo>
                    <a:pt x="170180" y="44971"/>
                    <a:pt x="169164" y="46006"/>
                    <a:pt x="167894" y="46038"/>
                  </a:cubicBezTo>
                  <a:close/>
                  <a:moveTo>
                    <a:pt x="4635" y="41402"/>
                  </a:moveTo>
                  <a:lnTo>
                    <a:pt x="165354" y="41402"/>
                  </a:lnTo>
                  <a:lnTo>
                    <a:pt x="165354" y="4635"/>
                  </a:lnTo>
                  <a:lnTo>
                    <a:pt x="4382" y="4635"/>
                  </a:lnTo>
                  <a:lnTo>
                    <a:pt x="4382" y="41402"/>
                  </a:lnTo>
                  <a:close/>
                </a:path>
              </a:pathLst>
            </a:custGeom>
            <a:solidFill>
              <a:srgbClr val="002E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10009236" y="4138152"/>
              <a:ext cx="41402" cy="41401"/>
            </a:xfrm>
            <a:custGeom>
              <a:rect b="b" l="l" r="r" t="t"/>
              <a:pathLst>
                <a:path extrusionOk="0" h="41401" w="41402">
                  <a:moveTo>
                    <a:pt x="0" y="20701"/>
                  </a:moveTo>
                  <a:cubicBezTo>
                    <a:pt x="0" y="9271"/>
                    <a:pt x="9271" y="0"/>
                    <a:pt x="20701" y="0"/>
                  </a:cubicBezTo>
                  <a:cubicBezTo>
                    <a:pt x="32131" y="0"/>
                    <a:pt x="41402" y="9271"/>
                    <a:pt x="41402" y="20701"/>
                  </a:cubicBezTo>
                  <a:cubicBezTo>
                    <a:pt x="41402" y="32131"/>
                    <a:pt x="32131" y="41402"/>
                    <a:pt x="20701" y="41402"/>
                  </a:cubicBezTo>
                  <a:cubicBezTo>
                    <a:pt x="9271" y="41402"/>
                    <a:pt x="0" y="32131"/>
                    <a:pt x="0" y="207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10006950" y="4135866"/>
              <a:ext cx="45973" cy="45973"/>
            </a:xfrm>
            <a:custGeom>
              <a:rect b="b" l="l" r="r" t="t"/>
              <a:pathLst>
                <a:path extrusionOk="0" h="45973" w="45973">
                  <a:moveTo>
                    <a:pt x="22987" y="45974"/>
                  </a:moveTo>
                  <a:cubicBezTo>
                    <a:pt x="10287" y="45974"/>
                    <a:pt x="0" y="35681"/>
                    <a:pt x="0" y="22987"/>
                  </a:cubicBezTo>
                  <a:cubicBezTo>
                    <a:pt x="0" y="10293"/>
                    <a:pt x="10287" y="0"/>
                    <a:pt x="22987" y="0"/>
                  </a:cubicBezTo>
                  <a:cubicBezTo>
                    <a:pt x="35687" y="0"/>
                    <a:pt x="45974" y="10293"/>
                    <a:pt x="45974" y="22987"/>
                  </a:cubicBezTo>
                  <a:cubicBezTo>
                    <a:pt x="45910" y="35668"/>
                    <a:pt x="35687" y="45942"/>
                    <a:pt x="22987" y="45974"/>
                  </a:cubicBezTo>
                  <a:close/>
                  <a:moveTo>
                    <a:pt x="22987" y="4572"/>
                  </a:moveTo>
                  <a:cubicBezTo>
                    <a:pt x="12827" y="4534"/>
                    <a:pt x="4572" y="12751"/>
                    <a:pt x="4508" y="22923"/>
                  </a:cubicBezTo>
                  <a:cubicBezTo>
                    <a:pt x="4445" y="33096"/>
                    <a:pt x="12700" y="41364"/>
                    <a:pt x="22860" y="41402"/>
                  </a:cubicBezTo>
                  <a:cubicBezTo>
                    <a:pt x="33020" y="41434"/>
                    <a:pt x="41275" y="33223"/>
                    <a:pt x="41339" y="23050"/>
                  </a:cubicBezTo>
                  <a:cubicBezTo>
                    <a:pt x="41339" y="23031"/>
                    <a:pt x="41339" y="23006"/>
                    <a:pt x="41339" y="22987"/>
                  </a:cubicBezTo>
                  <a:cubicBezTo>
                    <a:pt x="41339" y="12840"/>
                    <a:pt x="33147" y="4610"/>
                    <a:pt x="22987" y="4572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10423192" y="4138152"/>
              <a:ext cx="165481" cy="41401"/>
            </a:xfrm>
            <a:custGeom>
              <a:rect b="b" l="l" r="r" t="t"/>
              <a:pathLst>
                <a:path extrusionOk="0" h="41401" w="165481">
                  <a:moveTo>
                    <a:pt x="0" y="41402"/>
                  </a:moveTo>
                  <a:lnTo>
                    <a:pt x="165481" y="41402"/>
                  </a:lnTo>
                  <a:lnTo>
                    <a:pt x="165481" y="0"/>
                  </a:lnTo>
                  <a:lnTo>
                    <a:pt x="0" y="0"/>
                  </a:lnTo>
                  <a:lnTo>
                    <a:pt x="0" y="41402"/>
                  </a:lnTo>
                  <a:lnTo>
                    <a:pt x="0" y="41402"/>
                  </a:lnTo>
                  <a:close/>
                </a:path>
              </a:pathLst>
            </a:custGeom>
            <a:solidFill>
              <a:srgbClr val="0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10420842" y="4135866"/>
              <a:ext cx="170243" cy="45973"/>
            </a:xfrm>
            <a:custGeom>
              <a:rect b="b" l="l" r="r" t="t"/>
              <a:pathLst>
                <a:path extrusionOk="0" h="45973" w="170243">
                  <a:moveTo>
                    <a:pt x="167894" y="45974"/>
                  </a:moveTo>
                  <a:lnTo>
                    <a:pt x="2349" y="45974"/>
                  </a:lnTo>
                  <a:cubicBezTo>
                    <a:pt x="1080" y="45974"/>
                    <a:pt x="64" y="44958"/>
                    <a:pt x="0" y="43688"/>
                  </a:cubicBezTo>
                  <a:lnTo>
                    <a:pt x="0" y="2286"/>
                  </a:lnTo>
                  <a:cubicBezTo>
                    <a:pt x="64" y="1016"/>
                    <a:pt x="1080" y="0"/>
                    <a:pt x="2349" y="0"/>
                  </a:cubicBezTo>
                  <a:lnTo>
                    <a:pt x="167894" y="0"/>
                  </a:lnTo>
                  <a:cubicBezTo>
                    <a:pt x="169164" y="0"/>
                    <a:pt x="170180" y="1016"/>
                    <a:pt x="170244" y="2286"/>
                  </a:cubicBezTo>
                  <a:lnTo>
                    <a:pt x="170244" y="43688"/>
                  </a:lnTo>
                  <a:cubicBezTo>
                    <a:pt x="170180" y="44958"/>
                    <a:pt x="169164" y="45974"/>
                    <a:pt x="167894" y="45974"/>
                  </a:cubicBezTo>
                  <a:close/>
                  <a:moveTo>
                    <a:pt x="4635" y="41402"/>
                  </a:moveTo>
                  <a:lnTo>
                    <a:pt x="165354" y="41402"/>
                  </a:lnTo>
                  <a:lnTo>
                    <a:pt x="165354" y="4572"/>
                  </a:lnTo>
                  <a:lnTo>
                    <a:pt x="4382" y="4572"/>
                  </a:lnTo>
                  <a:lnTo>
                    <a:pt x="4382" y="41592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8066072" y="3314684"/>
              <a:ext cx="2233421" cy="251586"/>
            </a:xfrm>
            <a:custGeom>
              <a:rect b="b" l="l" r="r" t="t"/>
              <a:pathLst>
                <a:path extrusionOk="0" h="251586" w="2233421">
                  <a:moveTo>
                    <a:pt x="2228787" y="251587"/>
                  </a:moveTo>
                  <a:cubicBezTo>
                    <a:pt x="2226246" y="251587"/>
                    <a:pt x="2224215" y="249542"/>
                    <a:pt x="2224215" y="247015"/>
                  </a:cubicBezTo>
                  <a:lnTo>
                    <a:pt x="2224215" y="9207"/>
                  </a:lnTo>
                  <a:lnTo>
                    <a:pt x="4572" y="9207"/>
                  </a:lnTo>
                  <a:cubicBezTo>
                    <a:pt x="2032" y="9176"/>
                    <a:pt x="0" y="7106"/>
                    <a:pt x="0" y="4572"/>
                  </a:cubicBezTo>
                  <a:cubicBezTo>
                    <a:pt x="0" y="2045"/>
                    <a:pt x="2032" y="0"/>
                    <a:pt x="4572" y="0"/>
                  </a:cubicBezTo>
                  <a:lnTo>
                    <a:pt x="2228787" y="0"/>
                  </a:lnTo>
                  <a:cubicBezTo>
                    <a:pt x="2231327" y="0"/>
                    <a:pt x="2233358" y="2038"/>
                    <a:pt x="2233422" y="4572"/>
                  </a:cubicBezTo>
                  <a:lnTo>
                    <a:pt x="2233422" y="246824"/>
                  </a:lnTo>
                  <a:cubicBezTo>
                    <a:pt x="2233358" y="249358"/>
                    <a:pt x="2231327" y="251396"/>
                    <a:pt x="2228787" y="251396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8024733" y="3293602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25400" y="50800"/>
                  </a:moveTo>
                  <a:cubicBezTo>
                    <a:pt x="11367" y="50800"/>
                    <a:pt x="0" y="39427"/>
                    <a:pt x="0" y="25400"/>
                  </a:cubicBezTo>
                  <a:cubicBezTo>
                    <a:pt x="0" y="11373"/>
                    <a:pt x="11367" y="0"/>
                    <a:pt x="25400" y="0"/>
                  </a:cubicBezTo>
                  <a:cubicBezTo>
                    <a:pt x="39433" y="0"/>
                    <a:pt x="50800" y="11373"/>
                    <a:pt x="50800" y="25400"/>
                  </a:cubicBezTo>
                  <a:cubicBezTo>
                    <a:pt x="50800" y="39427"/>
                    <a:pt x="39433" y="50800"/>
                    <a:pt x="25400" y="50800"/>
                  </a:cubicBezTo>
                  <a:close/>
                  <a:moveTo>
                    <a:pt x="25400" y="9779"/>
                  </a:moveTo>
                  <a:cubicBezTo>
                    <a:pt x="16573" y="9779"/>
                    <a:pt x="9461" y="16916"/>
                    <a:pt x="9461" y="25718"/>
                  </a:cubicBezTo>
                  <a:cubicBezTo>
                    <a:pt x="9461" y="34519"/>
                    <a:pt x="16573" y="41656"/>
                    <a:pt x="25400" y="41656"/>
                  </a:cubicBezTo>
                  <a:cubicBezTo>
                    <a:pt x="34227" y="41656"/>
                    <a:pt x="41339" y="34519"/>
                    <a:pt x="41339" y="25718"/>
                  </a:cubicBezTo>
                  <a:cubicBezTo>
                    <a:pt x="41339" y="25698"/>
                    <a:pt x="41339" y="25673"/>
                    <a:pt x="41339" y="25654"/>
                  </a:cubicBezTo>
                  <a:cubicBezTo>
                    <a:pt x="41339" y="16885"/>
                    <a:pt x="34227" y="9779"/>
                    <a:pt x="25464" y="9779"/>
                  </a:cubicBezTo>
                  <a:cubicBezTo>
                    <a:pt x="25464" y="9779"/>
                    <a:pt x="25400" y="9779"/>
                    <a:pt x="25400" y="9779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10273586" y="3556492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25400" y="50800"/>
                  </a:moveTo>
                  <a:cubicBezTo>
                    <a:pt x="11367" y="50800"/>
                    <a:pt x="0" y="39427"/>
                    <a:pt x="0" y="25400"/>
                  </a:cubicBezTo>
                  <a:cubicBezTo>
                    <a:pt x="0" y="11373"/>
                    <a:pt x="11367" y="0"/>
                    <a:pt x="25400" y="0"/>
                  </a:cubicBezTo>
                  <a:cubicBezTo>
                    <a:pt x="39433" y="0"/>
                    <a:pt x="50800" y="11373"/>
                    <a:pt x="50800" y="25400"/>
                  </a:cubicBezTo>
                  <a:cubicBezTo>
                    <a:pt x="50800" y="25508"/>
                    <a:pt x="50800" y="25610"/>
                    <a:pt x="50800" y="25718"/>
                  </a:cubicBezTo>
                  <a:cubicBezTo>
                    <a:pt x="50609" y="39624"/>
                    <a:pt x="39306" y="50800"/>
                    <a:pt x="25400" y="50800"/>
                  </a:cubicBezTo>
                  <a:close/>
                  <a:moveTo>
                    <a:pt x="25400" y="9779"/>
                  </a:moveTo>
                  <a:cubicBezTo>
                    <a:pt x="16573" y="9741"/>
                    <a:pt x="9461" y="16853"/>
                    <a:pt x="9398" y="25654"/>
                  </a:cubicBezTo>
                  <a:cubicBezTo>
                    <a:pt x="9334" y="34455"/>
                    <a:pt x="16446" y="41618"/>
                    <a:pt x="25273" y="41656"/>
                  </a:cubicBezTo>
                  <a:cubicBezTo>
                    <a:pt x="34099" y="41688"/>
                    <a:pt x="41211" y="34582"/>
                    <a:pt x="41275" y="25781"/>
                  </a:cubicBezTo>
                  <a:cubicBezTo>
                    <a:pt x="41275" y="25762"/>
                    <a:pt x="41275" y="25737"/>
                    <a:pt x="41275" y="25718"/>
                  </a:cubicBezTo>
                  <a:cubicBezTo>
                    <a:pt x="41211" y="16955"/>
                    <a:pt x="34163" y="9849"/>
                    <a:pt x="25400" y="9779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8064294" y="4903454"/>
              <a:ext cx="2239264" cy="251587"/>
            </a:xfrm>
            <a:custGeom>
              <a:rect b="b" l="l" r="r" t="t"/>
              <a:pathLst>
                <a:path extrusionOk="0" h="251587" w="2239264">
                  <a:moveTo>
                    <a:pt x="2234692" y="0"/>
                  </a:moveTo>
                  <a:cubicBezTo>
                    <a:pt x="2232152" y="0"/>
                    <a:pt x="2230121" y="2045"/>
                    <a:pt x="2230121" y="4572"/>
                  </a:cubicBezTo>
                  <a:lnTo>
                    <a:pt x="2230121" y="242380"/>
                  </a:lnTo>
                  <a:lnTo>
                    <a:pt x="4572" y="242380"/>
                  </a:lnTo>
                  <a:cubicBezTo>
                    <a:pt x="2032" y="242411"/>
                    <a:pt x="0" y="244481"/>
                    <a:pt x="0" y="247015"/>
                  </a:cubicBezTo>
                  <a:cubicBezTo>
                    <a:pt x="0" y="249542"/>
                    <a:pt x="2032" y="251587"/>
                    <a:pt x="4572" y="251587"/>
                  </a:cubicBezTo>
                  <a:lnTo>
                    <a:pt x="2234692" y="251587"/>
                  </a:lnTo>
                  <a:cubicBezTo>
                    <a:pt x="2237233" y="251587"/>
                    <a:pt x="2239264" y="249542"/>
                    <a:pt x="2239264" y="247015"/>
                  </a:cubicBezTo>
                  <a:lnTo>
                    <a:pt x="2239264" y="4572"/>
                  </a:lnTo>
                  <a:cubicBezTo>
                    <a:pt x="2239264" y="2045"/>
                    <a:pt x="2237233" y="0"/>
                    <a:pt x="2234692" y="0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8022955" y="5125323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25400" y="0"/>
                  </a:moveTo>
                  <a:cubicBezTo>
                    <a:pt x="11367" y="0"/>
                    <a:pt x="0" y="11373"/>
                    <a:pt x="0" y="25400"/>
                  </a:cubicBezTo>
                  <a:cubicBezTo>
                    <a:pt x="0" y="39427"/>
                    <a:pt x="11367" y="50800"/>
                    <a:pt x="25400" y="50800"/>
                  </a:cubicBezTo>
                  <a:cubicBezTo>
                    <a:pt x="39434" y="50800"/>
                    <a:pt x="50800" y="39427"/>
                    <a:pt x="50800" y="25400"/>
                  </a:cubicBezTo>
                  <a:cubicBezTo>
                    <a:pt x="50800" y="11373"/>
                    <a:pt x="39434" y="0"/>
                    <a:pt x="25400" y="0"/>
                  </a:cubicBezTo>
                  <a:close/>
                  <a:moveTo>
                    <a:pt x="25400" y="41021"/>
                  </a:moveTo>
                  <a:cubicBezTo>
                    <a:pt x="16573" y="41021"/>
                    <a:pt x="9461" y="33884"/>
                    <a:pt x="9461" y="25082"/>
                  </a:cubicBezTo>
                  <a:cubicBezTo>
                    <a:pt x="9461" y="16281"/>
                    <a:pt x="16573" y="9144"/>
                    <a:pt x="25400" y="9144"/>
                  </a:cubicBezTo>
                  <a:cubicBezTo>
                    <a:pt x="34227" y="9144"/>
                    <a:pt x="41339" y="16281"/>
                    <a:pt x="41339" y="25082"/>
                  </a:cubicBezTo>
                  <a:cubicBezTo>
                    <a:pt x="41339" y="25102"/>
                    <a:pt x="41339" y="25127"/>
                    <a:pt x="41339" y="25146"/>
                  </a:cubicBezTo>
                  <a:cubicBezTo>
                    <a:pt x="41339" y="33916"/>
                    <a:pt x="34227" y="41021"/>
                    <a:pt x="25464" y="41021"/>
                  </a:cubicBezTo>
                  <a:cubicBezTo>
                    <a:pt x="25464" y="41021"/>
                    <a:pt x="25400" y="41021"/>
                    <a:pt x="25400" y="4102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10273586" y="4862433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25400" y="0"/>
                  </a:moveTo>
                  <a:cubicBezTo>
                    <a:pt x="11367" y="0"/>
                    <a:pt x="0" y="11373"/>
                    <a:pt x="0" y="25400"/>
                  </a:cubicBezTo>
                  <a:cubicBezTo>
                    <a:pt x="0" y="39427"/>
                    <a:pt x="11367" y="50800"/>
                    <a:pt x="25400" y="50800"/>
                  </a:cubicBezTo>
                  <a:cubicBezTo>
                    <a:pt x="39433" y="50800"/>
                    <a:pt x="50800" y="39427"/>
                    <a:pt x="50800" y="25400"/>
                  </a:cubicBezTo>
                  <a:cubicBezTo>
                    <a:pt x="50800" y="25292"/>
                    <a:pt x="50800" y="25191"/>
                    <a:pt x="50800" y="25083"/>
                  </a:cubicBezTo>
                  <a:cubicBezTo>
                    <a:pt x="50609" y="11176"/>
                    <a:pt x="39306" y="0"/>
                    <a:pt x="25400" y="0"/>
                  </a:cubicBezTo>
                  <a:close/>
                  <a:moveTo>
                    <a:pt x="25400" y="41021"/>
                  </a:moveTo>
                  <a:cubicBezTo>
                    <a:pt x="16573" y="41059"/>
                    <a:pt x="9461" y="33947"/>
                    <a:pt x="9398" y="25146"/>
                  </a:cubicBezTo>
                  <a:cubicBezTo>
                    <a:pt x="9334" y="16345"/>
                    <a:pt x="16446" y="9182"/>
                    <a:pt x="25273" y="9144"/>
                  </a:cubicBezTo>
                  <a:cubicBezTo>
                    <a:pt x="34099" y="9112"/>
                    <a:pt x="41211" y="16218"/>
                    <a:pt x="41275" y="25019"/>
                  </a:cubicBezTo>
                  <a:cubicBezTo>
                    <a:pt x="41275" y="25038"/>
                    <a:pt x="41275" y="25063"/>
                    <a:pt x="41275" y="25083"/>
                  </a:cubicBezTo>
                  <a:cubicBezTo>
                    <a:pt x="41211" y="33846"/>
                    <a:pt x="34163" y="40951"/>
                    <a:pt x="25400" y="4102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5833094" y="3825732"/>
              <a:ext cx="89154" cy="296227"/>
            </a:xfrm>
            <a:custGeom>
              <a:rect b="b" l="l" r="r" t="t"/>
              <a:pathLst>
                <a:path extrusionOk="0" h="296227" w="89154">
                  <a:moveTo>
                    <a:pt x="85852" y="296164"/>
                  </a:moveTo>
                  <a:lnTo>
                    <a:pt x="3302" y="296164"/>
                  </a:lnTo>
                  <a:cubicBezTo>
                    <a:pt x="1524" y="296164"/>
                    <a:pt x="0" y="295085"/>
                    <a:pt x="0" y="293688"/>
                  </a:cubicBezTo>
                  <a:lnTo>
                    <a:pt x="0" y="2477"/>
                  </a:lnTo>
                  <a:cubicBezTo>
                    <a:pt x="0" y="1080"/>
                    <a:pt x="1524" y="0"/>
                    <a:pt x="3302" y="0"/>
                  </a:cubicBezTo>
                  <a:lnTo>
                    <a:pt x="85852" y="0"/>
                  </a:lnTo>
                  <a:cubicBezTo>
                    <a:pt x="87693" y="0"/>
                    <a:pt x="89154" y="1080"/>
                    <a:pt x="89154" y="2477"/>
                  </a:cubicBezTo>
                  <a:cubicBezTo>
                    <a:pt x="89154" y="3874"/>
                    <a:pt x="87693" y="4953"/>
                    <a:pt x="85852" y="4953"/>
                  </a:cubicBezTo>
                  <a:lnTo>
                    <a:pt x="6414" y="4953"/>
                  </a:lnTo>
                  <a:lnTo>
                    <a:pt x="6414" y="291275"/>
                  </a:lnTo>
                  <a:lnTo>
                    <a:pt x="85852" y="291275"/>
                  </a:lnTo>
                  <a:cubicBezTo>
                    <a:pt x="87693" y="291275"/>
                    <a:pt x="89154" y="292418"/>
                    <a:pt x="89154" y="293751"/>
                  </a:cubicBezTo>
                  <a:cubicBezTo>
                    <a:pt x="89154" y="295085"/>
                    <a:pt x="87693" y="296228"/>
                    <a:pt x="85852" y="296228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7879445" y="3825669"/>
              <a:ext cx="89154" cy="296227"/>
            </a:xfrm>
            <a:custGeom>
              <a:rect b="b" l="l" r="r" t="t"/>
              <a:pathLst>
                <a:path extrusionOk="0" h="296227" w="89154">
                  <a:moveTo>
                    <a:pt x="85852" y="296227"/>
                  </a:moveTo>
                  <a:lnTo>
                    <a:pt x="3302" y="296227"/>
                  </a:lnTo>
                  <a:cubicBezTo>
                    <a:pt x="1460" y="296227"/>
                    <a:pt x="0" y="295148"/>
                    <a:pt x="0" y="293751"/>
                  </a:cubicBezTo>
                  <a:cubicBezTo>
                    <a:pt x="0" y="292354"/>
                    <a:pt x="1460" y="291274"/>
                    <a:pt x="3302" y="291274"/>
                  </a:cubicBezTo>
                  <a:lnTo>
                    <a:pt x="82423" y="291274"/>
                  </a:lnTo>
                  <a:lnTo>
                    <a:pt x="82423" y="4953"/>
                  </a:lnTo>
                  <a:lnTo>
                    <a:pt x="3302" y="4953"/>
                  </a:lnTo>
                  <a:cubicBezTo>
                    <a:pt x="1460" y="4953"/>
                    <a:pt x="0" y="3810"/>
                    <a:pt x="0" y="2476"/>
                  </a:cubicBezTo>
                  <a:cubicBezTo>
                    <a:pt x="0" y="1143"/>
                    <a:pt x="1460" y="0"/>
                    <a:pt x="3302" y="0"/>
                  </a:cubicBezTo>
                  <a:lnTo>
                    <a:pt x="85852" y="0"/>
                  </a:lnTo>
                  <a:cubicBezTo>
                    <a:pt x="87694" y="0"/>
                    <a:pt x="89154" y="1079"/>
                    <a:pt x="89154" y="2476"/>
                  </a:cubicBezTo>
                  <a:lnTo>
                    <a:pt x="89154" y="293751"/>
                  </a:lnTo>
                  <a:cubicBezTo>
                    <a:pt x="89154" y="295148"/>
                    <a:pt x="87694" y="296227"/>
                    <a:pt x="85852" y="296227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5830999" y="5598950"/>
              <a:ext cx="89153" cy="313151"/>
            </a:xfrm>
            <a:custGeom>
              <a:rect b="b" l="l" r="r" t="t"/>
              <a:pathLst>
                <a:path extrusionOk="0" h="313151" w="89153">
                  <a:moveTo>
                    <a:pt x="85852" y="313138"/>
                  </a:moveTo>
                  <a:lnTo>
                    <a:pt x="3302" y="313138"/>
                  </a:lnTo>
                  <a:cubicBezTo>
                    <a:pt x="1682" y="313290"/>
                    <a:pt x="228" y="312141"/>
                    <a:pt x="0" y="310534"/>
                  </a:cubicBezTo>
                  <a:lnTo>
                    <a:pt x="0" y="2623"/>
                  </a:lnTo>
                  <a:cubicBezTo>
                    <a:pt x="197" y="997"/>
                    <a:pt x="1676" y="-165"/>
                    <a:pt x="3302" y="19"/>
                  </a:cubicBezTo>
                  <a:lnTo>
                    <a:pt x="85852" y="19"/>
                  </a:lnTo>
                  <a:cubicBezTo>
                    <a:pt x="87484" y="-165"/>
                    <a:pt x="88957" y="997"/>
                    <a:pt x="89154" y="2623"/>
                  </a:cubicBezTo>
                  <a:cubicBezTo>
                    <a:pt x="88925" y="4229"/>
                    <a:pt x="87471" y="5379"/>
                    <a:pt x="85852" y="5226"/>
                  </a:cubicBezTo>
                  <a:lnTo>
                    <a:pt x="6731" y="5226"/>
                  </a:lnTo>
                  <a:lnTo>
                    <a:pt x="6731" y="307931"/>
                  </a:lnTo>
                  <a:lnTo>
                    <a:pt x="85852" y="307931"/>
                  </a:lnTo>
                  <a:cubicBezTo>
                    <a:pt x="87484" y="307747"/>
                    <a:pt x="88957" y="308909"/>
                    <a:pt x="89154" y="310534"/>
                  </a:cubicBezTo>
                  <a:cubicBezTo>
                    <a:pt x="88925" y="312141"/>
                    <a:pt x="87471" y="313290"/>
                    <a:pt x="85852" y="313138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7877794" y="5598950"/>
              <a:ext cx="89154" cy="313151"/>
            </a:xfrm>
            <a:custGeom>
              <a:rect b="b" l="l" r="r" t="t"/>
              <a:pathLst>
                <a:path extrusionOk="0" h="313151" w="89154">
                  <a:moveTo>
                    <a:pt x="85852" y="313138"/>
                  </a:moveTo>
                  <a:lnTo>
                    <a:pt x="3302" y="313138"/>
                  </a:lnTo>
                  <a:cubicBezTo>
                    <a:pt x="1651" y="313290"/>
                    <a:pt x="254" y="312141"/>
                    <a:pt x="0" y="310534"/>
                  </a:cubicBezTo>
                  <a:cubicBezTo>
                    <a:pt x="191" y="308909"/>
                    <a:pt x="1651" y="307747"/>
                    <a:pt x="3302" y="307931"/>
                  </a:cubicBezTo>
                  <a:lnTo>
                    <a:pt x="82423" y="307931"/>
                  </a:lnTo>
                  <a:lnTo>
                    <a:pt x="82423" y="5226"/>
                  </a:lnTo>
                  <a:lnTo>
                    <a:pt x="3302" y="5226"/>
                  </a:lnTo>
                  <a:cubicBezTo>
                    <a:pt x="1651" y="5379"/>
                    <a:pt x="254" y="4229"/>
                    <a:pt x="0" y="2623"/>
                  </a:cubicBezTo>
                  <a:cubicBezTo>
                    <a:pt x="191" y="997"/>
                    <a:pt x="1651" y="-165"/>
                    <a:pt x="3302" y="19"/>
                  </a:cubicBezTo>
                  <a:lnTo>
                    <a:pt x="85852" y="19"/>
                  </a:lnTo>
                  <a:cubicBezTo>
                    <a:pt x="87503" y="-133"/>
                    <a:pt x="88900" y="1010"/>
                    <a:pt x="89154" y="2623"/>
                  </a:cubicBezTo>
                  <a:lnTo>
                    <a:pt x="89154" y="310534"/>
                  </a:lnTo>
                  <a:cubicBezTo>
                    <a:pt x="88900" y="312141"/>
                    <a:pt x="87503" y="313290"/>
                    <a:pt x="85852" y="313138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1606852" y="2496677"/>
              <a:ext cx="9866502" cy="9906"/>
            </a:xfrm>
            <a:custGeom>
              <a:rect b="b" l="l" r="r" t="t"/>
              <a:pathLst>
                <a:path extrusionOk="0" h="9906" w="9866502">
                  <a:moveTo>
                    <a:pt x="9866503" y="9906"/>
                  </a:moveTo>
                  <a:lnTo>
                    <a:pt x="4953" y="9906"/>
                  </a:lnTo>
                  <a:cubicBezTo>
                    <a:pt x="2216" y="9906"/>
                    <a:pt x="0" y="7689"/>
                    <a:pt x="0" y="4953"/>
                  </a:cubicBezTo>
                  <a:cubicBezTo>
                    <a:pt x="0" y="2217"/>
                    <a:pt x="2216" y="0"/>
                    <a:pt x="4953" y="0"/>
                  </a:cubicBezTo>
                  <a:lnTo>
                    <a:pt x="9866503" y="0"/>
                  </a:lnTo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1009952" y="6174914"/>
              <a:ext cx="10463402" cy="9905"/>
            </a:xfrm>
            <a:custGeom>
              <a:rect b="b" l="l" r="r" t="t"/>
              <a:pathLst>
                <a:path extrusionOk="0" h="9905" w="10463402">
                  <a:moveTo>
                    <a:pt x="10463403" y="9906"/>
                  </a:moveTo>
                  <a:lnTo>
                    <a:pt x="4953" y="9906"/>
                  </a:lnTo>
                  <a:cubicBezTo>
                    <a:pt x="2216" y="9906"/>
                    <a:pt x="0" y="7690"/>
                    <a:pt x="0" y="4953"/>
                  </a:cubicBezTo>
                  <a:cubicBezTo>
                    <a:pt x="0" y="2216"/>
                    <a:pt x="2216" y="0"/>
                    <a:pt x="4953" y="0"/>
                  </a:cubicBezTo>
                  <a:lnTo>
                    <a:pt x="10463403" y="0"/>
                  </a:lnTo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48" name="Google Shape;448;p10"/>
            <p:cNvSpPr/>
            <p:nvPr/>
          </p:nvSpPr>
          <p:spPr>
            <a:xfrm>
              <a:off x="11463386" y="2502129"/>
              <a:ext cx="9969" cy="3677738"/>
            </a:xfrm>
            <a:custGeom>
              <a:rect b="b" l="l" r="r" t="t"/>
              <a:pathLst>
                <a:path extrusionOk="0" h="3677738" w="9969">
                  <a:moveTo>
                    <a:pt x="0" y="3677738"/>
                  </a:moveTo>
                  <a:lnTo>
                    <a:pt x="0" y="4454"/>
                  </a:lnTo>
                  <a:cubicBezTo>
                    <a:pt x="317" y="1701"/>
                    <a:pt x="2794" y="-279"/>
                    <a:pt x="5524" y="32"/>
                  </a:cubicBezTo>
                  <a:cubicBezTo>
                    <a:pt x="7874" y="295"/>
                    <a:pt x="9716" y="2130"/>
                    <a:pt x="9969" y="4454"/>
                  </a:cubicBezTo>
                  <a:lnTo>
                    <a:pt x="9969" y="3677738"/>
                  </a:lnTo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49" name="Google Shape;449;p10"/>
            <p:cNvSpPr/>
            <p:nvPr/>
          </p:nvSpPr>
          <p:spPr>
            <a:xfrm>
              <a:off x="1009952" y="3211236"/>
              <a:ext cx="9969" cy="2973584"/>
            </a:xfrm>
            <a:custGeom>
              <a:rect b="b" l="l" r="r" t="t"/>
              <a:pathLst>
                <a:path extrusionOk="0" h="2973584" w="9969">
                  <a:moveTo>
                    <a:pt x="0" y="2973585"/>
                  </a:moveTo>
                  <a:lnTo>
                    <a:pt x="0" y="4452"/>
                  </a:lnTo>
                  <a:cubicBezTo>
                    <a:pt x="311" y="1696"/>
                    <a:pt x="2794" y="-279"/>
                    <a:pt x="5550" y="32"/>
                  </a:cubicBezTo>
                  <a:cubicBezTo>
                    <a:pt x="7874" y="293"/>
                    <a:pt x="9709" y="2128"/>
                    <a:pt x="9970" y="4452"/>
                  </a:cubicBezTo>
                  <a:lnTo>
                    <a:pt x="9970" y="2973585"/>
                  </a:lnTo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1562656" y="2474452"/>
              <a:ext cx="54355" cy="54356"/>
            </a:xfrm>
            <a:custGeom>
              <a:rect b="b" l="l" r="r" t="t"/>
              <a:pathLst>
                <a:path extrusionOk="0" h="54356" w="54355">
                  <a:moveTo>
                    <a:pt x="27178" y="54356"/>
                  </a:moveTo>
                  <a:cubicBezTo>
                    <a:pt x="12167" y="54356"/>
                    <a:pt x="0" y="42188"/>
                    <a:pt x="0" y="27178"/>
                  </a:cubicBezTo>
                  <a:cubicBezTo>
                    <a:pt x="0" y="12168"/>
                    <a:pt x="12167" y="0"/>
                    <a:pt x="27178" y="0"/>
                  </a:cubicBezTo>
                  <a:cubicBezTo>
                    <a:pt x="42189" y="0"/>
                    <a:pt x="54356" y="12168"/>
                    <a:pt x="54356" y="27178"/>
                  </a:cubicBezTo>
                  <a:cubicBezTo>
                    <a:pt x="54356" y="42188"/>
                    <a:pt x="42189" y="54356"/>
                    <a:pt x="27178" y="54356"/>
                  </a:cubicBezTo>
                  <a:close/>
                  <a:moveTo>
                    <a:pt x="27178" y="9906"/>
                  </a:moveTo>
                  <a:cubicBezTo>
                    <a:pt x="17672" y="10046"/>
                    <a:pt x="10084" y="17864"/>
                    <a:pt x="10224" y="27367"/>
                  </a:cubicBezTo>
                  <a:cubicBezTo>
                    <a:pt x="10363" y="36870"/>
                    <a:pt x="18186" y="44460"/>
                    <a:pt x="27686" y="44319"/>
                  </a:cubicBezTo>
                  <a:cubicBezTo>
                    <a:pt x="37065" y="44181"/>
                    <a:pt x="44602" y="36558"/>
                    <a:pt x="44640" y="27178"/>
                  </a:cubicBezTo>
                  <a:cubicBezTo>
                    <a:pt x="44640" y="17674"/>
                    <a:pt x="36938" y="9969"/>
                    <a:pt x="27432" y="996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987791" y="3165332"/>
              <a:ext cx="54355" cy="54355"/>
            </a:xfrm>
            <a:custGeom>
              <a:rect b="b" l="l" r="r" t="t"/>
              <a:pathLst>
                <a:path extrusionOk="0" h="54355" w="54355">
                  <a:moveTo>
                    <a:pt x="27178" y="54356"/>
                  </a:moveTo>
                  <a:cubicBezTo>
                    <a:pt x="12167" y="54356"/>
                    <a:pt x="0" y="42189"/>
                    <a:pt x="0" y="27178"/>
                  </a:cubicBezTo>
                  <a:cubicBezTo>
                    <a:pt x="0" y="12167"/>
                    <a:pt x="12167" y="0"/>
                    <a:pt x="27178" y="0"/>
                  </a:cubicBezTo>
                  <a:cubicBezTo>
                    <a:pt x="42189" y="0"/>
                    <a:pt x="54356" y="12167"/>
                    <a:pt x="54356" y="27178"/>
                  </a:cubicBezTo>
                  <a:cubicBezTo>
                    <a:pt x="54356" y="27197"/>
                    <a:pt x="54356" y="27222"/>
                    <a:pt x="54356" y="27241"/>
                  </a:cubicBezTo>
                  <a:cubicBezTo>
                    <a:pt x="54318" y="42227"/>
                    <a:pt x="42164" y="54356"/>
                    <a:pt x="27178" y="54356"/>
                  </a:cubicBezTo>
                  <a:close/>
                  <a:moveTo>
                    <a:pt x="27178" y="9906"/>
                  </a:moveTo>
                  <a:cubicBezTo>
                    <a:pt x="17640" y="9868"/>
                    <a:pt x="9881" y="17577"/>
                    <a:pt x="9843" y="27115"/>
                  </a:cubicBezTo>
                  <a:cubicBezTo>
                    <a:pt x="9804" y="36652"/>
                    <a:pt x="17513" y="44412"/>
                    <a:pt x="27051" y="44450"/>
                  </a:cubicBezTo>
                  <a:cubicBezTo>
                    <a:pt x="36589" y="44482"/>
                    <a:pt x="44348" y="36779"/>
                    <a:pt x="44386" y="27241"/>
                  </a:cubicBezTo>
                  <a:cubicBezTo>
                    <a:pt x="44386" y="27222"/>
                    <a:pt x="44386" y="27197"/>
                    <a:pt x="44386" y="27178"/>
                  </a:cubicBezTo>
                  <a:cubicBezTo>
                    <a:pt x="44425" y="17672"/>
                    <a:pt x="36747" y="9944"/>
                    <a:pt x="27241" y="9906"/>
                  </a:cubicBezTo>
                  <a:cubicBezTo>
                    <a:pt x="27222" y="9906"/>
                    <a:pt x="27197" y="9906"/>
                    <a:pt x="27178" y="9906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52" name="Google Shape;452;p10"/>
            <p:cNvSpPr/>
            <p:nvPr/>
          </p:nvSpPr>
          <p:spPr>
            <a:xfrm>
              <a:off x="995919" y="3173333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19050" y="38100"/>
                  </a:moveTo>
                  <a:cubicBezTo>
                    <a:pt x="29572" y="38100"/>
                    <a:pt x="38100" y="29572"/>
                    <a:pt x="38100" y="19050"/>
                  </a:cubicBezTo>
                  <a:cubicBezTo>
                    <a:pt x="38100" y="8528"/>
                    <a:pt x="29572" y="0"/>
                    <a:pt x="19050" y="0"/>
                  </a:cubicBezTo>
                  <a:cubicBezTo>
                    <a:pt x="8528" y="0"/>
                    <a:pt x="0" y="8528"/>
                    <a:pt x="0" y="19050"/>
                  </a:cubicBezTo>
                  <a:cubicBezTo>
                    <a:pt x="0" y="29572"/>
                    <a:pt x="8528" y="38100"/>
                    <a:pt x="19050" y="38100"/>
                  </a:cubicBezTo>
                  <a:close/>
                </a:path>
              </a:pathLst>
            </a:custGeom>
            <a:solidFill>
              <a:srgbClr val="00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53" name="Google Shape;453;p10"/>
            <p:cNvSpPr/>
            <p:nvPr/>
          </p:nvSpPr>
          <p:spPr>
            <a:xfrm>
              <a:off x="1570784" y="2482389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19050" y="38100"/>
                  </a:moveTo>
                  <a:cubicBezTo>
                    <a:pt x="29572" y="38100"/>
                    <a:pt x="38100" y="29571"/>
                    <a:pt x="38100" y="19050"/>
                  </a:cubicBezTo>
                  <a:cubicBezTo>
                    <a:pt x="38100" y="8529"/>
                    <a:pt x="29572" y="0"/>
                    <a:pt x="19050" y="0"/>
                  </a:cubicBezTo>
                  <a:cubicBezTo>
                    <a:pt x="8528" y="0"/>
                    <a:pt x="0" y="8529"/>
                    <a:pt x="0" y="19050"/>
                  </a:cubicBezTo>
                  <a:cubicBezTo>
                    <a:pt x="0" y="29571"/>
                    <a:pt x="8528" y="38100"/>
                    <a:pt x="19050" y="38100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54" name="Google Shape;454;p10"/>
            <p:cNvSpPr txBox="1"/>
            <p:nvPr/>
          </p:nvSpPr>
          <p:spPr>
            <a:xfrm>
              <a:off x="2082703" y="3813057"/>
              <a:ext cx="1668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Hospital</a:t>
              </a:r>
              <a:endParaRPr b="1"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Data sources</a:t>
              </a:r>
              <a:endParaRPr b="1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55" name="Google Shape;455;p10"/>
            <p:cNvSpPr txBox="1"/>
            <p:nvPr/>
          </p:nvSpPr>
          <p:spPr>
            <a:xfrm>
              <a:off x="5869948" y="2653725"/>
              <a:ext cx="2061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 sz="1200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Automated Mapping</a:t>
              </a:r>
              <a:endParaRPr b="1" sz="1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56" name="Google Shape;456;p10"/>
            <p:cNvSpPr txBox="1"/>
            <p:nvPr/>
          </p:nvSpPr>
          <p:spPr>
            <a:xfrm>
              <a:off x="9553175" y="4285236"/>
              <a:ext cx="1490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OMOP</a:t>
              </a:r>
              <a:endParaRPr b="1"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Database</a:t>
              </a:r>
              <a:endParaRPr b="1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57" name="Google Shape;457;p10"/>
            <p:cNvSpPr txBox="1"/>
            <p:nvPr/>
          </p:nvSpPr>
          <p:spPr>
            <a:xfrm>
              <a:off x="5813887" y="5549421"/>
              <a:ext cx="220230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100">
                  <a:solidFill>
                    <a:srgbClr val="062D47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Natural Language Processing</a:t>
              </a:r>
              <a:endParaRPr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100">
                  <a:solidFill>
                    <a:srgbClr val="062D47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to structure free- text.</a:t>
              </a:r>
              <a:endParaRPr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458" name="Google Shape;458;p10"/>
            <p:cNvSpPr txBox="1"/>
            <p:nvPr/>
          </p:nvSpPr>
          <p:spPr>
            <a:xfrm>
              <a:off x="5892737" y="4457212"/>
              <a:ext cx="2044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 sz="1200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Data Structuring</a:t>
              </a:r>
              <a:endParaRPr b="1" sz="1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59" name="Google Shape;459;p10"/>
            <p:cNvSpPr txBox="1"/>
            <p:nvPr/>
          </p:nvSpPr>
          <p:spPr>
            <a:xfrm>
              <a:off x="5786862" y="3788039"/>
              <a:ext cx="227540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100">
                  <a:solidFill>
                    <a:srgbClr val="062D47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Automated Mapping</a:t>
              </a:r>
              <a:endParaRPr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100">
                  <a:solidFill>
                    <a:srgbClr val="062D47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though ETL</a:t>
              </a:r>
              <a:endParaRPr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460" name="Google Shape;460;p10"/>
            <p:cNvSpPr txBox="1"/>
            <p:nvPr/>
          </p:nvSpPr>
          <p:spPr>
            <a:xfrm>
              <a:off x="1795477" y="5580311"/>
              <a:ext cx="2061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Clinical Records</a:t>
              </a:r>
              <a:endParaRPr b="1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461" name="Google Shape;461;p10"/>
          <p:cNvSpPr txBox="1"/>
          <p:nvPr>
            <p:ph idx="1" type="body"/>
          </p:nvPr>
        </p:nvSpPr>
        <p:spPr>
          <a:xfrm>
            <a:off x="595807" y="1570265"/>
            <a:ext cx="65544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62" name="Google Shape;462;p10"/>
          <p:cNvSpPr txBox="1"/>
          <p:nvPr>
            <p:ph idx="2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4 x use cases">
  <p:cSld name="Template 4 x use cases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1"/>
          <p:cNvSpPr txBox="1"/>
          <p:nvPr>
            <p:ph idx="1" type="body"/>
          </p:nvPr>
        </p:nvSpPr>
        <p:spPr>
          <a:xfrm>
            <a:off x="602221" y="1892148"/>
            <a:ext cx="6158074" cy="706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65" name="Google Shape;465;p11"/>
          <p:cNvSpPr txBox="1"/>
          <p:nvPr>
            <p:ph idx="2" type="body"/>
          </p:nvPr>
        </p:nvSpPr>
        <p:spPr>
          <a:xfrm>
            <a:off x="602221" y="2661050"/>
            <a:ext cx="6158074" cy="991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66" name="Google Shape;466;p11"/>
          <p:cNvSpPr txBox="1"/>
          <p:nvPr>
            <p:ph idx="3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67" name="Google Shape;467;p11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468" name="Google Shape;468;p11"/>
          <p:cNvSpPr txBox="1"/>
          <p:nvPr>
            <p:ph idx="4" type="body"/>
          </p:nvPr>
        </p:nvSpPr>
        <p:spPr>
          <a:xfrm>
            <a:off x="678086" y="5805778"/>
            <a:ext cx="2030143" cy="310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69" name="Google Shape;469;p11"/>
          <p:cNvSpPr txBox="1"/>
          <p:nvPr>
            <p:ph idx="5" type="body"/>
          </p:nvPr>
        </p:nvSpPr>
        <p:spPr>
          <a:xfrm>
            <a:off x="3279548" y="5805778"/>
            <a:ext cx="2030143" cy="310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70" name="Google Shape;470;p11"/>
          <p:cNvSpPr txBox="1"/>
          <p:nvPr>
            <p:ph idx="6" type="body"/>
          </p:nvPr>
        </p:nvSpPr>
        <p:spPr>
          <a:xfrm>
            <a:off x="5881010" y="5805778"/>
            <a:ext cx="2030143" cy="310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71" name="Google Shape;471;p11"/>
          <p:cNvSpPr txBox="1"/>
          <p:nvPr>
            <p:ph idx="7" type="body"/>
          </p:nvPr>
        </p:nvSpPr>
        <p:spPr>
          <a:xfrm>
            <a:off x="8873592" y="5805778"/>
            <a:ext cx="2030143" cy="310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logos">
  <p:cSld name="Template logos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474" name="Google Shape;474;p12"/>
          <p:cNvSpPr txBox="1"/>
          <p:nvPr>
            <p:ph idx="1" type="body"/>
          </p:nvPr>
        </p:nvSpPr>
        <p:spPr>
          <a:xfrm>
            <a:off x="584849" y="1893764"/>
            <a:ext cx="6158074" cy="657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75" name="Google Shape;475;p12"/>
          <p:cNvSpPr txBox="1"/>
          <p:nvPr>
            <p:ph idx="2" type="body"/>
          </p:nvPr>
        </p:nvSpPr>
        <p:spPr>
          <a:xfrm>
            <a:off x="586110" y="2627962"/>
            <a:ext cx="6158074" cy="991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76" name="Google Shape;476;p12"/>
          <p:cNvSpPr txBox="1"/>
          <p:nvPr>
            <p:ph idx="3" type="body"/>
          </p:nvPr>
        </p:nvSpPr>
        <p:spPr>
          <a:xfrm>
            <a:off x="684049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77" name="Google Shape;477;p12"/>
          <p:cNvSpPr txBox="1"/>
          <p:nvPr>
            <p:ph idx="4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success case">
  <p:cSld name="Template success case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pic>
        <p:nvPicPr>
          <p:cNvPr id="480" name="Google Shape;480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4730" y="3710934"/>
            <a:ext cx="2911956" cy="16379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1" name="Google Shape;481;p13"/>
          <p:cNvGrpSpPr/>
          <p:nvPr/>
        </p:nvGrpSpPr>
        <p:grpSpPr>
          <a:xfrm>
            <a:off x="4984982" y="4389506"/>
            <a:ext cx="2222036" cy="282861"/>
            <a:chOff x="5098892" y="4570101"/>
            <a:chExt cx="2222036" cy="282861"/>
          </a:xfrm>
        </p:grpSpPr>
        <p:sp>
          <p:nvSpPr>
            <p:cNvPr id="482" name="Google Shape;482;p13"/>
            <p:cNvSpPr/>
            <p:nvPr/>
          </p:nvSpPr>
          <p:spPr>
            <a:xfrm>
              <a:off x="5098892" y="4792126"/>
              <a:ext cx="42597" cy="59311"/>
            </a:xfrm>
            <a:custGeom>
              <a:rect b="b" l="l" r="r" t="t"/>
              <a:pathLst>
                <a:path extrusionOk="0" h="59311" w="42597">
                  <a:moveTo>
                    <a:pt x="24" y="39352"/>
                  </a:moveTo>
                  <a:cubicBezTo>
                    <a:pt x="-544" y="53248"/>
                    <a:pt x="8868" y="59312"/>
                    <a:pt x="21753" y="59312"/>
                  </a:cubicBezTo>
                  <a:cubicBezTo>
                    <a:pt x="41082" y="59312"/>
                    <a:pt x="42597" y="46679"/>
                    <a:pt x="42597" y="43078"/>
                  </a:cubicBezTo>
                  <a:cubicBezTo>
                    <a:pt x="42597" y="33730"/>
                    <a:pt x="36281" y="30445"/>
                    <a:pt x="28449" y="28045"/>
                  </a:cubicBezTo>
                  <a:lnTo>
                    <a:pt x="15184" y="24634"/>
                  </a:lnTo>
                  <a:cubicBezTo>
                    <a:pt x="10763" y="23561"/>
                    <a:pt x="6972" y="21287"/>
                    <a:pt x="6972" y="15918"/>
                  </a:cubicBezTo>
                  <a:cubicBezTo>
                    <a:pt x="6972" y="7517"/>
                    <a:pt x="13289" y="4611"/>
                    <a:pt x="20616" y="4611"/>
                  </a:cubicBezTo>
                  <a:cubicBezTo>
                    <a:pt x="28119" y="3908"/>
                    <a:pt x="34770" y="9420"/>
                    <a:pt x="35473" y="16922"/>
                  </a:cubicBezTo>
                  <a:cubicBezTo>
                    <a:pt x="35497" y="17176"/>
                    <a:pt x="35514" y="17431"/>
                    <a:pt x="35523" y="17686"/>
                  </a:cubicBezTo>
                  <a:lnTo>
                    <a:pt x="40639" y="17686"/>
                  </a:lnTo>
                  <a:cubicBezTo>
                    <a:pt x="40639" y="6064"/>
                    <a:pt x="31291" y="0"/>
                    <a:pt x="20553" y="0"/>
                  </a:cubicBezTo>
                  <a:cubicBezTo>
                    <a:pt x="5204" y="0"/>
                    <a:pt x="1604" y="10422"/>
                    <a:pt x="1604" y="16044"/>
                  </a:cubicBezTo>
                  <a:cubicBezTo>
                    <a:pt x="1604" y="24887"/>
                    <a:pt x="7478" y="28045"/>
                    <a:pt x="13858" y="29751"/>
                  </a:cubicBezTo>
                  <a:lnTo>
                    <a:pt x="25985" y="32846"/>
                  </a:lnTo>
                  <a:cubicBezTo>
                    <a:pt x="31038" y="34109"/>
                    <a:pt x="37229" y="36636"/>
                    <a:pt x="37229" y="43142"/>
                  </a:cubicBezTo>
                  <a:cubicBezTo>
                    <a:pt x="37229" y="51416"/>
                    <a:pt x="28512" y="54701"/>
                    <a:pt x="22827" y="54701"/>
                  </a:cubicBezTo>
                  <a:cubicBezTo>
                    <a:pt x="12910" y="54701"/>
                    <a:pt x="4825" y="51100"/>
                    <a:pt x="5014" y="393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3" name="Google Shape;483;p13"/>
            <p:cNvSpPr/>
            <p:nvPr/>
          </p:nvSpPr>
          <p:spPr>
            <a:xfrm>
              <a:off x="5144511" y="4807325"/>
              <a:ext cx="36329" cy="44086"/>
            </a:xfrm>
            <a:custGeom>
              <a:rect b="b" l="l" r="r" t="t"/>
              <a:pathLst>
                <a:path extrusionOk="0" h="44086" w="36329">
                  <a:moveTo>
                    <a:pt x="6643" y="14235"/>
                  </a:moveTo>
                  <a:cubicBezTo>
                    <a:pt x="6419" y="9147"/>
                    <a:pt x="10363" y="4841"/>
                    <a:pt x="15452" y="4618"/>
                  </a:cubicBezTo>
                  <a:cubicBezTo>
                    <a:pt x="16012" y="4594"/>
                    <a:pt x="16573" y="4620"/>
                    <a:pt x="17128" y="4697"/>
                  </a:cubicBezTo>
                  <a:cubicBezTo>
                    <a:pt x="22813" y="4697"/>
                    <a:pt x="27424" y="6340"/>
                    <a:pt x="27424" y="13162"/>
                  </a:cubicBezTo>
                  <a:cubicBezTo>
                    <a:pt x="27424" y="17709"/>
                    <a:pt x="25213" y="18215"/>
                    <a:pt x="21107" y="18720"/>
                  </a:cubicBezTo>
                  <a:cubicBezTo>
                    <a:pt x="10748" y="19983"/>
                    <a:pt x="10" y="20362"/>
                    <a:pt x="10" y="31921"/>
                  </a:cubicBezTo>
                  <a:cubicBezTo>
                    <a:pt x="-254" y="38370"/>
                    <a:pt x="4758" y="43812"/>
                    <a:pt x="11206" y="44076"/>
                  </a:cubicBezTo>
                  <a:cubicBezTo>
                    <a:pt x="11876" y="44104"/>
                    <a:pt x="12547" y="44073"/>
                    <a:pt x="13211" y="43986"/>
                  </a:cubicBezTo>
                  <a:cubicBezTo>
                    <a:pt x="19253" y="44357"/>
                    <a:pt x="24919" y="41037"/>
                    <a:pt x="27550" y="35585"/>
                  </a:cubicBezTo>
                  <a:lnTo>
                    <a:pt x="27550" y="35585"/>
                  </a:lnTo>
                  <a:cubicBezTo>
                    <a:pt x="27550" y="39943"/>
                    <a:pt x="28308" y="42786"/>
                    <a:pt x="33172" y="42786"/>
                  </a:cubicBezTo>
                  <a:cubicBezTo>
                    <a:pt x="34234" y="42819"/>
                    <a:pt x="35295" y="42712"/>
                    <a:pt x="36330" y="42470"/>
                  </a:cubicBezTo>
                  <a:lnTo>
                    <a:pt x="36330" y="38238"/>
                  </a:lnTo>
                  <a:lnTo>
                    <a:pt x="34814" y="38238"/>
                  </a:lnTo>
                  <a:cubicBezTo>
                    <a:pt x="32919" y="38238"/>
                    <a:pt x="31972" y="37164"/>
                    <a:pt x="31972" y="35206"/>
                  </a:cubicBezTo>
                  <a:lnTo>
                    <a:pt x="31972" y="13351"/>
                  </a:lnTo>
                  <a:cubicBezTo>
                    <a:pt x="31972" y="2360"/>
                    <a:pt x="24455" y="150"/>
                    <a:pt x="17507" y="150"/>
                  </a:cubicBezTo>
                  <a:cubicBezTo>
                    <a:pt x="9914" y="-967"/>
                    <a:pt x="2853" y="4284"/>
                    <a:pt x="1737" y="11877"/>
                  </a:cubicBezTo>
                  <a:cubicBezTo>
                    <a:pt x="1638" y="12553"/>
                    <a:pt x="1588" y="13236"/>
                    <a:pt x="1590" y="13919"/>
                  </a:cubicBezTo>
                  <a:close/>
                  <a:moveTo>
                    <a:pt x="27424" y="26868"/>
                  </a:moveTo>
                  <a:cubicBezTo>
                    <a:pt x="27449" y="33845"/>
                    <a:pt x="21813" y="39522"/>
                    <a:pt x="14837" y="39547"/>
                  </a:cubicBezTo>
                  <a:cubicBezTo>
                    <a:pt x="14463" y="39548"/>
                    <a:pt x="14089" y="39533"/>
                    <a:pt x="13717" y="39501"/>
                  </a:cubicBezTo>
                  <a:cubicBezTo>
                    <a:pt x="9119" y="39746"/>
                    <a:pt x="5192" y="36218"/>
                    <a:pt x="4947" y="31619"/>
                  </a:cubicBezTo>
                  <a:cubicBezTo>
                    <a:pt x="4942" y="31531"/>
                    <a:pt x="4939" y="31442"/>
                    <a:pt x="4937" y="31353"/>
                  </a:cubicBezTo>
                  <a:cubicBezTo>
                    <a:pt x="4937" y="23331"/>
                    <a:pt x="15106" y="23394"/>
                    <a:pt x="23255" y="21878"/>
                  </a:cubicBezTo>
                  <a:cubicBezTo>
                    <a:pt x="24518" y="21878"/>
                    <a:pt x="26666" y="21247"/>
                    <a:pt x="27297" y="20046"/>
                  </a:cubicBezTo>
                  <a:lnTo>
                    <a:pt x="27297" y="20046"/>
                  </a:lnTo>
                  <a:lnTo>
                    <a:pt x="27297" y="263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4" name="Google Shape;484;p13"/>
            <p:cNvSpPr/>
            <p:nvPr/>
          </p:nvSpPr>
          <p:spPr>
            <a:xfrm>
              <a:off x="5184757" y="4793199"/>
              <a:ext cx="4800" cy="56911"/>
            </a:xfrm>
            <a:custGeom>
              <a:rect b="b" l="l" r="r" t="t"/>
              <a:pathLst>
                <a:path extrusionOk="0" h="56911" w="4800">
                  <a:moveTo>
                    <a:pt x="0" y="56912"/>
                  </a:moveTo>
                  <a:lnTo>
                    <a:pt x="4800" y="56912"/>
                  </a:lnTo>
                  <a:lnTo>
                    <a:pt x="4800" y="0"/>
                  </a:lnTo>
                  <a:lnTo>
                    <a:pt x="0" y="0"/>
                  </a:lnTo>
                  <a:lnTo>
                    <a:pt x="0" y="56912"/>
                  </a:lnTo>
                  <a:lnTo>
                    <a:pt x="0" y="569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5" name="Google Shape;485;p13"/>
            <p:cNvSpPr/>
            <p:nvPr/>
          </p:nvSpPr>
          <p:spPr>
            <a:xfrm>
              <a:off x="5197011" y="4808991"/>
              <a:ext cx="31961" cy="42322"/>
            </a:xfrm>
            <a:custGeom>
              <a:rect b="b" l="l" r="r" t="t"/>
              <a:pathLst>
                <a:path extrusionOk="0" h="42322" w="31961">
                  <a:moveTo>
                    <a:pt x="31961" y="0"/>
                  </a:moveTo>
                  <a:lnTo>
                    <a:pt x="27161" y="0"/>
                  </a:lnTo>
                  <a:lnTo>
                    <a:pt x="27161" y="21602"/>
                  </a:lnTo>
                  <a:cubicBezTo>
                    <a:pt x="27161" y="29940"/>
                    <a:pt x="23560" y="38088"/>
                    <a:pt x="15349" y="38088"/>
                  </a:cubicBezTo>
                  <a:cubicBezTo>
                    <a:pt x="7137" y="38088"/>
                    <a:pt x="5053" y="34172"/>
                    <a:pt x="4800" y="26782"/>
                  </a:cubicBezTo>
                  <a:lnTo>
                    <a:pt x="4800" y="0"/>
                  </a:lnTo>
                  <a:lnTo>
                    <a:pt x="0" y="0"/>
                  </a:lnTo>
                  <a:lnTo>
                    <a:pt x="0" y="26719"/>
                  </a:lnTo>
                  <a:cubicBezTo>
                    <a:pt x="0" y="36257"/>
                    <a:pt x="3916" y="42320"/>
                    <a:pt x="13833" y="42320"/>
                  </a:cubicBezTo>
                  <a:cubicBezTo>
                    <a:pt x="19648" y="42407"/>
                    <a:pt x="24959" y="39032"/>
                    <a:pt x="27350" y="33730"/>
                  </a:cubicBezTo>
                  <a:lnTo>
                    <a:pt x="27350" y="33730"/>
                  </a:lnTo>
                  <a:lnTo>
                    <a:pt x="27350" y="41436"/>
                  </a:lnTo>
                  <a:lnTo>
                    <a:pt x="31772" y="41436"/>
                  </a:lnTo>
                  <a:lnTo>
                    <a:pt x="31772" y="3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6" name="Google Shape;486;p13"/>
            <p:cNvSpPr/>
            <p:nvPr/>
          </p:nvSpPr>
          <p:spPr>
            <a:xfrm>
              <a:off x="5234847" y="4793578"/>
              <a:ext cx="36130" cy="58111"/>
            </a:xfrm>
            <a:custGeom>
              <a:rect b="b" l="l" r="r" t="t"/>
              <a:pathLst>
                <a:path extrusionOk="0" h="58111" w="36130">
                  <a:moveTo>
                    <a:pt x="36130" y="0"/>
                  </a:moveTo>
                  <a:lnTo>
                    <a:pt x="31329" y="0"/>
                  </a:lnTo>
                  <a:lnTo>
                    <a:pt x="31329" y="23624"/>
                  </a:lnTo>
                  <a:lnTo>
                    <a:pt x="31329" y="23624"/>
                  </a:lnTo>
                  <a:cubicBezTo>
                    <a:pt x="29208" y="17983"/>
                    <a:pt x="23706" y="14341"/>
                    <a:pt x="17686" y="14591"/>
                  </a:cubicBezTo>
                  <a:cubicBezTo>
                    <a:pt x="5748" y="14591"/>
                    <a:pt x="0" y="24697"/>
                    <a:pt x="0" y="36320"/>
                  </a:cubicBezTo>
                  <a:cubicBezTo>
                    <a:pt x="0" y="47942"/>
                    <a:pt x="5748" y="58112"/>
                    <a:pt x="17686" y="58112"/>
                  </a:cubicBezTo>
                  <a:cubicBezTo>
                    <a:pt x="23726" y="58109"/>
                    <a:pt x="29208" y="54578"/>
                    <a:pt x="31708" y="49079"/>
                  </a:cubicBezTo>
                  <a:lnTo>
                    <a:pt x="31708" y="49079"/>
                  </a:lnTo>
                  <a:lnTo>
                    <a:pt x="31708" y="56848"/>
                  </a:lnTo>
                  <a:lnTo>
                    <a:pt x="36130" y="56848"/>
                  </a:lnTo>
                  <a:lnTo>
                    <a:pt x="36130" y="0"/>
                  </a:lnTo>
                  <a:close/>
                  <a:moveTo>
                    <a:pt x="4548" y="36320"/>
                  </a:moveTo>
                  <a:cubicBezTo>
                    <a:pt x="4548" y="27792"/>
                    <a:pt x="8275" y="18823"/>
                    <a:pt x="17181" y="18823"/>
                  </a:cubicBezTo>
                  <a:cubicBezTo>
                    <a:pt x="27413" y="18823"/>
                    <a:pt x="31014" y="27792"/>
                    <a:pt x="31014" y="36320"/>
                  </a:cubicBezTo>
                  <a:cubicBezTo>
                    <a:pt x="31014" y="44847"/>
                    <a:pt x="27413" y="53880"/>
                    <a:pt x="17181" y="53880"/>
                  </a:cubicBezTo>
                  <a:cubicBezTo>
                    <a:pt x="8022" y="53880"/>
                    <a:pt x="4548" y="44847"/>
                    <a:pt x="4548" y="363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7" name="Google Shape;487;p13"/>
            <p:cNvSpPr/>
            <p:nvPr/>
          </p:nvSpPr>
          <p:spPr>
            <a:xfrm>
              <a:off x="5279188" y="4793326"/>
              <a:ext cx="52806" cy="56911"/>
            </a:xfrm>
            <a:custGeom>
              <a:rect b="b" l="l" r="r" t="t"/>
              <a:pathLst>
                <a:path extrusionOk="0" h="56911" w="52806">
                  <a:moveTo>
                    <a:pt x="0" y="56912"/>
                  </a:moveTo>
                  <a:lnTo>
                    <a:pt x="5180" y="56912"/>
                  </a:lnTo>
                  <a:lnTo>
                    <a:pt x="5180" y="7706"/>
                  </a:lnTo>
                  <a:lnTo>
                    <a:pt x="5369" y="7706"/>
                  </a:lnTo>
                  <a:lnTo>
                    <a:pt x="24003" y="56912"/>
                  </a:lnTo>
                  <a:lnTo>
                    <a:pt x="28930" y="56912"/>
                  </a:lnTo>
                  <a:lnTo>
                    <a:pt x="47500" y="7706"/>
                  </a:lnTo>
                  <a:lnTo>
                    <a:pt x="47690" y="7706"/>
                  </a:lnTo>
                  <a:lnTo>
                    <a:pt x="47690" y="56912"/>
                  </a:lnTo>
                  <a:lnTo>
                    <a:pt x="52806" y="56912"/>
                  </a:lnTo>
                  <a:lnTo>
                    <a:pt x="52806" y="0"/>
                  </a:lnTo>
                  <a:lnTo>
                    <a:pt x="45226" y="0"/>
                  </a:lnTo>
                  <a:lnTo>
                    <a:pt x="26466" y="49900"/>
                  </a:lnTo>
                  <a:lnTo>
                    <a:pt x="7643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8" name="Google Shape;488;p13"/>
            <p:cNvSpPr/>
            <p:nvPr/>
          </p:nvSpPr>
          <p:spPr>
            <a:xfrm>
              <a:off x="5337985" y="4807767"/>
              <a:ext cx="36266" cy="43770"/>
            </a:xfrm>
            <a:custGeom>
              <a:rect b="b" l="l" r="r" t="t"/>
              <a:pathLst>
                <a:path extrusionOk="0" h="43770" w="36266">
                  <a:moveTo>
                    <a:pt x="6579" y="13920"/>
                  </a:moveTo>
                  <a:cubicBezTo>
                    <a:pt x="6392" y="8795"/>
                    <a:pt x="10394" y="4489"/>
                    <a:pt x="15519" y="4301"/>
                  </a:cubicBezTo>
                  <a:cubicBezTo>
                    <a:pt x="16056" y="4281"/>
                    <a:pt x="16595" y="4308"/>
                    <a:pt x="17128" y="4382"/>
                  </a:cubicBezTo>
                  <a:cubicBezTo>
                    <a:pt x="22750" y="4382"/>
                    <a:pt x="27424" y="6024"/>
                    <a:pt x="27424" y="12783"/>
                  </a:cubicBezTo>
                  <a:cubicBezTo>
                    <a:pt x="27424" y="17330"/>
                    <a:pt x="25213" y="17962"/>
                    <a:pt x="21107" y="18404"/>
                  </a:cubicBezTo>
                  <a:cubicBezTo>
                    <a:pt x="10748" y="19668"/>
                    <a:pt x="10" y="20047"/>
                    <a:pt x="10" y="31606"/>
                  </a:cubicBezTo>
                  <a:cubicBezTo>
                    <a:pt x="-254" y="38054"/>
                    <a:pt x="4758" y="43496"/>
                    <a:pt x="11206" y="43760"/>
                  </a:cubicBezTo>
                  <a:cubicBezTo>
                    <a:pt x="11876" y="43788"/>
                    <a:pt x="12547" y="43758"/>
                    <a:pt x="13211" y="43670"/>
                  </a:cubicBezTo>
                  <a:cubicBezTo>
                    <a:pt x="19239" y="44050"/>
                    <a:pt x="24892" y="40723"/>
                    <a:pt x="27487" y="35269"/>
                  </a:cubicBezTo>
                  <a:lnTo>
                    <a:pt x="27487" y="35269"/>
                  </a:lnTo>
                  <a:cubicBezTo>
                    <a:pt x="27487" y="39565"/>
                    <a:pt x="28245" y="42470"/>
                    <a:pt x="33109" y="42470"/>
                  </a:cubicBezTo>
                  <a:cubicBezTo>
                    <a:pt x="34169" y="42472"/>
                    <a:pt x="35228" y="42366"/>
                    <a:pt x="36267" y="42154"/>
                  </a:cubicBezTo>
                  <a:lnTo>
                    <a:pt x="36267" y="37922"/>
                  </a:lnTo>
                  <a:lnTo>
                    <a:pt x="34751" y="38238"/>
                  </a:lnTo>
                  <a:cubicBezTo>
                    <a:pt x="32793" y="38238"/>
                    <a:pt x="31909" y="37101"/>
                    <a:pt x="31909" y="35206"/>
                  </a:cubicBezTo>
                  <a:lnTo>
                    <a:pt x="31909" y="13351"/>
                  </a:lnTo>
                  <a:cubicBezTo>
                    <a:pt x="31909" y="2360"/>
                    <a:pt x="24392" y="150"/>
                    <a:pt x="17380" y="150"/>
                  </a:cubicBezTo>
                  <a:cubicBezTo>
                    <a:pt x="9787" y="-967"/>
                    <a:pt x="2727" y="4284"/>
                    <a:pt x="1611" y="11877"/>
                  </a:cubicBezTo>
                  <a:cubicBezTo>
                    <a:pt x="1511" y="12553"/>
                    <a:pt x="1462" y="13236"/>
                    <a:pt x="1463" y="13919"/>
                  </a:cubicBezTo>
                  <a:close/>
                  <a:moveTo>
                    <a:pt x="27424" y="26553"/>
                  </a:moveTo>
                  <a:cubicBezTo>
                    <a:pt x="27624" y="33527"/>
                    <a:pt x="22132" y="39343"/>
                    <a:pt x="15158" y="39542"/>
                  </a:cubicBezTo>
                  <a:cubicBezTo>
                    <a:pt x="14677" y="39556"/>
                    <a:pt x="14196" y="39543"/>
                    <a:pt x="13717" y="39501"/>
                  </a:cubicBezTo>
                  <a:cubicBezTo>
                    <a:pt x="9118" y="39747"/>
                    <a:pt x="5192" y="36218"/>
                    <a:pt x="4947" y="31619"/>
                  </a:cubicBezTo>
                  <a:cubicBezTo>
                    <a:pt x="4942" y="31531"/>
                    <a:pt x="4939" y="31442"/>
                    <a:pt x="4937" y="31353"/>
                  </a:cubicBezTo>
                  <a:cubicBezTo>
                    <a:pt x="4937" y="23331"/>
                    <a:pt x="15043" y="23394"/>
                    <a:pt x="23255" y="21878"/>
                  </a:cubicBezTo>
                  <a:cubicBezTo>
                    <a:pt x="24518" y="21878"/>
                    <a:pt x="26666" y="21247"/>
                    <a:pt x="27234" y="20047"/>
                  </a:cubicBezTo>
                  <a:lnTo>
                    <a:pt x="27234" y="20047"/>
                  </a:lnTo>
                  <a:lnTo>
                    <a:pt x="27234" y="263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9" name="Google Shape;489;p13"/>
            <p:cNvSpPr/>
            <p:nvPr/>
          </p:nvSpPr>
          <p:spPr>
            <a:xfrm>
              <a:off x="5376589" y="4793578"/>
              <a:ext cx="36130" cy="58111"/>
            </a:xfrm>
            <a:custGeom>
              <a:rect b="b" l="l" r="r" t="t"/>
              <a:pathLst>
                <a:path extrusionOk="0" h="58111" w="36130">
                  <a:moveTo>
                    <a:pt x="36130" y="0"/>
                  </a:moveTo>
                  <a:lnTo>
                    <a:pt x="31329" y="0"/>
                  </a:lnTo>
                  <a:lnTo>
                    <a:pt x="31329" y="23624"/>
                  </a:lnTo>
                  <a:lnTo>
                    <a:pt x="31329" y="23624"/>
                  </a:lnTo>
                  <a:cubicBezTo>
                    <a:pt x="29192" y="17996"/>
                    <a:pt x="23701" y="14361"/>
                    <a:pt x="17686" y="14591"/>
                  </a:cubicBezTo>
                  <a:cubicBezTo>
                    <a:pt x="5685" y="14591"/>
                    <a:pt x="0" y="24697"/>
                    <a:pt x="0" y="36320"/>
                  </a:cubicBezTo>
                  <a:cubicBezTo>
                    <a:pt x="0" y="47942"/>
                    <a:pt x="5685" y="58112"/>
                    <a:pt x="17686" y="58112"/>
                  </a:cubicBezTo>
                  <a:cubicBezTo>
                    <a:pt x="23717" y="58077"/>
                    <a:pt x="29184" y="54556"/>
                    <a:pt x="31708" y="49079"/>
                  </a:cubicBezTo>
                  <a:lnTo>
                    <a:pt x="31708" y="49079"/>
                  </a:lnTo>
                  <a:lnTo>
                    <a:pt x="31708" y="56848"/>
                  </a:lnTo>
                  <a:lnTo>
                    <a:pt x="36067" y="56848"/>
                  </a:lnTo>
                  <a:lnTo>
                    <a:pt x="36067" y="0"/>
                  </a:lnTo>
                  <a:close/>
                  <a:moveTo>
                    <a:pt x="4548" y="36320"/>
                  </a:moveTo>
                  <a:cubicBezTo>
                    <a:pt x="4548" y="27792"/>
                    <a:pt x="8275" y="18823"/>
                    <a:pt x="17181" y="18823"/>
                  </a:cubicBezTo>
                  <a:cubicBezTo>
                    <a:pt x="27413" y="18823"/>
                    <a:pt x="30951" y="27792"/>
                    <a:pt x="30951" y="36320"/>
                  </a:cubicBezTo>
                  <a:cubicBezTo>
                    <a:pt x="30951" y="44847"/>
                    <a:pt x="27413" y="53880"/>
                    <a:pt x="17181" y="53880"/>
                  </a:cubicBezTo>
                  <a:cubicBezTo>
                    <a:pt x="8022" y="53880"/>
                    <a:pt x="4548" y="44847"/>
                    <a:pt x="4548" y="363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0" name="Google Shape;490;p13"/>
            <p:cNvSpPr/>
            <p:nvPr/>
          </p:nvSpPr>
          <p:spPr>
            <a:xfrm>
              <a:off x="5420236" y="4808516"/>
              <a:ext cx="19454" cy="41910"/>
            </a:xfrm>
            <a:custGeom>
              <a:rect b="b" l="l" r="r" t="t"/>
              <a:pathLst>
                <a:path extrusionOk="0" h="41910" w="19454">
                  <a:moveTo>
                    <a:pt x="0" y="41911"/>
                  </a:moveTo>
                  <a:lnTo>
                    <a:pt x="4801" y="41911"/>
                  </a:lnTo>
                  <a:lnTo>
                    <a:pt x="4801" y="19803"/>
                  </a:lnTo>
                  <a:cubicBezTo>
                    <a:pt x="4298" y="12180"/>
                    <a:pt x="10070" y="5593"/>
                    <a:pt x="17693" y="5090"/>
                  </a:cubicBezTo>
                  <a:cubicBezTo>
                    <a:pt x="18279" y="5051"/>
                    <a:pt x="18868" y="5050"/>
                    <a:pt x="19454" y="5086"/>
                  </a:cubicBezTo>
                  <a:lnTo>
                    <a:pt x="19455" y="33"/>
                  </a:lnTo>
                  <a:cubicBezTo>
                    <a:pt x="12717" y="-417"/>
                    <a:pt x="6550" y="3816"/>
                    <a:pt x="4548" y="10265"/>
                  </a:cubicBezTo>
                  <a:lnTo>
                    <a:pt x="4548" y="10265"/>
                  </a:lnTo>
                  <a:lnTo>
                    <a:pt x="4548" y="601"/>
                  </a:lnTo>
                  <a:lnTo>
                    <a:pt x="126" y="601"/>
                  </a:lnTo>
                  <a:lnTo>
                    <a:pt x="126" y="419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1" name="Google Shape;491;p13"/>
            <p:cNvSpPr/>
            <p:nvPr/>
          </p:nvSpPr>
          <p:spPr>
            <a:xfrm>
              <a:off x="5442596" y="4793578"/>
              <a:ext cx="4863" cy="56848"/>
            </a:xfrm>
            <a:custGeom>
              <a:rect b="b" l="l" r="r" t="t"/>
              <a:pathLst>
                <a:path extrusionOk="0" h="56848" w="4863">
                  <a:moveTo>
                    <a:pt x="0" y="7769"/>
                  </a:moveTo>
                  <a:lnTo>
                    <a:pt x="4864" y="7769"/>
                  </a:lnTo>
                  <a:lnTo>
                    <a:pt x="4864" y="0"/>
                  </a:lnTo>
                  <a:lnTo>
                    <a:pt x="0" y="0"/>
                  </a:lnTo>
                  <a:moveTo>
                    <a:pt x="0" y="56848"/>
                  </a:moveTo>
                  <a:lnTo>
                    <a:pt x="4864" y="56848"/>
                  </a:lnTo>
                  <a:lnTo>
                    <a:pt x="4864" y="15728"/>
                  </a:lnTo>
                  <a:lnTo>
                    <a:pt x="0" y="15728"/>
                  </a:lnTo>
                  <a:lnTo>
                    <a:pt x="0" y="568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2" name="Google Shape;492;p13"/>
            <p:cNvSpPr/>
            <p:nvPr/>
          </p:nvSpPr>
          <p:spPr>
            <a:xfrm>
              <a:off x="5453460" y="4793578"/>
              <a:ext cx="36130" cy="58111"/>
            </a:xfrm>
            <a:custGeom>
              <a:rect b="b" l="l" r="r" t="t"/>
              <a:pathLst>
                <a:path extrusionOk="0" h="58111" w="36130">
                  <a:moveTo>
                    <a:pt x="36130" y="0"/>
                  </a:moveTo>
                  <a:lnTo>
                    <a:pt x="31330" y="0"/>
                  </a:lnTo>
                  <a:lnTo>
                    <a:pt x="31330" y="23624"/>
                  </a:lnTo>
                  <a:lnTo>
                    <a:pt x="31330" y="23624"/>
                  </a:lnTo>
                  <a:cubicBezTo>
                    <a:pt x="29208" y="17983"/>
                    <a:pt x="23707" y="14341"/>
                    <a:pt x="17686" y="14591"/>
                  </a:cubicBezTo>
                  <a:cubicBezTo>
                    <a:pt x="5748" y="14591"/>
                    <a:pt x="0" y="24697"/>
                    <a:pt x="0" y="36320"/>
                  </a:cubicBezTo>
                  <a:cubicBezTo>
                    <a:pt x="0" y="47942"/>
                    <a:pt x="5748" y="58112"/>
                    <a:pt x="17686" y="58112"/>
                  </a:cubicBezTo>
                  <a:cubicBezTo>
                    <a:pt x="23726" y="58109"/>
                    <a:pt x="29208" y="54578"/>
                    <a:pt x="31708" y="49079"/>
                  </a:cubicBezTo>
                  <a:lnTo>
                    <a:pt x="31709" y="49079"/>
                  </a:lnTo>
                  <a:lnTo>
                    <a:pt x="31709" y="56848"/>
                  </a:lnTo>
                  <a:lnTo>
                    <a:pt x="36130" y="56848"/>
                  </a:lnTo>
                  <a:lnTo>
                    <a:pt x="36130" y="0"/>
                  </a:lnTo>
                  <a:close/>
                  <a:moveTo>
                    <a:pt x="4548" y="36320"/>
                  </a:moveTo>
                  <a:cubicBezTo>
                    <a:pt x="4548" y="27792"/>
                    <a:pt x="8338" y="18823"/>
                    <a:pt x="17181" y="18823"/>
                  </a:cubicBezTo>
                  <a:cubicBezTo>
                    <a:pt x="27413" y="18823"/>
                    <a:pt x="31014" y="27792"/>
                    <a:pt x="31014" y="36320"/>
                  </a:cubicBezTo>
                  <a:cubicBezTo>
                    <a:pt x="31014" y="44847"/>
                    <a:pt x="27413" y="53880"/>
                    <a:pt x="17181" y="53880"/>
                  </a:cubicBezTo>
                  <a:cubicBezTo>
                    <a:pt x="8085" y="53880"/>
                    <a:pt x="4548" y="44847"/>
                    <a:pt x="4548" y="363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3" name="Google Shape;493;p13"/>
            <p:cNvSpPr/>
            <p:nvPr/>
          </p:nvSpPr>
          <p:spPr>
            <a:xfrm>
              <a:off x="5301802" y="4570101"/>
              <a:ext cx="187915" cy="193852"/>
            </a:xfrm>
            <a:custGeom>
              <a:rect b="b" l="l" r="r" t="t"/>
              <a:pathLst>
                <a:path extrusionOk="0" h="193852" w="187915">
                  <a:moveTo>
                    <a:pt x="0" y="193853"/>
                  </a:moveTo>
                  <a:lnTo>
                    <a:pt x="187915" y="193853"/>
                  </a:lnTo>
                  <a:lnTo>
                    <a:pt x="187915" y="0"/>
                  </a:lnTo>
                  <a:lnTo>
                    <a:pt x="0" y="0"/>
                  </a:lnTo>
                  <a:lnTo>
                    <a:pt x="0" y="193853"/>
                  </a:lnTo>
                  <a:lnTo>
                    <a:pt x="0" y="1938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4" name="Google Shape;494;p13"/>
            <p:cNvSpPr/>
            <p:nvPr/>
          </p:nvSpPr>
          <p:spPr>
            <a:xfrm>
              <a:off x="5321635" y="4635098"/>
              <a:ext cx="32150" cy="31645"/>
            </a:xfrm>
            <a:custGeom>
              <a:rect b="b" l="l" r="r" t="t"/>
              <a:pathLst>
                <a:path extrusionOk="0" h="31645" w="32150">
                  <a:moveTo>
                    <a:pt x="16170" y="0"/>
                  </a:moveTo>
                  <a:lnTo>
                    <a:pt x="12380" y="12191"/>
                  </a:lnTo>
                  <a:lnTo>
                    <a:pt x="0" y="12317"/>
                  </a:lnTo>
                  <a:lnTo>
                    <a:pt x="10043" y="19707"/>
                  </a:lnTo>
                  <a:lnTo>
                    <a:pt x="6380" y="31646"/>
                  </a:lnTo>
                  <a:lnTo>
                    <a:pt x="16170" y="24318"/>
                  </a:lnTo>
                  <a:lnTo>
                    <a:pt x="26024" y="31519"/>
                  </a:lnTo>
                  <a:lnTo>
                    <a:pt x="22234" y="19581"/>
                  </a:lnTo>
                  <a:lnTo>
                    <a:pt x="32151" y="12001"/>
                  </a:lnTo>
                  <a:lnTo>
                    <a:pt x="19960" y="121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5" name="Google Shape;495;p13"/>
            <p:cNvSpPr/>
            <p:nvPr/>
          </p:nvSpPr>
          <p:spPr>
            <a:xfrm>
              <a:off x="5360608" y="4635098"/>
              <a:ext cx="32151" cy="31645"/>
            </a:xfrm>
            <a:custGeom>
              <a:rect b="b" l="l" r="r" t="t"/>
              <a:pathLst>
                <a:path extrusionOk="0" h="31645" w="32151">
                  <a:moveTo>
                    <a:pt x="16107" y="0"/>
                  </a:moveTo>
                  <a:lnTo>
                    <a:pt x="12380" y="12191"/>
                  </a:lnTo>
                  <a:lnTo>
                    <a:pt x="0" y="12317"/>
                  </a:lnTo>
                  <a:lnTo>
                    <a:pt x="9980" y="19707"/>
                  </a:lnTo>
                  <a:lnTo>
                    <a:pt x="6380" y="31646"/>
                  </a:lnTo>
                  <a:lnTo>
                    <a:pt x="16107" y="24318"/>
                  </a:lnTo>
                  <a:lnTo>
                    <a:pt x="26024" y="31519"/>
                  </a:lnTo>
                  <a:lnTo>
                    <a:pt x="22234" y="19581"/>
                  </a:lnTo>
                  <a:lnTo>
                    <a:pt x="32151" y="12001"/>
                  </a:lnTo>
                  <a:lnTo>
                    <a:pt x="19960" y="121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6" name="Google Shape;496;p13"/>
            <p:cNvSpPr/>
            <p:nvPr/>
          </p:nvSpPr>
          <p:spPr>
            <a:xfrm>
              <a:off x="5399707" y="4635098"/>
              <a:ext cx="32151" cy="31645"/>
            </a:xfrm>
            <a:custGeom>
              <a:rect b="b" l="l" r="r" t="t"/>
              <a:pathLst>
                <a:path extrusionOk="0" h="31645" w="32151">
                  <a:moveTo>
                    <a:pt x="16170" y="0"/>
                  </a:moveTo>
                  <a:lnTo>
                    <a:pt x="12380" y="12191"/>
                  </a:lnTo>
                  <a:lnTo>
                    <a:pt x="0" y="12317"/>
                  </a:lnTo>
                  <a:lnTo>
                    <a:pt x="10043" y="19707"/>
                  </a:lnTo>
                  <a:lnTo>
                    <a:pt x="6443" y="31646"/>
                  </a:lnTo>
                  <a:lnTo>
                    <a:pt x="16170" y="24318"/>
                  </a:lnTo>
                  <a:lnTo>
                    <a:pt x="26024" y="31519"/>
                  </a:lnTo>
                  <a:lnTo>
                    <a:pt x="22234" y="19581"/>
                  </a:lnTo>
                  <a:lnTo>
                    <a:pt x="32151" y="12001"/>
                  </a:lnTo>
                  <a:lnTo>
                    <a:pt x="20023" y="121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5380000" y="4662891"/>
              <a:ext cx="32151" cy="31582"/>
            </a:xfrm>
            <a:custGeom>
              <a:rect b="b" l="l" r="r" t="t"/>
              <a:pathLst>
                <a:path extrusionOk="0" h="31582" w="32151">
                  <a:moveTo>
                    <a:pt x="16170" y="0"/>
                  </a:moveTo>
                  <a:lnTo>
                    <a:pt x="12380" y="12128"/>
                  </a:lnTo>
                  <a:lnTo>
                    <a:pt x="0" y="12317"/>
                  </a:lnTo>
                  <a:lnTo>
                    <a:pt x="10043" y="19707"/>
                  </a:lnTo>
                  <a:lnTo>
                    <a:pt x="6443" y="31582"/>
                  </a:lnTo>
                  <a:lnTo>
                    <a:pt x="16170" y="24255"/>
                  </a:lnTo>
                  <a:lnTo>
                    <a:pt x="26087" y="31456"/>
                  </a:lnTo>
                  <a:lnTo>
                    <a:pt x="22297" y="19518"/>
                  </a:lnTo>
                  <a:lnTo>
                    <a:pt x="32151" y="12001"/>
                  </a:lnTo>
                  <a:lnTo>
                    <a:pt x="20023" y="12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8" name="Google Shape;498;p13"/>
            <p:cNvSpPr/>
            <p:nvPr/>
          </p:nvSpPr>
          <p:spPr>
            <a:xfrm>
              <a:off x="5341027" y="4662891"/>
              <a:ext cx="32087" cy="31582"/>
            </a:xfrm>
            <a:custGeom>
              <a:rect b="b" l="l" r="r" t="t"/>
              <a:pathLst>
                <a:path extrusionOk="0" h="31582" w="32087">
                  <a:moveTo>
                    <a:pt x="16107" y="0"/>
                  </a:moveTo>
                  <a:lnTo>
                    <a:pt x="12317" y="12128"/>
                  </a:lnTo>
                  <a:lnTo>
                    <a:pt x="0" y="12317"/>
                  </a:lnTo>
                  <a:lnTo>
                    <a:pt x="9980" y="19707"/>
                  </a:lnTo>
                  <a:lnTo>
                    <a:pt x="6380" y="31582"/>
                  </a:lnTo>
                  <a:lnTo>
                    <a:pt x="16107" y="24255"/>
                  </a:lnTo>
                  <a:lnTo>
                    <a:pt x="26024" y="31456"/>
                  </a:lnTo>
                  <a:lnTo>
                    <a:pt x="22234" y="19518"/>
                  </a:lnTo>
                  <a:lnTo>
                    <a:pt x="32087" y="12001"/>
                  </a:lnTo>
                  <a:lnTo>
                    <a:pt x="19960" y="12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9" name="Google Shape;499;p13"/>
            <p:cNvSpPr/>
            <p:nvPr/>
          </p:nvSpPr>
          <p:spPr>
            <a:xfrm>
              <a:off x="5419225" y="4662891"/>
              <a:ext cx="32150" cy="31582"/>
            </a:xfrm>
            <a:custGeom>
              <a:rect b="b" l="l" r="r" t="t"/>
              <a:pathLst>
                <a:path extrusionOk="0" h="31582" w="32150">
                  <a:moveTo>
                    <a:pt x="16170" y="0"/>
                  </a:moveTo>
                  <a:lnTo>
                    <a:pt x="12380" y="12128"/>
                  </a:lnTo>
                  <a:lnTo>
                    <a:pt x="0" y="12317"/>
                  </a:lnTo>
                  <a:lnTo>
                    <a:pt x="10043" y="19707"/>
                  </a:lnTo>
                  <a:lnTo>
                    <a:pt x="6443" y="31582"/>
                  </a:lnTo>
                  <a:lnTo>
                    <a:pt x="16170" y="24255"/>
                  </a:lnTo>
                  <a:lnTo>
                    <a:pt x="26024" y="31456"/>
                  </a:lnTo>
                  <a:lnTo>
                    <a:pt x="22234" y="19518"/>
                  </a:lnTo>
                  <a:lnTo>
                    <a:pt x="32151" y="12001"/>
                  </a:lnTo>
                  <a:lnTo>
                    <a:pt x="20023" y="12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5438806" y="4635098"/>
              <a:ext cx="32087" cy="31645"/>
            </a:xfrm>
            <a:custGeom>
              <a:rect b="b" l="l" r="r" t="t"/>
              <a:pathLst>
                <a:path extrusionOk="0" h="31645" w="32087">
                  <a:moveTo>
                    <a:pt x="16170" y="0"/>
                  </a:moveTo>
                  <a:lnTo>
                    <a:pt x="12317" y="12191"/>
                  </a:lnTo>
                  <a:lnTo>
                    <a:pt x="0" y="12317"/>
                  </a:lnTo>
                  <a:lnTo>
                    <a:pt x="10043" y="19707"/>
                  </a:lnTo>
                  <a:lnTo>
                    <a:pt x="6380" y="31646"/>
                  </a:lnTo>
                  <a:lnTo>
                    <a:pt x="16170" y="24318"/>
                  </a:lnTo>
                  <a:lnTo>
                    <a:pt x="26024" y="31519"/>
                  </a:lnTo>
                  <a:lnTo>
                    <a:pt x="22234" y="19581"/>
                  </a:lnTo>
                  <a:lnTo>
                    <a:pt x="32088" y="12001"/>
                  </a:lnTo>
                  <a:lnTo>
                    <a:pt x="19960" y="121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1" name="Google Shape;501;p13"/>
            <p:cNvSpPr/>
            <p:nvPr/>
          </p:nvSpPr>
          <p:spPr>
            <a:xfrm>
              <a:off x="5099422" y="4570417"/>
              <a:ext cx="193347" cy="193536"/>
            </a:xfrm>
            <a:custGeom>
              <a:rect b="b" l="l" r="r" t="t"/>
              <a:pathLst>
                <a:path extrusionOk="0" h="193536" w="193347">
                  <a:moveTo>
                    <a:pt x="142500" y="193537"/>
                  </a:moveTo>
                  <a:lnTo>
                    <a:pt x="43647" y="189494"/>
                  </a:lnTo>
                  <a:lnTo>
                    <a:pt x="41436" y="153111"/>
                  </a:lnTo>
                  <a:lnTo>
                    <a:pt x="0" y="148437"/>
                  </a:lnTo>
                  <a:lnTo>
                    <a:pt x="11054" y="50848"/>
                  </a:lnTo>
                  <a:lnTo>
                    <a:pt x="39794" y="48511"/>
                  </a:lnTo>
                  <a:lnTo>
                    <a:pt x="40299" y="0"/>
                  </a:lnTo>
                  <a:lnTo>
                    <a:pt x="85083" y="1137"/>
                  </a:lnTo>
                  <a:lnTo>
                    <a:pt x="88367" y="53690"/>
                  </a:lnTo>
                  <a:lnTo>
                    <a:pt x="25392" y="82620"/>
                  </a:lnTo>
                  <a:lnTo>
                    <a:pt x="94431" y="101127"/>
                  </a:lnTo>
                  <a:lnTo>
                    <a:pt x="102769" y="174398"/>
                  </a:lnTo>
                  <a:lnTo>
                    <a:pt x="139784" y="110917"/>
                  </a:lnTo>
                  <a:lnTo>
                    <a:pt x="191137" y="123613"/>
                  </a:lnTo>
                  <a:lnTo>
                    <a:pt x="193347" y="150774"/>
                  </a:lnTo>
                  <a:lnTo>
                    <a:pt x="144774" y="15424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2" name="Google Shape;502;p13"/>
            <p:cNvSpPr/>
            <p:nvPr/>
          </p:nvSpPr>
          <p:spPr>
            <a:xfrm>
              <a:off x="5200928" y="4572123"/>
              <a:ext cx="39856" cy="33098"/>
            </a:xfrm>
            <a:custGeom>
              <a:rect b="b" l="l" r="r" t="t"/>
              <a:pathLst>
                <a:path extrusionOk="0" h="33098" w="39856">
                  <a:moveTo>
                    <a:pt x="0" y="0"/>
                  </a:moveTo>
                  <a:lnTo>
                    <a:pt x="28929" y="33098"/>
                  </a:lnTo>
                  <a:lnTo>
                    <a:pt x="39857" y="27413"/>
                  </a:lnTo>
                  <a:lnTo>
                    <a:pt x="37646" y="56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5259292" y="4617791"/>
              <a:ext cx="31140" cy="57606"/>
            </a:xfrm>
            <a:custGeom>
              <a:rect b="b" l="l" r="r" t="t"/>
              <a:pathLst>
                <a:path extrusionOk="0" h="57606" w="31140">
                  <a:moveTo>
                    <a:pt x="0" y="21097"/>
                  </a:moveTo>
                  <a:lnTo>
                    <a:pt x="30572" y="57606"/>
                  </a:lnTo>
                  <a:lnTo>
                    <a:pt x="31140" y="2842"/>
                  </a:lnTo>
                  <a:lnTo>
                    <a:pt x="14212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4" name="Google Shape;504;p13"/>
            <p:cNvSpPr/>
            <p:nvPr/>
          </p:nvSpPr>
          <p:spPr>
            <a:xfrm>
              <a:off x="5551997" y="4570986"/>
              <a:ext cx="77503" cy="95884"/>
            </a:xfrm>
            <a:custGeom>
              <a:rect b="b" l="l" r="r" t="t"/>
              <a:pathLst>
                <a:path extrusionOk="0" h="95884" w="77503">
                  <a:moveTo>
                    <a:pt x="20150" y="0"/>
                  </a:moveTo>
                  <a:lnTo>
                    <a:pt x="20150" y="36762"/>
                  </a:lnTo>
                  <a:lnTo>
                    <a:pt x="57290" y="36762"/>
                  </a:lnTo>
                  <a:lnTo>
                    <a:pt x="57290" y="0"/>
                  </a:lnTo>
                  <a:lnTo>
                    <a:pt x="77503" y="0"/>
                  </a:lnTo>
                  <a:lnTo>
                    <a:pt x="77503" y="95884"/>
                  </a:lnTo>
                  <a:lnTo>
                    <a:pt x="57290" y="95884"/>
                  </a:lnTo>
                  <a:lnTo>
                    <a:pt x="57290" y="54511"/>
                  </a:lnTo>
                  <a:lnTo>
                    <a:pt x="20150" y="54511"/>
                  </a:lnTo>
                  <a:lnTo>
                    <a:pt x="20150" y="95884"/>
                  </a:lnTo>
                  <a:lnTo>
                    <a:pt x="0" y="95884"/>
                  </a:lnTo>
                  <a:lnTo>
                    <a:pt x="0" y="0"/>
                  </a:lnTo>
                  <a:lnTo>
                    <a:pt x="20150" y="0"/>
                  </a:lnTo>
                  <a:lnTo>
                    <a:pt x="201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5" name="Google Shape;505;p13"/>
            <p:cNvSpPr/>
            <p:nvPr/>
          </p:nvSpPr>
          <p:spPr>
            <a:xfrm>
              <a:off x="5643208" y="4595554"/>
              <a:ext cx="68721" cy="73087"/>
            </a:xfrm>
            <a:custGeom>
              <a:rect b="b" l="l" r="r" t="t"/>
              <a:pathLst>
                <a:path extrusionOk="0" h="73087" w="68721">
                  <a:moveTo>
                    <a:pt x="2463" y="21542"/>
                  </a:moveTo>
                  <a:cubicBezTo>
                    <a:pt x="3965" y="17255"/>
                    <a:pt x="6329" y="13320"/>
                    <a:pt x="9411" y="9983"/>
                  </a:cubicBezTo>
                  <a:cubicBezTo>
                    <a:pt x="12445" y="6779"/>
                    <a:pt x="16127" y="4260"/>
                    <a:pt x="20212" y="2593"/>
                  </a:cubicBezTo>
                  <a:cubicBezTo>
                    <a:pt x="24694" y="822"/>
                    <a:pt x="29479" y="-57"/>
                    <a:pt x="34298" y="3"/>
                  </a:cubicBezTo>
                  <a:cubicBezTo>
                    <a:pt x="39157" y="-53"/>
                    <a:pt x="43982" y="826"/>
                    <a:pt x="48510" y="2593"/>
                  </a:cubicBezTo>
                  <a:cubicBezTo>
                    <a:pt x="52610" y="4267"/>
                    <a:pt x="56311" y="6785"/>
                    <a:pt x="59374" y="9983"/>
                  </a:cubicBezTo>
                  <a:cubicBezTo>
                    <a:pt x="62434" y="13337"/>
                    <a:pt x="64795" y="17266"/>
                    <a:pt x="66322" y="21542"/>
                  </a:cubicBezTo>
                  <a:cubicBezTo>
                    <a:pt x="69521" y="31352"/>
                    <a:pt x="69521" y="41925"/>
                    <a:pt x="66322" y="51735"/>
                  </a:cubicBezTo>
                  <a:cubicBezTo>
                    <a:pt x="64794" y="55972"/>
                    <a:pt x="62431" y="59860"/>
                    <a:pt x="59374" y="63168"/>
                  </a:cubicBezTo>
                  <a:cubicBezTo>
                    <a:pt x="56335" y="66379"/>
                    <a:pt x="52626" y="68881"/>
                    <a:pt x="48510" y="70495"/>
                  </a:cubicBezTo>
                  <a:cubicBezTo>
                    <a:pt x="43982" y="72261"/>
                    <a:pt x="39157" y="73140"/>
                    <a:pt x="34298" y="73085"/>
                  </a:cubicBezTo>
                  <a:cubicBezTo>
                    <a:pt x="29479" y="73145"/>
                    <a:pt x="24694" y="72265"/>
                    <a:pt x="20212" y="70495"/>
                  </a:cubicBezTo>
                  <a:cubicBezTo>
                    <a:pt x="16107" y="68895"/>
                    <a:pt x="12415" y="66391"/>
                    <a:pt x="9411" y="63168"/>
                  </a:cubicBezTo>
                  <a:cubicBezTo>
                    <a:pt x="6332" y="59876"/>
                    <a:pt x="3966" y="55984"/>
                    <a:pt x="2463" y="51735"/>
                  </a:cubicBezTo>
                  <a:cubicBezTo>
                    <a:pt x="-821" y="41938"/>
                    <a:pt x="-821" y="31339"/>
                    <a:pt x="2463" y="21542"/>
                  </a:cubicBezTo>
                  <a:close/>
                  <a:moveTo>
                    <a:pt x="19012" y="44787"/>
                  </a:moveTo>
                  <a:cubicBezTo>
                    <a:pt x="19474" y="47302"/>
                    <a:pt x="20372" y="49718"/>
                    <a:pt x="21665" y="51924"/>
                  </a:cubicBezTo>
                  <a:cubicBezTo>
                    <a:pt x="22869" y="53970"/>
                    <a:pt x="24562" y="55685"/>
                    <a:pt x="26592" y="56914"/>
                  </a:cubicBezTo>
                  <a:cubicBezTo>
                    <a:pt x="28935" y="58249"/>
                    <a:pt x="31603" y="58905"/>
                    <a:pt x="34298" y="58809"/>
                  </a:cubicBezTo>
                  <a:cubicBezTo>
                    <a:pt x="37012" y="58904"/>
                    <a:pt x="39701" y="58248"/>
                    <a:pt x="42067" y="56914"/>
                  </a:cubicBezTo>
                  <a:cubicBezTo>
                    <a:pt x="44160" y="55724"/>
                    <a:pt x="45903" y="54003"/>
                    <a:pt x="47120" y="51924"/>
                  </a:cubicBezTo>
                  <a:cubicBezTo>
                    <a:pt x="48366" y="49702"/>
                    <a:pt x="49240" y="47291"/>
                    <a:pt x="49710" y="44787"/>
                  </a:cubicBezTo>
                  <a:cubicBezTo>
                    <a:pt x="50804" y="39410"/>
                    <a:pt x="50804" y="33867"/>
                    <a:pt x="49710" y="28490"/>
                  </a:cubicBezTo>
                  <a:cubicBezTo>
                    <a:pt x="49262" y="25980"/>
                    <a:pt x="48386" y="23566"/>
                    <a:pt x="47120" y="21353"/>
                  </a:cubicBezTo>
                  <a:cubicBezTo>
                    <a:pt x="44490" y="16900"/>
                    <a:pt x="39657" y="14218"/>
                    <a:pt x="34487" y="14341"/>
                  </a:cubicBezTo>
                  <a:cubicBezTo>
                    <a:pt x="31787" y="14265"/>
                    <a:pt x="29118" y="14943"/>
                    <a:pt x="26781" y="16299"/>
                  </a:cubicBezTo>
                  <a:cubicBezTo>
                    <a:pt x="24776" y="17587"/>
                    <a:pt x="23091" y="19315"/>
                    <a:pt x="21854" y="21353"/>
                  </a:cubicBezTo>
                  <a:cubicBezTo>
                    <a:pt x="20540" y="23549"/>
                    <a:pt x="19641" y="25969"/>
                    <a:pt x="19201" y="28490"/>
                  </a:cubicBezTo>
                  <a:cubicBezTo>
                    <a:pt x="18192" y="33876"/>
                    <a:pt x="18192" y="39402"/>
                    <a:pt x="19201" y="447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6" name="Google Shape;506;p13"/>
            <p:cNvSpPr/>
            <p:nvPr/>
          </p:nvSpPr>
          <p:spPr>
            <a:xfrm>
              <a:off x="5719759" y="4595682"/>
              <a:ext cx="61539" cy="72893"/>
            </a:xfrm>
            <a:custGeom>
              <a:rect b="b" l="l" r="r" t="t"/>
              <a:pathLst>
                <a:path extrusionOk="0" h="72893" w="61539">
                  <a:moveTo>
                    <a:pt x="19396" y="53944"/>
                  </a:moveTo>
                  <a:cubicBezTo>
                    <a:pt x="20144" y="55362"/>
                    <a:pt x="21202" y="56592"/>
                    <a:pt x="22491" y="57545"/>
                  </a:cubicBezTo>
                  <a:cubicBezTo>
                    <a:pt x="23842" y="58513"/>
                    <a:pt x="25364" y="59220"/>
                    <a:pt x="26976" y="59629"/>
                  </a:cubicBezTo>
                  <a:cubicBezTo>
                    <a:pt x="28663" y="60090"/>
                    <a:pt x="30405" y="60323"/>
                    <a:pt x="32155" y="60324"/>
                  </a:cubicBezTo>
                  <a:cubicBezTo>
                    <a:pt x="33517" y="60301"/>
                    <a:pt x="34872" y="60132"/>
                    <a:pt x="36198" y="59819"/>
                  </a:cubicBezTo>
                  <a:cubicBezTo>
                    <a:pt x="37553" y="59548"/>
                    <a:pt x="38854" y="59058"/>
                    <a:pt x="40051" y="58366"/>
                  </a:cubicBezTo>
                  <a:cubicBezTo>
                    <a:pt x="41206" y="57684"/>
                    <a:pt x="42198" y="56757"/>
                    <a:pt x="42956" y="55650"/>
                  </a:cubicBezTo>
                  <a:cubicBezTo>
                    <a:pt x="43762" y="54390"/>
                    <a:pt x="44159" y="52912"/>
                    <a:pt x="44093" y="51418"/>
                  </a:cubicBezTo>
                  <a:cubicBezTo>
                    <a:pt x="44093" y="48575"/>
                    <a:pt x="42261" y="46428"/>
                    <a:pt x="38661" y="45101"/>
                  </a:cubicBezTo>
                  <a:cubicBezTo>
                    <a:pt x="33691" y="43323"/>
                    <a:pt x="28605" y="41888"/>
                    <a:pt x="23438" y="40806"/>
                  </a:cubicBezTo>
                  <a:cubicBezTo>
                    <a:pt x="20812" y="40203"/>
                    <a:pt x="18219" y="39465"/>
                    <a:pt x="15669" y="38595"/>
                  </a:cubicBezTo>
                  <a:cubicBezTo>
                    <a:pt x="13262" y="37824"/>
                    <a:pt x="10983" y="36695"/>
                    <a:pt x="8910" y="35248"/>
                  </a:cubicBezTo>
                  <a:cubicBezTo>
                    <a:pt x="6968" y="33866"/>
                    <a:pt x="5351" y="32077"/>
                    <a:pt x="4173" y="30005"/>
                  </a:cubicBezTo>
                  <a:cubicBezTo>
                    <a:pt x="2896" y="27642"/>
                    <a:pt x="2264" y="24984"/>
                    <a:pt x="2341" y="22299"/>
                  </a:cubicBezTo>
                  <a:cubicBezTo>
                    <a:pt x="2181" y="18455"/>
                    <a:pt x="3054" y="14638"/>
                    <a:pt x="4868" y="11245"/>
                  </a:cubicBezTo>
                  <a:cubicBezTo>
                    <a:pt x="6383" y="8505"/>
                    <a:pt x="8553" y="6183"/>
                    <a:pt x="11185" y="4486"/>
                  </a:cubicBezTo>
                  <a:cubicBezTo>
                    <a:pt x="14051" y="2790"/>
                    <a:pt x="17194" y="1614"/>
                    <a:pt x="20470" y="1012"/>
                  </a:cubicBezTo>
                  <a:cubicBezTo>
                    <a:pt x="23943" y="323"/>
                    <a:pt x="27477" y="-16"/>
                    <a:pt x="31018" y="2"/>
                  </a:cubicBezTo>
                  <a:cubicBezTo>
                    <a:pt x="34542" y="-27"/>
                    <a:pt x="38058" y="334"/>
                    <a:pt x="41503" y="1075"/>
                  </a:cubicBezTo>
                  <a:cubicBezTo>
                    <a:pt x="44710" y="1710"/>
                    <a:pt x="47772" y="2931"/>
                    <a:pt x="50536" y="4676"/>
                  </a:cubicBezTo>
                  <a:cubicBezTo>
                    <a:pt x="53115" y="6460"/>
                    <a:pt x="55272" y="8788"/>
                    <a:pt x="56852" y="11498"/>
                  </a:cubicBezTo>
                  <a:cubicBezTo>
                    <a:pt x="58712" y="14766"/>
                    <a:pt x="59793" y="18419"/>
                    <a:pt x="60011" y="22172"/>
                  </a:cubicBezTo>
                  <a:lnTo>
                    <a:pt x="42640" y="22172"/>
                  </a:lnTo>
                  <a:cubicBezTo>
                    <a:pt x="42764" y="19150"/>
                    <a:pt x="41241" y="16298"/>
                    <a:pt x="38661" y="14719"/>
                  </a:cubicBezTo>
                  <a:cubicBezTo>
                    <a:pt x="36053" y="13355"/>
                    <a:pt x="33139" y="12681"/>
                    <a:pt x="30197" y="12761"/>
                  </a:cubicBezTo>
                  <a:lnTo>
                    <a:pt x="26849" y="12761"/>
                  </a:lnTo>
                  <a:cubicBezTo>
                    <a:pt x="25713" y="12875"/>
                    <a:pt x="24604" y="13174"/>
                    <a:pt x="23564" y="13645"/>
                  </a:cubicBezTo>
                  <a:cubicBezTo>
                    <a:pt x="22568" y="14070"/>
                    <a:pt x="21698" y="14745"/>
                    <a:pt x="21038" y="15603"/>
                  </a:cubicBezTo>
                  <a:cubicBezTo>
                    <a:pt x="20304" y="16583"/>
                    <a:pt x="19945" y="17793"/>
                    <a:pt x="20027" y="19014"/>
                  </a:cubicBezTo>
                  <a:cubicBezTo>
                    <a:pt x="19964" y="20598"/>
                    <a:pt x="20613" y="22127"/>
                    <a:pt x="21796" y="23183"/>
                  </a:cubicBezTo>
                  <a:cubicBezTo>
                    <a:pt x="23177" y="24368"/>
                    <a:pt x="24790" y="25250"/>
                    <a:pt x="26533" y="25773"/>
                  </a:cubicBezTo>
                  <a:cubicBezTo>
                    <a:pt x="28592" y="26533"/>
                    <a:pt x="30704" y="27145"/>
                    <a:pt x="32850" y="27605"/>
                  </a:cubicBezTo>
                  <a:lnTo>
                    <a:pt x="40430" y="29373"/>
                  </a:lnTo>
                  <a:cubicBezTo>
                    <a:pt x="43057" y="29997"/>
                    <a:pt x="45650" y="30756"/>
                    <a:pt x="48199" y="31647"/>
                  </a:cubicBezTo>
                  <a:cubicBezTo>
                    <a:pt x="50618" y="32477"/>
                    <a:pt x="52896" y="33670"/>
                    <a:pt x="54957" y="35184"/>
                  </a:cubicBezTo>
                  <a:cubicBezTo>
                    <a:pt x="56899" y="36688"/>
                    <a:pt x="58529" y="38554"/>
                    <a:pt x="59758" y="40680"/>
                  </a:cubicBezTo>
                  <a:cubicBezTo>
                    <a:pt x="60989" y="43216"/>
                    <a:pt x="61595" y="46010"/>
                    <a:pt x="61527" y="48828"/>
                  </a:cubicBezTo>
                  <a:cubicBezTo>
                    <a:pt x="61661" y="52826"/>
                    <a:pt x="60746" y="56789"/>
                    <a:pt x="58874" y="60324"/>
                  </a:cubicBezTo>
                  <a:cubicBezTo>
                    <a:pt x="57199" y="63317"/>
                    <a:pt x="54840" y="65871"/>
                    <a:pt x="51989" y="67777"/>
                  </a:cubicBezTo>
                  <a:cubicBezTo>
                    <a:pt x="49059" y="69723"/>
                    <a:pt x="45775" y="71075"/>
                    <a:pt x="42325" y="71757"/>
                  </a:cubicBezTo>
                  <a:cubicBezTo>
                    <a:pt x="38668" y="72516"/>
                    <a:pt x="34942" y="72897"/>
                    <a:pt x="31207" y="72894"/>
                  </a:cubicBezTo>
                  <a:cubicBezTo>
                    <a:pt x="27408" y="72879"/>
                    <a:pt x="23619" y="72477"/>
                    <a:pt x="19901" y="71694"/>
                  </a:cubicBezTo>
                  <a:cubicBezTo>
                    <a:pt x="16409" y="70922"/>
                    <a:pt x="13075" y="69554"/>
                    <a:pt x="10047" y="67651"/>
                  </a:cubicBezTo>
                  <a:cubicBezTo>
                    <a:pt x="3655" y="63490"/>
                    <a:pt x="-141" y="56328"/>
                    <a:pt x="4" y="48702"/>
                  </a:cubicBezTo>
                  <a:lnTo>
                    <a:pt x="17311" y="48702"/>
                  </a:lnTo>
                  <a:cubicBezTo>
                    <a:pt x="17280" y="50548"/>
                    <a:pt x="17715" y="52373"/>
                    <a:pt x="18575" y="540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7" name="Google Shape;507;p13"/>
            <p:cNvSpPr/>
            <p:nvPr/>
          </p:nvSpPr>
          <p:spPr>
            <a:xfrm>
              <a:off x="5792908" y="4595861"/>
              <a:ext cx="67207" cy="95642"/>
            </a:xfrm>
            <a:custGeom>
              <a:rect b="b" l="l" r="r" t="t"/>
              <a:pathLst>
                <a:path extrusionOk="0" h="95642" w="67207">
                  <a:moveTo>
                    <a:pt x="17181" y="1906"/>
                  </a:moveTo>
                  <a:lnTo>
                    <a:pt x="17181" y="10750"/>
                  </a:lnTo>
                  <a:lnTo>
                    <a:pt x="17181" y="10750"/>
                  </a:lnTo>
                  <a:cubicBezTo>
                    <a:pt x="19150" y="7230"/>
                    <a:pt x="22117" y="4372"/>
                    <a:pt x="25708" y="2538"/>
                  </a:cubicBezTo>
                  <a:cubicBezTo>
                    <a:pt x="29230" y="832"/>
                    <a:pt x="33101" y="-33"/>
                    <a:pt x="37014" y="12"/>
                  </a:cubicBezTo>
                  <a:cubicBezTo>
                    <a:pt x="41690" y="-124"/>
                    <a:pt x="46322" y="941"/>
                    <a:pt x="50469" y="3107"/>
                  </a:cubicBezTo>
                  <a:cubicBezTo>
                    <a:pt x="54167" y="5097"/>
                    <a:pt x="57380" y="7880"/>
                    <a:pt x="59880" y="11255"/>
                  </a:cubicBezTo>
                  <a:cubicBezTo>
                    <a:pt x="62434" y="14860"/>
                    <a:pt x="64297" y="18908"/>
                    <a:pt x="65375" y="23193"/>
                  </a:cubicBezTo>
                  <a:cubicBezTo>
                    <a:pt x="66602" y="27809"/>
                    <a:pt x="67217" y="32566"/>
                    <a:pt x="67207" y="37342"/>
                  </a:cubicBezTo>
                  <a:cubicBezTo>
                    <a:pt x="67214" y="41889"/>
                    <a:pt x="66598" y="46416"/>
                    <a:pt x="65375" y="50796"/>
                  </a:cubicBezTo>
                  <a:cubicBezTo>
                    <a:pt x="64265" y="54882"/>
                    <a:pt x="62425" y="58734"/>
                    <a:pt x="59943" y="62166"/>
                  </a:cubicBezTo>
                  <a:cubicBezTo>
                    <a:pt x="57531" y="65477"/>
                    <a:pt x="54400" y="68198"/>
                    <a:pt x="50784" y="70124"/>
                  </a:cubicBezTo>
                  <a:cubicBezTo>
                    <a:pt x="46885" y="72147"/>
                    <a:pt x="42543" y="73167"/>
                    <a:pt x="38151" y="73093"/>
                  </a:cubicBezTo>
                  <a:cubicBezTo>
                    <a:pt x="34204" y="73130"/>
                    <a:pt x="30305" y="72221"/>
                    <a:pt x="26782" y="70440"/>
                  </a:cubicBezTo>
                  <a:cubicBezTo>
                    <a:pt x="23285" y="68705"/>
                    <a:pt x="20334" y="66038"/>
                    <a:pt x="18255" y="62734"/>
                  </a:cubicBezTo>
                  <a:lnTo>
                    <a:pt x="18255" y="62734"/>
                  </a:lnTo>
                  <a:lnTo>
                    <a:pt x="18255" y="95643"/>
                  </a:lnTo>
                  <a:lnTo>
                    <a:pt x="0" y="95643"/>
                  </a:lnTo>
                  <a:lnTo>
                    <a:pt x="0" y="1906"/>
                  </a:lnTo>
                  <a:close/>
                  <a:moveTo>
                    <a:pt x="40931" y="56923"/>
                  </a:moveTo>
                  <a:cubicBezTo>
                    <a:pt x="42909" y="55703"/>
                    <a:pt x="44574" y="54038"/>
                    <a:pt x="45794" y="52059"/>
                  </a:cubicBezTo>
                  <a:cubicBezTo>
                    <a:pt x="47118" y="49890"/>
                    <a:pt x="48019" y="47490"/>
                    <a:pt x="48447" y="44985"/>
                  </a:cubicBezTo>
                  <a:cubicBezTo>
                    <a:pt x="49500" y="39583"/>
                    <a:pt x="49500" y="34028"/>
                    <a:pt x="48447" y="28625"/>
                  </a:cubicBezTo>
                  <a:cubicBezTo>
                    <a:pt x="47937" y="26085"/>
                    <a:pt x="46997" y="23649"/>
                    <a:pt x="45668" y="21424"/>
                  </a:cubicBezTo>
                  <a:cubicBezTo>
                    <a:pt x="44415" y="19383"/>
                    <a:pt x="42735" y="17637"/>
                    <a:pt x="40741" y="16308"/>
                  </a:cubicBezTo>
                  <a:cubicBezTo>
                    <a:pt x="38513" y="14968"/>
                    <a:pt x="35950" y="14289"/>
                    <a:pt x="33351" y="14350"/>
                  </a:cubicBezTo>
                  <a:cubicBezTo>
                    <a:pt x="30710" y="14272"/>
                    <a:pt x="28101" y="14951"/>
                    <a:pt x="25834" y="16308"/>
                  </a:cubicBezTo>
                  <a:cubicBezTo>
                    <a:pt x="23829" y="17596"/>
                    <a:pt x="22144" y="19324"/>
                    <a:pt x="20907" y="21361"/>
                  </a:cubicBezTo>
                  <a:cubicBezTo>
                    <a:pt x="19641" y="23574"/>
                    <a:pt x="18765" y="25989"/>
                    <a:pt x="18318" y="28499"/>
                  </a:cubicBezTo>
                  <a:cubicBezTo>
                    <a:pt x="17781" y="31246"/>
                    <a:pt x="17506" y="34038"/>
                    <a:pt x="17496" y="36837"/>
                  </a:cubicBezTo>
                  <a:cubicBezTo>
                    <a:pt x="17506" y="39576"/>
                    <a:pt x="17802" y="42307"/>
                    <a:pt x="18381" y="44985"/>
                  </a:cubicBezTo>
                  <a:cubicBezTo>
                    <a:pt x="18839" y="47482"/>
                    <a:pt x="19737" y="49877"/>
                    <a:pt x="21034" y="52059"/>
                  </a:cubicBezTo>
                  <a:cubicBezTo>
                    <a:pt x="22265" y="54071"/>
                    <a:pt x="23981" y="55743"/>
                    <a:pt x="26023" y="56923"/>
                  </a:cubicBezTo>
                  <a:cubicBezTo>
                    <a:pt x="30694" y="59450"/>
                    <a:pt x="36324" y="59450"/>
                    <a:pt x="40993" y="569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8" name="Google Shape;508;p13"/>
            <p:cNvSpPr/>
            <p:nvPr/>
          </p:nvSpPr>
          <p:spPr>
            <a:xfrm>
              <a:off x="5871800" y="4570986"/>
              <a:ext cx="18254" cy="95947"/>
            </a:xfrm>
            <a:custGeom>
              <a:rect b="b" l="l" r="r" t="t"/>
              <a:pathLst>
                <a:path extrusionOk="0" h="95947" w="18254">
                  <a:moveTo>
                    <a:pt x="0" y="15665"/>
                  </a:moveTo>
                  <a:lnTo>
                    <a:pt x="0" y="0"/>
                  </a:lnTo>
                  <a:lnTo>
                    <a:pt x="18255" y="0"/>
                  </a:lnTo>
                  <a:lnTo>
                    <a:pt x="18255" y="15665"/>
                  </a:lnTo>
                  <a:close/>
                  <a:moveTo>
                    <a:pt x="18255" y="26466"/>
                  </a:moveTo>
                  <a:lnTo>
                    <a:pt x="18255" y="95947"/>
                  </a:lnTo>
                  <a:lnTo>
                    <a:pt x="0" y="95947"/>
                  </a:lnTo>
                  <a:lnTo>
                    <a:pt x="0" y="267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9" name="Google Shape;509;p13"/>
            <p:cNvSpPr/>
            <p:nvPr/>
          </p:nvSpPr>
          <p:spPr>
            <a:xfrm>
              <a:off x="5898393" y="4576923"/>
              <a:ext cx="42636" cy="90767"/>
            </a:xfrm>
            <a:custGeom>
              <a:rect b="b" l="l" r="r" t="t"/>
              <a:pathLst>
                <a:path extrusionOk="0" h="90767" w="42636">
                  <a:moveTo>
                    <a:pt x="42510" y="20844"/>
                  </a:moveTo>
                  <a:lnTo>
                    <a:pt x="42510" y="33477"/>
                  </a:lnTo>
                  <a:lnTo>
                    <a:pt x="29182" y="33477"/>
                  </a:lnTo>
                  <a:lnTo>
                    <a:pt x="29182" y="67839"/>
                  </a:lnTo>
                  <a:cubicBezTo>
                    <a:pt x="28949" y="70056"/>
                    <a:pt x="29484" y="72286"/>
                    <a:pt x="30698" y="74155"/>
                  </a:cubicBezTo>
                  <a:cubicBezTo>
                    <a:pt x="32508" y="75506"/>
                    <a:pt x="34775" y="76096"/>
                    <a:pt x="37014" y="75798"/>
                  </a:cubicBezTo>
                  <a:cubicBezTo>
                    <a:pt x="37982" y="75863"/>
                    <a:pt x="38953" y="75863"/>
                    <a:pt x="39920" y="75798"/>
                  </a:cubicBezTo>
                  <a:cubicBezTo>
                    <a:pt x="40834" y="75742"/>
                    <a:pt x="41742" y="75615"/>
                    <a:pt x="42636" y="75419"/>
                  </a:cubicBezTo>
                  <a:lnTo>
                    <a:pt x="42636" y="90199"/>
                  </a:lnTo>
                  <a:cubicBezTo>
                    <a:pt x="41120" y="90452"/>
                    <a:pt x="39415" y="90641"/>
                    <a:pt x="37520" y="90768"/>
                  </a:cubicBezTo>
                  <a:lnTo>
                    <a:pt x="31961" y="90768"/>
                  </a:lnTo>
                  <a:cubicBezTo>
                    <a:pt x="29275" y="90756"/>
                    <a:pt x="26594" y="90545"/>
                    <a:pt x="23939" y="90136"/>
                  </a:cubicBezTo>
                  <a:cubicBezTo>
                    <a:pt x="21580" y="89785"/>
                    <a:pt x="19309" y="88992"/>
                    <a:pt x="17244" y="87799"/>
                  </a:cubicBezTo>
                  <a:cubicBezTo>
                    <a:pt x="15303" y="86579"/>
                    <a:pt x="13731" y="84854"/>
                    <a:pt x="12696" y="82809"/>
                  </a:cubicBezTo>
                  <a:cubicBezTo>
                    <a:pt x="11506" y="80151"/>
                    <a:pt x="10944" y="77255"/>
                    <a:pt x="11054" y="74345"/>
                  </a:cubicBezTo>
                  <a:lnTo>
                    <a:pt x="11054" y="33477"/>
                  </a:lnTo>
                  <a:lnTo>
                    <a:pt x="0" y="33477"/>
                  </a:lnTo>
                  <a:lnTo>
                    <a:pt x="0" y="20844"/>
                  </a:lnTo>
                  <a:lnTo>
                    <a:pt x="11054" y="20844"/>
                  </a:lnTo>
                  <a:lnTo>
                    <a:pt x="11054" y="0"/>
                  </a:lnTo>
                  <a:lnTo>
                    <a:pt x="29309" y="0"/>
                  </a:lnTo>
                  <a:lnTo>
                    <a:pt x="29309" y="208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0" name="Google Shape;510;p13"/>
            <p:cNvSpPr/>
            <p:nvPr/>
          </p:nvSpPr>
          <p:spPr>
            <a:xfrm>
              <a:off x="5946823" y="4595557"/>
              <a:ext cx="64760" cy="72702"/>
            </a:xfrm>
            <a:custGeom>
              <a:rect b="b" l="l" r="r" t="t"/>
              <a:pathLst>
                <a:path extrusionOk="0" h="72702" w="64760">
                  <a:moveTo>
                    <a:pt x="2038" y="23245"/>
                  </a:moveTo>
                  <a:cubicBezTo>
                    <a:pt x="2096" y="15743"/>
                    <a:pt x="6042" y="8809"/>
                    <a:pt x="12461" y="4927"/>
                  </a:cubicBezTo>
                  <a:cubicBezTo>
                    <a:pt x="15502" y="3105"/>
                    <a:pt x="18836" y="1823"/>
                    <a:pt x="22314" y="1137"/>
                  </a:cubicBezTo>
                  <a:cubicBezTo>
                    <a:pt x="25908" y="381"/>
                    <a:pt x="29570" y="0"/>
                    <a:pt x="33242" y="0"/>
                  </a:cubicBezTo>
                  <a:cubicBezTo>
                    <a:pt x="36643" y="13"/>
                    <a:pt x="40040" y="245"/>
                    <a:pt x="43411" y="695"/>
                  </a:cubicBezTo>
                  <a:cubicBezTo>
                    <a:pt x="46679" y="1173"/>
                    <a:pt x="49854" y="2153"/>
                    <a:pt x="52823" y="3600"/>
                  </a:cubicBezTo>
                  <a:cubicBezTo>
                    <a:pt x="55581" y="4996"/>
                    <a:pt x="57948" y="7059"/>
                    <a:pt x="59708" y="9601"/>
                  </a:cubicBezTo>
                  <a:cubicBezTo>
                    <a:pt x="61658" y="12598"/>
                    <a:pt x="62608" y="16136"/>
                    <a:pt x="62424" y="19707"/>
                  </a:cubicBezTo>
                  <a:lnTo>
                    <a:pt x="62424" y="55838"/>
                  </a:lnTo>
                  <a:cubicBezTo>
                    <a:pt x="62426" y="58855"/>
                    <a:pt x="62595" y="61871"/>
                    <a:pt x="62929" y="64870"/>
                  </a:cubicBezTo>
                  <a:cubicBezTo>
                    <a:pt x="63126" y="67074"/>
                    <a:pt x="63748" y="69219"/>
                    <a:pt x="64761" y="71187"/>
                  </a:cubicBezTo>
                  <a:lnTo>
                    <a:pt x="46254" y="71187"/>
                  </a:lnTo>
                  <a:cubicBezTo>
                    <a:pt x="45882" y="70118"/>
                    <a:pt x="45607" y="69019"/>
                    <a:pt x="45432" y="67902"/>
                  </a:cubicBezTo>
                  <a:cubicBezTo>
                    <a:pt x="45192" y="66779"/>
                    <a:pt x="45044" y="65638"/>
                    <a:pt x="44990" y="64491"/>
                  </a:cubicBezTo>
                  <a:cubicBezTo>
                    <a:pt x="42137" y="67421"/>
                    <a:pt x="38599" y="69592"/>
                    <a:pt x="34694" y="70808"/>
                  </a:cubicBezTo>
                  <a:cubicBezTo>
                    <a:pt x="30796" y="72061"/>
                    <a:pt x="26726" y="72701"/>
                    <a:pt x="22630" y="72703"/>
                  </a:cubicBezTo>
                  <a:cubicBezTo>
                    <a:pt x="19621" y="72706"/>
                    <a:pt x="16625" y="72303"/>
                    <a:pt x="13724" y="71502"/>
                  </a:cubicBezTo>
                  <a:cubicBezTo>
                    <a:pt x="11097" y="70728"/>
                    <a:pt x="8649" y="69439"/>
                    <a:pt x="6523" y="67713"/>
                  </a:cubicBezTo>
                  <a:cubicBezTo>
                    <a:pt x="4464" y="65999"/>
                    <a:pt x="2822" y="63839"/>
                    <a:pt x="1723" y="61396"/>
                  </a:cubicBezTo>
                  <a:cubicBezTo>
                    <a:pt x="518" y="58452"/>
                    <a:pt x="-63" y="55291"/>
                    <a:pt x="17" y="52111"/>
                  </a:cubicBezTo>
                  <a:cubicBezTo>
                    <a:pt x="-118" y="48758"/>
                    <a:pt x="554" y="45423"/>
                    <a:pt x="1975" y="42384"/>
                  </a:cubicBezTo>
                  <a:cubicBezTo>
                    <a:pt x="3162" y="39888"/>
                    <a:pt x="4940" y="37720"/>
                    <a:pt x="7155" y="36067"/>
                  </a:cubicBezTo>
                  <a:cubicBezTo>
                    <a:pt x="9315" y="34520"/>
                    <a:pt x="11731" y="33365"/>
                    <a:pt x="14292" y="32656"/>
                  </a:cubicBezTo>
                  <a:cubicBezTo>
                    <a:pt x="16992" y="31889"/>
                    <a:pt x="19734" y="31277"/>
                    <a:pt x="22504" y="30824"/>
                  </a:cubicBezTo>
                  <a:cubicBezTo>
                    <a:pt x="25220" y="30382"/>
                    <a:pt x="27936" y="30066"/>
                    <a:pt x="30589" y="29751"/>
                  </a:cubicBezTo>
                  <a:cubicBezTo>
                    <a:pt x="32977" y="29552"/>
                    <a:pt x="35344" y="29151"/>
                    <a:pt x="37663" y="28550"/>
                  </a:cubicBezTo>
                  <a:cubicBezTo>
                    <a:pt x="39440" y="28149"/>
                    <a:pt x="41103" y="27350"/>
                    <a:pt x="42527" y="26213"/>
                  </a:cubicBezTo>
                  <a:cubicBezTo>
                    <a:pt x="43782" y="25081"/>
                    <a:pt x="44396" y="23403"/>
                    <a:pt x="44169" y="21729"/>
                  </a:cubicBezTo>
                  <a:cubicBezTo>
                    <a:pt x="44250" y="20034"/>
                    <a:pt x="43925" y="18345"/>
                    <a:pt x="43222" y="16802"/>
                  </a:cubicBezTo>
                  <a:cubicBezTo>
                    <a:pt x="42620" y="15646"/>
                    <a:pt x="41727" y="14666"/>
                    <a:pt x="40632" y="13959"/>
                  </a:cubicBezTo>
                  <a:cubicBezTo>
                    <a:pt x="39482" y="13293"/>
                    <a:pt x="38218" y="12843"/>
                    <a:pt x="36905" y="12633"/>
                  </a:cubicBezTo>
                  <a:cubicBezTo>
                    <a:pt x="35398" y="12425"/>
                    <a:pt x="33879" y="12319"/>
                    <a:pt x="32358" y="12317"/>
                  </a:cubicBezTo>
                  <a:cubicBezTo>
                    <a:pt x="29347" y="12151"/>
                    <a:pt x="26369" y="12996"/>
                    <a:pt x="23893" y="14717"/>
                  </a:cubicBezTo>
                  <a:cubicBezTo>
                    <a:pt x="21600" y="16779"/>
                    <a:pt x="20291" y="19719"/>
                    <a:pt x="20293" y="22802"/>
                  </a:cubicBezTo>
                  <a:close/>
                  <a:moveTo>
                    <a:pt x="44169" y="37330"/>
                  </a:moveTo>
                  <a:cubicBezTo>
                    <a:pt x="43336" y="38070"/>
                    <a:pt x="42372" y="38649"/>
                    <a:pt x="41327" y="39036"/>
                  </a:cubicBezTo>
                  <a:lnTo>
                    <a:pt x="37600" y="40046"/>
                  </a:lnTo>
                  <a:lnTo>
                    <a:pt x="33368" y="40678"/>
                  </a:lnTo>
                  <a:lnTo>
                    <a:pt x="29010" y="41373"/>
                  </a:lnTo>
                  <a:cubicBezTo>
                    <a:pt x="27640" y="41641"/>
                    <a:pt x="26289" y="42000"/>
                    <a:pt x="24967" y="42447"/>
                  </a:cubicBezTo>
                  <a:cubicBezTo>
                    <a:pt x="23720" y="42843"/>
                    <a:pt x="22547" y="43440"/>
                    <a:pt x="21493" y="44215"/>
                  </a:cubicBezTo>
                  <a:cubicBezTo>
                    <a:pt x="20529" y="45019"/>
                    <a:pt x="19735" y="46007"/>
                    <a:pt x="19156" y="47121"/>
                  </a:cubicBezTo>
                  <a:cubicBezTo>
                    <a:pt x="18483" y="48495"/>
                    <a:pt x="18158" y="50013"/>
                    <a:pt x="18208" y="51542"/>
                  </a:cubicBezTo>
                  <a:cubicBezTo>
                    <a:pt x="18158" y="53031"/>
                    <a:pt x="18483" y="54509"/>
                    <a:pt x="19156" y="55838"/>
                  </a:cubicBezTo>
                  <a:cubicBezTo>
                    <a:pt x="19690" y="56964"/>
                    <a:pt x="20519" y="57925"/>
                    <a:pt x="21556" y="58617"/>
                  </a:cubicBezTo>
                  <a:cubicBezTo>
                    <a:pt x="22655" y="59310"/>
                    <a:pt x="23878" y="59782"/>
                    <a:pt x="25157" y="60006"/>
                  </a:cubicBezTo>
                  <a:cubicBezTo>
                    <a:pt x="26546" y="60312"/>
                    <a:pt x="27966" y="60461"/>
                    <a:pt x="29389" y="60449"/>
                  </a:cubicBezTo>
                  <a:cubicBezTo>
                    <a:pt x="32311" y="60608"/>
                    <a:pt x="35219" y="59951"/>
                    <a:pt x="37790" y="58554"/>
                  </a:cubicBezTo>
                  <a:cubicBezTo>
                    <a:pt x="39596" y="57448"/>
                    <a:pt x="41094" y="55905"/>
                    <a:pt x="42148" y="54069"/>
                  </a:cubicBezTo>
                  <a:cubicBezTo>
                    <a:pt x="43055" y="52428"/>
                    <a:pt x="43634" y="50625"/>
                    <a:pt x="43854" y="48763"/>
                  </a:cubicBezTo>
                  <a:cubicBezTo>
                    <a:pt x="44058" y="47340"/>
                    <a:pt x="44164" y="45905"/>
                    <a:pt x="44169" y="44468"/>
                  </a:cubicBezTo>
                  <a:lnTo>
                    <a:pt x="44169" y="373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1" name="Google Shape;511;p13"/>
            <p:cNvSpPr/>
            <p:nvPr/>
          </p:nvSpPr>
          <p:spPr>
            <a:xfrm>
              <a:off x="6023901" y="4570986"/>
              <a:ext cx="18254" cy="95884"/>
            </a:xfrm>
            <a:custGeom>
              <a:rect b="b" l="l" r="r" t="t"/>
              <a:pathLst>
                <a:path extrusionOk="0" h="95884" w="18254">
                  <a:moveTo>
                    <a:pt x="18255" y="0"/>
                  </a:moveTo>
                  <a:lnTo>
                    <a:pt x="18255" y="95884"/>
                  </a:lnTo>
                  <a:lnTo>
                    <a:pt x="0" y="95884"/>
                  </a:lnTo>
                  <a:lnTo>
                    <a:pt x="0" y="0"/>
                  </a:lnTo>
                  <a:lnTo>
                    <a:pt x="18255" y="0"/>
                  </a:lnTo>
                  <a:lnTo>
                    <a:pt x="18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2" name="Google Shape;512;p13"/>
            <p:cNvSpPr/>
            <p:nvPr/>
          </p:nvSpPr>
          <p:spPr>
            <a:xfrm>
              <a:off x="6093703" y="4570923"/>
              <a:ext cx="78444" cy="98058"/>
            </a:xfrm>
            <a:custGeom>
              <a:rect b="b" l="l" r="r" t="t"/>
              <a:pathLst>
                <a:path extrusionOk="0" h="98058" w="78444">
                  <a:moveTo>
                    <a:pt x="67960" y="88620"/>
                  </a:moveTo>
                  <a:cubicBezTo>
                    <a:pt x="50797" y="101205"/>
                    <a:pt x="27454" y="101205"/>
                    <a:pt x="10291" y="88620"/>
                  </a:cubicBezTo>
                  <a:cubicBezTo>
                    <a:pt x="2960" y="80825"/>
                    <a:pt x="-734" y="70294"/>
                    <a:pt x="121" y="59628"/>
                  </a:cubicBezTo>
                  <a:lnTo>
                    <a:pt x="121" y="0"/>
                  </a:lnTo>
                  <a:lnTo>
                    <a:pt x="20271" y="0"/>
                  </a:lnTo>
                  <a:lnTo>
                    <a:pt x="20271" y="59628"/>
                  </a:lnTo>
                  <a:cubicBezTo>
                    <a:pt x="20260" y="62189"/>
                    <a:pt x="20471" y="64746"/>
                    <a:pt x="20902" y="67271"/>
                  </a:cubicBezTo>
                  <a:cubicBezTo>
                    <a:pt x="21279" y="69663"/>
                    <a:pt x="22209" y="71934"/>
                    <a:pt x="23619" y="73903"/>
                  </a:cubicBezTo>
                  <a:cubicBezTo>
                    <a:pt x="25091" y="75929"/>
                    <a:pt x="27045" y="77557"/>
                    <a:pt x="29304" y="78640"/>
                  </a:cubicBezTo>
                  <a:cubicBezTo>
                    <a:pt x="32416" y="79954"/>
                    <a:pt x="35782" y="80559"/>
                    <a:pt x="39157" y="80409"/>
                  </a:cubicBezTo>
                  <a:cubicBezTo>
                    <a:pt x="44623" y="81061"/>
                    <a:pt x="50093" y="79230"/>
                    <a:pt x="54064" y="75419"/>
                  </a:cubicBezTo>
                  <a:cubicBezTo>
                    <a:pt x="57141" y="70754"/>
                    <a:pt x="58585" y="65201"/>
                    <a:pt x="58170" y="59628"/>
                  </a:cubicBezTo>
                  <a:lnTo>
                    <a:pt x="58170" y="0"/>
                  </a:lnTo>
                  <a:lnTo>
                    <a:pt x="78319" y="0"/>
                  </a:lnTo>
                  <a:lnTo>
                    <a:pt x="78319" y="59628"/>
                  </a:lnTo>
                  <a:cubicBezTo>
                    <a:pt x="79196" y="70313"/>
                    <a:pt x="75421" y="80857"/>
                    <a:pt x="67960" y="88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3" name="Google Shape;513;p13"/>
            <p:cNvSpPr/>
            <p:nvPr/>
          </p:nvSpPr>
          <p:spPr>
            <a:xfrm>
              <a:off x="6187498" y="4595856"/>
              <a:ext cx="62280" cy="71519"/>
            </a:xfrm>
            <a:custGeom>
              <a:rect b="b" l="l" r="r" t="t"/>
              <a:pathLst>
                <a:path extrusionOk="0" h="71519" w="62280">
                  <a:moveTo>
                    <a:pt x="17307" y="1911"/>
                  </a:moveTo>
                  <a:lnTo>
                    <a:pt x="17307" y="11576"/>
                  </a:lnTo>
                  <a:lnTo>
                    <a:pt x="17686" y="11576"/>
                  </a:lnTo>
                  <a:cubicBezTo>
                    <a:pt x="19735" y="7784"/>
                    <a:pt x="22884" y="4701"/>
                    <a:pt x="26719" y="2733"/>
                  </a:cubicBezTo>
                  <a:cubicBezTo>
                    <a:pt x="30225" y="961"/>
                    <a:pt x="34096" y="31"/>
                    <a:pt x="38025" y="17"/>
                  </a:cubicBezTo>
                  <a:cubicBezTo>
                    <a:pt x="42126" y="-120"/>
                    <a:pt x="46211" y="589"/>
                    <a:pt x="50026" y="2101"/>
                  </a:cubicBezTo>
                  <a:cubicBezTo>
                    <a:pt x="52946" y="3345"/>
                    <a:pt x="55493" y="5325"/>
                    <a:pt x="57417" y="7849"/>
                  </a:cubicBezTo>
                  <a:cubicBezTo>
                    <a:pt x="59289" y="10567"/>
                    <a:pt x="60579" y="13642"/>
                    <a:pt x="61206" y="16882"/>
                  </a:cubicBezTo>
                  <a:cubicBezTo>
                    <a:pt x="61943" y="20754"/>
                    <a:pt x="62302" y="24688"/>
                    <a:pt x="62280" y="28630"/>
                  </a:cubicBezTo>
                  <a:lnTo>
                    <a:pt x="62280" y="71330"/>
                  </a:lnTo>
                  <a:lnTo>
                    <a:pt x="44026" y="71330"/>
                  </a:lnTo>
                  <a:lnTo>
                    <a:pt x="44026" y="32104"/>
                  </a:lnTo>
                  <a:cubicBezTo>
                    <a:pt x="44289" y="27746"/>
                    <a:pt x="43419" y="23393"/>
                    <a:pt x="41499" y="19471"/>
                  </a:cubicBezTo>
                  <a:cubicBezTo>
                    <a:pt x="39454" y="16486"/>
                    <a:pt x="35938" y="14861"/>
                    <a:pt x="32340" y="15239"/>
                  </a:cubicBezTo>
                  <a:cubicBezTo>
                    <a:pt x="28201" y="14908"/>
                    <a:pt x="24163" y="16631"/>
                    <a:pt x="21539" y="19850"/>
                  </a:cubicBezTo>
                  <a:cubicBezTo>
                    <a:pt x="18937" y="24503"/>
                    <a:pt x="17772" y="29822"/>
                    <a:pt x="18191" y="35136"/>
                  </a:cubicBezTo>
                  <a:lnTo>
                    <a:pt x="18191" y="71519"/>
                  </a:lnTo>
                  <a:lnTo>
                    <a:pt x="0" y="71519"/>
                  </a:lnTo>
                  <a:lnTo>
                    <a:pt x="0" y="19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4" name="Google Shape;514;p13"/>
            <p:cNvSpPr/>
            <p:nvPr/>
          </p:nvSpPr>
          <p:spPr>
            <a:xfrm>
              <a:off x="6264180" y="4570986"/>
              <a:ext cx="18254" cy="95947"/>
            </a:xfrm>
            <a:custGeom>
              <a:rect b="b" l="l" r="r" t="t"/>
              <a:pathLst>
                <a:path extrusionOk="0" h="95947" w="18254">
                  <a:moveTo>
                    <a:pt x="0" y="15665"/>
                  </a:moveTo>
                  <a:lnTo>
                    <a:pt x="0" y="0"/>
                  </a:lnTo>
                  <a:lnTo>
                    <a:pt x="18255" y="0"/>
                  </a:lnTo>
                  <a:lnTo>
                    <a:pt x="18255" y="15665"/>
                  </a:lnTo>
                  <a:close/>
                  <a:moveTo>
                    <a:pt x="18255" y="26466"/>
                  </a:moveTo>
                  <a:lnTo>
                    <a:pt x="18255" y="95947"/>
                  </a:lnTo>
                  <a:lnTo>
                    <a:pt x="0" y="95947"/>
                  </a:lnTo>
                  <a:lnTo>
                    <a:pt x="0" y="267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5" name="Google Shape;515;p13"/>
            <p:cNvSpPr/>
            <p:nvPr/>
          </p:nvSpPr>
          <p:spPr>
            <a:xfrm>
              <a:off x="6290520" y="4597389"/>
              <a:ext cx="65501" cy="69481"/>
            </a:xfrm>
            <a:custGeom>
              <a:rect b="b" l="l" r="r" t="t"/>
              <a:pathLst>
                <a:path extrusionOk="0" h="69481" w="65501">
                  <a:moveTo>
                    <a:pt x="22739" y="69481"/>
                  </a:moveTo>
                  <a:lnTo>
                    <a:pt x="0" y="0"/>
                  </a:lnTo>
                  <a:lnTo>
                    <a:pt x="19139" y="0"/>
                  </a:lnTo>
                  <a:lnTo>
                    <a:pt x="33162" y="47437"/>
                  </a:lnTo>
                  <a:lnTo>
                    <a:pt x="33414" y="47437"/>
                  </a:lnTo>
                  <a:lnTo>
                    <a:pt x="47374" y="0"/>
                  </a:lnTo>
                  <a:lnTo>
                    <a:pt x="65502" y="0"/>
                  </a:lnTo>
                  <a:lnTo>
                    <a:pt x="43015" y="69481"/>
                  </a:lnTo>
                  <a:lnTo>
                    <a:pt x="22739" y="69481"/>
                  </a:lnTo>
                  <a:lnTo>
                    <a:pt x="22739" y="694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6" name="Google Shape;516;p13"/>
            <p:cNvSpPr/>
            <p:nvPr/>
          </p:nvSpPr>
          <p:spPr>
            <a:xfrm>
              <a:off x="6360315" y="4595295"/>
              <a:ext cx="66318" cy="73102"/>
            </a:xfrm>
            <a:custGeom>
              <a:rect b="b" l="l" r="r" t="t"/>
              <a:pathLst>
                <a:path extrusionOk="0" h="73102" w="66318">
                  <a:moveTo>
                    <a:pt x="22804" y="54900"/>
                  </a:moveTo>
                  <a:cubicBezTo>
                    <a:pt x="26026" y="57855"/>
                    <a:pt x="30317" y="59361"/>
                    <a:pt x="34679" y="59068"/>
                  </a:cubicBezTo>
                  <a:cubicBezTo>
                    <a:pt x="38071" y="59165"/>
                    <a:pt x="41400" y="58144"/>
                    <a:pt x="44154" y="56163"/>
                  </a:cubicBezTo>
                  <a:cubicBezTo>
                    <a:pt x="46477" y="54705"/>
                    <a:pt x="48202" y="52465"/>
                    <a:pt x="49018" y="49846"/>
                  </a:cubicBezTo>
                  <a:lnTo>
                    <a:pt x="65061" y="49846"/>
                  </a:lnTo>
                  <a:cubicBezTo>
                    <a:pt x="63288" y="56982"/>
                    <a:pt x="59119" y="63293"/>
                    <a:pt x="53250" y="67722"/>
                  </a:cubicBezTo>
                  <a:cubicBezTo>
                    <a:pt x="47488" y="71401"/>
                    <a:pt x="40756" y="73271"/>
                    <a:pt x="33921" y="73091"/>
                  </a:cubicBezTo>
                  <a:cubicBezTo>
                    <a:pt x="29095" y="73163"/>
                    <a:pt x="24305" y="72261"/>
                    <a:pt x="19836" y="70438"/>
                  </a:cubicBezTo>
                  <a:cubicBezTo>
                    <a:pt x="15752" y="68807"/>
                    <a:pt x="12099" y="66256"/>
                    <a:pt x="9161" y="62985"/>
                  </a:cubicBezTo>
                  <a:cubicBezTo>
                    <a:pt x="6161" y="59620"/>
                    <a:pt x="3863" y="55690"/>
                    <a:pt x="2402" y="51426"/>
                  </a:cubicBezTo>
                  <a:cubicBezTo>
                    <a:pt x="767" y="46671"/>
                    <a:pt x="-44" y="41672"/>
                    <a:pt x="2" y="36645"/>
                  </a:cubicBezTo>
                  <a:cubicBezTo>
                    <a:pt x="-40" y="31716"/>
                    <a:pt x="794" y="26818"/>
                    <a:pt x="2465" y="22180"/>
                  </a:cubicBezTo>
                  <a:cubicBezTo>
                    <a:pt x="3981" y="17881"/>
                    <a:pt x="6344" y="13929"/>
                    <a:pt x="9413" y="10558"/>
                  </a:cubicBezTo>
                  <a:cubicBezTo>
                    <a:pt x="12418" y="7255"/>
                    <a:pt x="16074" y="4609"/>
                    <a:pt x="20151" y="2789"/>
                  </a:cubicBezTo>
                  <a:cubicBezTo>
                    <a:pt x="24496" y="906"/>
                    <a:pt x="29187" y="-41"/>
                    <a:pt x="33921" y="9"/>
                  </a:cubicBezTo>
                  <a:cubicBezTo>
                    <a:pt x="39057" y="-119"/>
                    <a:pt x="44142" y="1055"/>
                    <a:pt x="48702" y="3420"/>
                  </a:cubicBezTo>
                  <a:cubicBezTo>
                    <a:pt x="52833" y="5635"/>
                    <a:pt x="56383" y="8795"/>
                    <a:pt x="59061" y="12642"/>
                  </a:cubicBezTo>
                  <a:cubicBezTo>
                    <a:pt x="61834" y="16610"/>
                    <a:pt x="63827" y="21069"/>
                    <a:pt x="64935" y="25781"/>
                  </a:cubicBezTo>
                  <a:cubicBezTo>
                    <a:pt x="66125" y="30847"/>
                    <a:pt x="66551" y="36064"/>
                    <a:pt x="66199" y="41256"/>
                  </a:cubicBezTo>
                  <a:lnTo>
                    <a:pt x="18319" y="41256"/>
                  </a:lnTo>
                  <a:cubicBezTo>
                    <a:pt x="18127" y="46118"/>
                    <a:pt x="19722" y="50882"/>
                    <a:pt x="22804" y="54647"/>
                  </a:cubicBezTo>
                  <a:close/>
                  <a:moveTo>
                    <a:pt x="43459" y="18390"/>
                  </a:moveTo>
                  <a:cubicBezTo>
                    <a:pt x="40856" y="15714"/>
                    <a:pt x="37203" y="14327"/>
                    <a:pt x="33479" y="14600"/>
                  </a:cubicBezTo>
                  <a:cubicBezTo>
                    <a:pt x="30966" y="14536"/>
                    <a:pt x="28475" y="15078"/>
                    <a:pt x="26215" y="16179"/>
                  </a:cubicBezTo>
                  <a:cubicBezTo>
                    <a:pt x="24419" y="17090"/>
                    <a:pt x="22845" y="18384"/>
                    <a:pt x="21604" y="19969"/>
                  </a:cubicBezTo>
                  <a:cubicBezTo>
                    <a:pt x="20495" y="21419"/>
                    <a:pt x="19680" y="23071"/>
                    <a:pt x="19204" y="24833"/>
                  </a:cubicBezTo>
                  <a:cubicBezTo>
                    <a:pt x="18762" y="26317"/>
                    <a:pt x="18466" y="27840"/>
                    <a:pt x="18319" y="29381"/>
                  </a:cubicBezTo>
                  <a:lnTo>
                    <a:pt x="48007" y="29381"/>
                  </a:lnTo>
                  <a:cubicBezTo>
                    <a:pt x="47523" y="25371"/>
                    <a:pt x="45951" y="21570"/>
                    <a:pt x="43459" y="183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7" name="Google Shape;517;p13"/>
            <p:cNvSpPr/>
            <p:nvPr/>
          </p:nvSpPr>
          <p:spPr>
            <a:xfrm>
              <a:off x="6437378" y="4595303"/>
              <a:ext cx="43015" cy="71504"/>
            </a:xfrm>
            <a:custGeom>
              <a:rect b="b" l="l" r="r" t="t"/>
              <a:pathLst>
                <a:path extrusionOk="0" h="71504" w="43015">
                  <a:moveTo>
                    <a:pt x="17307" y="2465"/>
                  </a:moveTo>
                  <a:lnTo>
                    <a:pt x="17307" y="15098"/>
                  </a:lnTo>
                  <a:lnTo>
                    <a:pt x="17623" y="15098"/>
                  </a:lnTo>
                  <a:cubicBezTo>
                    <a:pt x="18417" y="12825"/>
                    <a:pt x="19569" y="10693"/>
                    <a:pt x="21034" y="8782"/>
                  </a:cubicBezTo>
                  <a:cubicBezTo>
                    <a:pt x="22442" y="6971"/>
                    <a:pt x="24126" y="5394"/>
                    <a:pt x="26023" y="4107"/>
                  </a:cubicBezTo>
                  <a:cubicBezTo>
                    <a:pt x="27960" y="2776"/>
                    <a:pt x="30090" y="1754"/>
                    <a:pt x="32340" y="1075"/>
                  </a:cubicBezTo>
                  <a:cubicBezTo>
                    <a:pt x="34494" y="336"/>
                    <a:pt x="36758" y="-27"/>
                    <a:pt x="39035" y="2"/>
                  </a:cubicBezTo>
                  <a:cubicBezTo>
                    <a:pt x="40386" y="14"/>
                    <a:pt x="41727" y="227"/>
                    <a:pt x="43015" y="633"/>
                  </a:cubicBezTo>
                  <a:lnTo>
                    <a:pt x="43015" y="18383"/>
                  </a:lnTo>
                  <a:cubicBezTo>
                    <a:pt x="41992" y="18182"/>
                    <a:pt x="40959" y="18034"/>
                    <a:pt x="39920" y="17940"/>
                  </a:cubicBezTo>
                  <a:lnTo>
                    <a:pt x="36446" y="17940"/>
                  </a:lnTo>
                  <a:cubicBezTo>
                    <a:pt x="33531" y="17850"/>
                    <a:pt x="30634" y="18434"/>
                    <a:pt x="27982" y="19646"/>
                  </a:cubicBezTo>
                  <a:cubicBezTo>
                    <a:pt x="25753" y="20751"/>
                    <a:pt x="23841" y="22402"/>
                    <a:pt x="22423" y="24446"/>
                  </a:cubicBezTo>
                  <a:cubicBezTo>
                    <a:pt x="20936" y="26547"/>
                    <a:pt x="19903" y="28935"/>
                    <a:pt x="19391" y="31458"/>
                  </a:cubicBezTo>
                  <a:cubicBezTo>
                    <a:pt x="18762" y="34341"/>
                    <a:pt x="18466" y="37287"/>
                    <a:pt x="18507" y="40238"/>
                  </a:cubicBezTo>
                  <a:lnTo>
                    <a:pt x="18507" y="71504"/>
                  </a:lnTo>
                  <a:lnTo>
                    <a:pt x="0" y="71504"/>
                  </a:lnTo>
                  <a:lnTo>
                    <a:pt x="0" y="24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8" name="Google Shape;518;p13"/>
            <p:cNvSpPr/>
            <p:nvPr/>
          </p:nvSpPr>
          <p:spPr>
            <a:xfrm>
              <a:off x="6484120" y="4595682"/>
              <a:ext cx="61219" cy="72704"/>
            </a:xfrm>
            <a:custGeom>
              <a:rect b="b" l="l" r="r" t="t"/>
              <a:pathLst>
                <a:path extrusionOk="0" h="72704" w="61219">
                  <a:moveTo>
                    <a:pt x="18570" y="53944"/>
                  </a:moveTo>
                  <a:cubicBezTo>
                    <a:pt x="19342" y="55364"/>
                    <a:pt x="20421" y="56594"/>
                    <a:pt x="21729" y="57545"/>
                  </a:cubicBezTo>
                  <a:cubicBezTo>
                    <a:pt x="23053" y="58521"/>
                    <a:pt x="24555" y="59229"/>
                    <a:pt x="26150" y="59629"/>
                  </a:cubicBezTo>
                  <a:cubicBezTo>
                    <a:pt x="27839" y="60085"/>
                    <a:pt x="29580" y="60319"/>
                    <a:pt x="31330" y="60324"/>
                  </a:cubicBezTo>
                  <a:cubicBezTo>
                    <a:pt x="32691" y="60301"/>
                    <a:pt x="34047" y="60132"/>
                    <a:pt x="35372" y="59819"/>
                  </a:cubicBezTo>
                  <a:cubicBezTo>
                    <a:pt x="36730" y="59556"/>
                    <a:pt x="38033" y="59065"/>
                    <a:pt x="39225" y="58366"/>
                  </a:cubicBezTo>
                  <a:cubicBezTo>
                    <a:pt x="40394" y="57702"/>
                    <a:pt x="41390" y="56772"/>
                    <a:pt x="42131" y="55650"/>
                  </a:cubicBezTo>
                  <a:cubicBezTo>
                    <a:pt x="42937" y="54390"/>
                    <a:pt x="43334" y="52912"/>
                    <a:pt x="43268" y="51418"/>
                  </a:cubicBezTo>
                  <a:cubicBezTo>
                    <a:pt x="43268" y="48575"/>
                    <a:pt x="41436" y="46428"/>
                    <a:pt x="37836" y="45101"/>
                  </a:cubicBezTo>
                  <a:cubicBezTo>
                    <a:pt x="32865" y="43323"/>
                    <a:pt x="27779" y="41888"/>
                    <a:pt x="22613" y="40806"/>
                  </a:cubicBezTo>
                  <a:cubicBezTo>
                    <a:pt x="19987" y="40203"/>
                    <a:pt x="17394" y="39465"/>
                    <a:pt x="14844" y="38595"/>
                  </a:cubicBezTo>
                  <a:cubicBezTo>
                    <a:pt x="12436" y="37824"/>
                    <a:pt x="10158" y="36695"/>
                    <a:pt x="8085" y="35248"/>
                  </a:cubicBezTo>
                  <a:cubicBezTo>
                    <a:pt x="6143" y="33866"/>
                    <a:pt x="4526" y="32077"/>
                    <a:pt x="3348" y="30005"/>
                  </a:cubicBezTo>
                  <a:cubicBezTo>
                    <a:pt x="2071" y="27642"/>
                    <a:pt x="1439" y="24984"/>
                    <a:pt x="1516" y="22299"/>
                  </a:cubicBezTo>
                  <a:cubicBezTo>
                    <a:pt x="1356" y="18455"/>
                    <a:pt x="2228" y="14638"/>
                    <a:pt x="4043" y="11245"/>
                  </a:cubicBezTo>
                  <a:cubicBezTo>
                    <a:pt x="5538" y="8490"/>
                    <a:pt x="7712" y="6164"/>
                    <a:pt x="10359" y="4486"/>
                  </a:cubicBezTo>
                  <a:cubicBezTo>
                    <a:pt x="13198" y="2781"/>
                    <a:pt x="16323" y="1604"/>
                    <a:pt x="19582" y="1012"/>
                  </a:cubicBezTo>
                  <a:cubicBezTo>
                    <a:pt x="23055" y="323"/>
                    <a:pt x="26589" y="-16"/>
                    <a:pt x="30130" y="2"/>
                  </a:cubicBezTo>
                  <a:cubicBezTo>
                    <a:pt x="33654" y="-27"/>
                    <a:pt x="37170" y="334"/>
                    <a:pt x="40615" y="1075"/>
                  </a:cubicBezTo>
                  <a:cubicBezTo>
                    <a:pt x="43822" y="1710"/>
                    <a:pt x="46884" y="2931"/>
                    <a:pt x="49648" y="4676"/>
                  </a:cubicBezTo>
                  <a:cubicBezTo>
                    <a:pt x="52227" y="6460"/>
                    <a:pt x="54384" y="8788"/>
                    <a:pt x="55964" y="11498"/>
                  </a:cubicBezTo>
                  <a:cubicBezTo>
                    <a:pt x="57852" y="14753"/>
                    <a:pt x="58935" y="18413"/>
                    <a:pt x="59122" y="22172"/>
                  </a:cubicBezTo>
                  <a:lnTo>
                    <a:pt x="42320" y="22172"/>
                  </a:lnTo>
                  <a:cubicBezTo>
                    <a:pt x="42444" y="19150"/>
                    <a:pt x="40921" y="16298"/>
                    <a:pt x="38341" y="14719"/>
                  </a:cubicBezTo>
                  <a:cubicBezTo>
                    <a:pt x="35733" y="13355"/>
                    <a:pt x="32819" y="12681"/>
                    <a:pt x="29877" y="12761"/>
                  </a:cubicBezTo>
                  <a:lnTo>
                    <a:pt x="26529" y="12761"/>
                  </a:lnTo>
                  <a:cubicBezTo>
                    <a:pt x="25395" y="12882"/>
                    <a:pt x="24287" y="13181"/>
                    <a:pt x="23244" y="13645"/>
                  </a:cubicBezTo>
                  <a:cubicBezTo>
                    <a:pt x="22248" y="14070"/>
                    <a:pt x="21378" y="14745"/>
                    <a:pt x="20718" y="15603"/>
                  </a:cubicBezTo>
                  <a:cubicBezTo>
                    <a:pt x="19984" y="16583"/>
                    <a:pt x="19625" y="17793"/>
                    <a:pt x="19707" y="19014"/>
                  </a:cubicBezTo>
                  <a:cubicBezTo>
                    <a:pt x="19670" y="20593"/>
                    <a:pt x="20314" y="22112"/>
                    <a:pt x="21476" y="23183"/>
                  </a:cubicBezTo>
                  <a:cubicBezTo>
                    <a:pt x="22857" y="24368"/>
                    <a:pt x="24470" y="25250"/>
                    <a:pt x="26213" y="25773"/>
                  </a:cubicBezTo>
                  <a:cubicBezTo>
                    <a:pt x="28273" y="26533"/>
                    <a:pt x="30384" y="27145"/>
                    <a:pt x="32530" y="27605"/>
                  </a:cubicBezTo>
                  <a:lnTo>
                    <a:pt x="40110" y="29373"/>
                  </a:lnTo>
                  <a:cubicBezTo>
                    <a:pt x="42760" y="29989"/>
                    <a:pt x="45375" y="30748"/>
                    <a:pt x="47942" y="31647"/>
                  </a:cubicBezTo>
                  <a:cubicBezTo>
                    <a:pt x="50339" y="32483"/>
                    <a:pt x="52596" y="33676"/>
                    <a:pt x="54638" y="35184"/>
                  </a:cubicBezTo>
                  <a:cubicBezTo>
                    <a:pt x="56609" y="36656"/>
                    <a:pt x="58245" y="38529"/>
                    <a:pt x="59438" y="40680"/>
                  </a:cubicBezTo>
                  <a:cubicBezTo>
                    <a:pt x="60700" y="43205"/>
                    <a:pt x="61308" y="46007"/>
                    <a:pt x="61207" y="48828"/>
                  </a:cubicBezTo>
                  <a:cubicBezTo>
                    <a:pt x="61341" y="52826"/>
                    <a:pt x="60426" y="56789"/>
                    <a:pt x="58554" y="60324"/>
                  </a:cubicBezTo>
                  <a:cubicBezTo>
                    <a:pt x="56903" y="63314"/>
                    <a:pt x="54565" y="65869"/>
                    <a:pt x="51732" y="67777"/>
                  </a:cubicBezTo>
                  <a:cubicBezTo>
                    <a:pt x="48860" y="69619"/>
                    <a:pt x="45668" y="70905"/>
                    <a:pt x="42321" y="71567"/>
                  </a:cubicBezTo>
                  <a:cubicBezTo>
                    <a:pt x="38664" y="72327"/>
                    <a:pt x="34939" y="72708"/>
                    <a:pt x="31204" y="72704"/>
                  </a:cubicBezTo>
                  <a:cubicBezTo>
                    <a:pt x="27404" y="72690"/>
                    <a:pt x="23615" y="72288"/>
                    <a:pt x="19897" y="71504"/>
                  </a:cubicBezTo>
                  <a:cubicBezTo>
                    <a:pt x="16405" y="70732"/>
                    <a:pt x="13072" y="69365"/>
                    <a:pt x="10044" y="67462"/>
                  </a:cubicBezTo>
                  <a:cubicBezTo>
                    <a:pt x="7169" y="65544"/>
                    <a:pt x="4771" y="62994"/>
                    <a:pt x="3032" y="60008"/>
                  </a:cubicBezTo>
                  <a:cubicBezTo>
                    <a:pt x="1015" y="56469"/>
                    <a:pt x="-31" y="52459"/>
                    <a:pt x="1" y="48386"/>
                  </a:cubicBezTo>
                  <a:lnTo>
                    <a:pt x="17054" y="48386"/>
                  </a:lnTo>
                  <a:cubicBezTo>
                    <a:pt x="17023" y="50233"/>
                    <a:pt x="17458" y="52057"/>
                    <a:pt x="18318" y="536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9" name="Google Shape;519;p13"/>
            <p:cNvSpPr/>
            <p:nvPr/>
          </p:nvSpPr>
          <p:spPr>
            <a:xfrm>
              <a:off x="6556822" y="4570986"/>
              <a:ext cx="18254" cy="96263"/>
            </a:xfrm>
            <a:custGeom>
              <a:rect b="b" l="l" r="r" t="t"/>
              <a:pathLst>
                <a:path extrusionOk="0" h="96263" w="18254">
                  <a:moveTo>
                    <a:pt x="0" y="15665"/>
                  </a:moveTo>
                  <a:lnTo>
                    <a:pt x="0" y="0"/>
                  </a:lnTo>
                  <a:lnTo>
                    <a:pt x="18255" y="0"/>
                  </a:lnTo>
                  <a:lnTo>
                    <a:pt x="18255" y="15665"/>
                  </a:lnTo>
                  <a:close/>
                  <a:moveTo>
                    <a:pt x="18255" y="26782"/>
                  </a:moveTo>
                  <a:lnTo>
                    <a:pt x="18255" y="96263"/>
                  </a:lnTo>
                  <a:lnTo>
                    <a:pt x="0" y="96263"/>
                  </a:lnTo>
                  <a:lnTo>
                    <a:pt x="0" y="267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0" name="Google Shape;520;p13"/>
            <p:cNvSpPr/>
            <p:nvPr/>
          </p:nvSpPr>
          <p:spPr>
            <a:xfrm>
              <a:off x="6583288" y="4576923"/>
              <a:ext cx="42762" cy="90767"/>
            </a:xfrm>
            <a:custGeom>
              <a:rect b="b" l="l" r="r" t="t"/>
              <a:pathLst>
                <a:path extrusionOk="0" h="90767" w="42762">
                  <a:moveTo>
                    <a:pt x="42636" y="20844"/>
                  </a:moveTo>
                  <a:lnTo>
                    <a:pt x="42636" y="33477"/>
                  </a:lnTo>
                  <a:lnTo>
                    <a:pt x="29309" y="33477"/>
                  </a:lnTo>
                  <a:lnTo>
                    <a:pt x="29309" y="67839"/>
                  </a:lnTo>
                  <a:cubicBezTo>
                    <a:pt x="29075" y="70056"/>
                    <a:pt x="29610" y="72286"/>
                    <a:pt x="30824" y="74155"/>
                  </a:cubicBezTo>
                  <a:cubicBezTo>
                    <a:pt x="32635" y="75506"/>
                    <a:pt x="34902" y="76096"/>
                    <a:pt x="37141" y="75798"/>
                  </a:cubicBezTo>
                  <a:cubicBezTo>
                    <a:pt x="38129" y="75863"/>
                    <a:pt x="39121" y="75863"/>
                    <a:pt x="40109" y="75798"/>
                  </a:cubicBezTo>
                  <a:cubicBezTo>
                    <a:pt x="41002" y="75742"/>
                    <a:pt x="41889" y="75616"/>
                    <a:pt x="42762" y="75419"/>
                  </a:cubicBezTo>
                  <a:lnTo>
                    <a:pt x="42763" y="90199"/>
                  </a:lnTo>
                  <a:cubicBezTo>
                    <a:pt x="41247" y="90452"/>
                    <a:pt x="39541" y="90641"/>
                    <a:pt x="37646" y="90768"/>
                  </a:cubicBezTo>
                  <a:lnTo>
                    <a:pt x="32151" y="90768"/>
                  </a:lnTo>
                  <a:cubicBezTo>
                    <a:pt x="29444" y="90758"/>
                    <a:pt x="26742" y="90547"/>
                    <a:pt x="24066" y="90136"/>
                  </a:cubicBezTo>
                  <a:cubicBezTo>
                    <a:pt x="21832" y="89761"/>
                    <a:pt x="19689" y="88968"/>
                    <a:pt x="17749" y="87799"/>
                  </a:cubicBezTo>
                  <a:cubicBezTo>
                    <a:pt x="15785" y="86588"/>
                    <a:pt x="14191" y="84862"/>
                    <a:pt x="13138" y="82809"/>
                  </a:cubicBezTo>
                  <a:cubicBezTo>
                    <a:pt x="11948" y="80151"/>
                    <a:pt x="11386" y="77255"/>
                    <a:pt x="11496" y="74345"/>
                  </a:cubicBezTo>
                  <a:lnTo>
                    <a:pt x="11496" y="33477"/>
                  </a:lnTo>
                  <a:lnTo>
                    <a:pt x="0" y="33477"/>
                  </a:lnTo>
                  <a:lnTo>
                    <a:pt x="0" y="20844"/>
                  </a:lnTo>
                  <a:lnTo>
                    <a:pt x="11054" y="20844"/>
                  </a:lnTo>
                  <a:lnTo>
                    <a:pt x="11054" y="0"/>
                  </a:lnTo>
                  <a:lnTo>
                    <a:pt x="29309" y="0"/>
                  </a:lnTo>
                  <a:lnTo>
                    <a:pt x="29309" y="208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1" name="Google Shape;521;p13"/>
            <p:cNvSpPr/>
            <p:nvPr/>
          </p:nvSpPr>
          <p:spPr>
            <a:xfrm>
              <a:off x="6631779" y="4595557"/>
              <a:ext cx="64763" cy="72702"/>
            </a:xfrm>
            <a:custGeom>
              <a:rect b="b" l="l" r="r" t="t"/>
              <a:pathLst>
                <a:path extrusionOk="0" h="72702" w="64763">
                  <a:moveTo>
                    <a:pt x="2041" y="23245"/>
                  </a:moveTo>
                  <a:cubicBezTo>
                    <a:pt x="2163" y="19307"/>
                    <a:pt x="3271" y="15463"/>
                    <a:pt x="5262" y="12065"/>
                  </a:cubicBezTo>
                  <a:cubicBezTo>
                    <a:pt x="7098" y="9176"/>
                    <a:pt x="9559" y="6737"/>
                    <a:pt x="12463" y="4927"/>
                  </a:cubicBezTo>
                  <a:cubicBezTo>
                    <a:pt x="15505" y="3105"/>
                    <a:pt x="18839" y="1823"/>
                    <a:pt x="22317" y="1137"/>
                  </a:cubicBezTo>
                  <a:cubicBezTo>
                    <a:pt x="25931" y="377"/>
                    <a:pt x="29614" y="-4"/>
                    <a:pt x="33307" y="0"/>
                  </a:cubicBezTo>
                  <a:cubicBezTo>
                    <a:pt x="36688" y="14"/>
                    <a:pt x="40063" y="246"/>
                    <a:pt x="43414" y="695"/>
                  </a:cubicBezTo>
                  <a:cubicBezTo>
                    <a:pt x="46683" y="1165"/>
                    <a:pt x="49859" y="2146"/>
                    <a:pt x="52825" y="3600"/>
                  </a:cubicBezTo>
                  <a:cubicBezTo>
                    <a:pt x="55598" y="5001"/>
                    <a:pt x="57984" y="7062"/>
                    <a:pt x="59773" y="9601"/>
                  </a:cubicBezTo>
                  <a:cubicBezTo>
                    <a:pt x="61696" y="12611"/>
                    <a:pt x="62644" y="16140"/>
                    <a:pt x="62489" y="19707"/>
                  </a:cubicBezTo>
                  <a:lnTo>
                    <a:pt x="62490" y="55838"/>
                  </a:lnTo>
                  <a:cubicBezTo>
                    <a:pt x="62460" y="58856"/>
                    <a:pt x="62629" y="61874"/>
                    <a:pt x="62995" y="64870"/>
                  </a:cubicBezTo>
                  <a:cubicBezTo>
                    <a:pt x="63175" y="67070"/>
                    <a:pt x="63775" y="69214"/>
                    <a:pt x="64764" y="71187"/>
                  </a:cubicBezTo>
                  <a:lnTo>
                    <a:pt x="46256" y="71187"/>
                  </a:lnTo>
                  <a:cubicBezTo>
                    <a:pt x="45916" y="70110"/>
                    <a:pt x="45642" y="69013"/>
                    <a:pt x="45435" y="67902"/>
                  </a:cubicBezTo>
                  <a:cubicBezTo>
                    <a:pt x="45226" y="66774"/>
                    <a:pt x="45078" y="65635"/>
                    <a:pt x="44993" y="64491"/>
                  </a:cubicBezTo>
                  <a:cubicBezTo>
                    <a:pt x="42161" y="67447"/>
                    <a:pt x="38615" y="69622"/>
                    <a:pt x="34697" y="70808"/>
                  </a:cubicBezTo>
                  <a:cubicBezTo>
                    <a:pt x="30799" y="72066"/>
                    <a:pt x="26728" y="72706"/>
                    <a:pt x="22633" y="72703"/>
                  </a:cubicBezTo>
                  <a:cubicBezTo>
                    <a:pt x="19644" y="72706"/>
                    <a:pt x="16669" y="72302"/>
                    <a:pt x="13789" y="71503"/>
                  </a:cubicBezTo>
                  <a:cubicBezTo>
                    <a:pt x="11151" y="70756"/>
                    <a:pt x="8698" y="69465"/>
                    <a:pt x="6588" y="67713"/>
                  </a:cubicBezTo>
                  <a:cubicBezTo>
                    <a:pt x="4509" y="66003"/>
                    <a:pt x="2846" y="63843"/>
                    <a:pt x="1725" y="61396"/>
                  </a:cubicBezTo>
                  <a:cubicBezTo>
                    <a:pt x="520" y="58452"/>
                    <a:pt x="-61" y="55291"/>
                    <a:pt x="19" y="52111"/>
                  </a:cubicBezTo>
                  <a:cubicBezTo>
                    <a:pt x="-127" y="48751"/>
                    <a:pt x="568" y="45407"/>
                    <a:pt x="2040" y="42384"/>
                  </a:cubicBezTo>
                  <a:cubicBezTo>
                    <a:pt x="3226" y="39906"/>
                    <a:pt x="4979" y="37742"/>
                    <a:pt x="7157" y="36067"/>
                  </a:cubicBezTo>
                  <a:cubicBezTo>
                    <a:pt x="9333" y="34507"/>
                    <a:pt x="11772" y="33352"/>
                    <a:pt x="14358" y="32656"/>
                  </a:cubicBezTo>
                  <a:cubicBezTo>
                    <a:pt x="17034" y="31883"/>
                    <a:pt x="19755" y="31271"/>
                    <a:pt x="22506" y="30825"/>
                  </a:cubicBezTo>
                  <a:cubicBezTo>
                    <a:pt x="25222" y="30382"/>
                    <a:pt x="27938" y="30067"/>
                    <a:pt x="30591" y="29751"/>
                  </a:cubicBezTo>
                  <a:cubicBezTo>
                    <a:pt x="32979" y="29552"/>
                    <a:pt x="35346" y="29151"/>
                    <a:pt x="37666" y="28551"/>
                  </a:cubicBezTo>
                  <a:cubicBezTo>
                    <a:pt x="39447" y="28162"/>
                    <a:pt x="41113" y="27361"/>
                    <a:pt x="42530" y="26213"/>
                  </a:cubicBezTo>
                  <a:cubicBezTo>
                    <a:pt x="43780" y="25076"/>
                    <a:pt x="44414" y="23410"/>
                    <a:pt x="44235" y="21729"/>
                  </a:cubicBezTo>
                  <a:cubicBezTo>
                    <a:pt x="44330" y="20027"/>
                    <a:pt x="43982" y="18329"/>
                    <a:pt x="43225" y="16802"/>
                  </a:cubicBezTo>
                  <a:cubicBezTo>
                    <a:pt x="42645" y="15650"/>
                    <a:pt x="41774" y="14670"/>
                    <a:pt x="40698" y="13959"/>
                  </a:cubicBezTo>
                  <a:cubicBezTo>
                    <a:pt x="39543" y="13303"/>
                    <a:pt x="38281" y="12854"/>
                    <a:pt x="36971" y="12633"/>
                  </a:cubicBezTo>
                  <a:cubicBezTo>
                    <a:pt x="35464" y="12429"/>
                    <a:pt x="33944" y="12324"/>
                    <a:pt x="32423" y="12317"/>
                  </a:cubicBezTo>
                  <a:cubicBezTo>
                    <a:pt x="29395" y="12161"/>
                    <a:pt x="26399" y="13004"/>
                    <a:pt x="23896" y="14717"/>
                  </a:cubicBezTo>
                  <a:cubicBezTo>
                    <a:pt x="21648" y="16811"/>
                    <a:pt x="20348" y="19730"/>
                    <a:pt x="20296" y="22803"/>
                  </a:cubicBezTo>
                  <a:close/>
                  <a:moveTo>
                    <a:pt x="44235" y="37330"/>
                  </a:moveTo>
                  <a:cubicBezTo>
                    <a:pt x="43369" y="38057"/>
                    <a:pt x="42386" y="38634"/>
                    <a:pt x="41329" y="39036"/>
                  </a:cubicBezTo>
                  <a:cubicBezTo>
                    <a:pt x="40192" y="39415"/>
                    <a:pt x="38929" y="39731"/>
                    <a:pt x="37603" y="40047"/>
                  </a:cubicBezTo>
                  <a:lnTo>
                    <a:pt x="33433" y="40678"/>
                  </a:lnTo>
                  <a:lnTo>
                    <a:pt x="29075" y="41373"/>
                  </a:lnTo>
                  <a:cubicBezTo>
                    <a:pt x="27704" y="41634"/>
                    <a:pt x="26353" y="41993"/>
                    <a:pt x="25033" y="42447"/>
                  </a:cubicBezTo>
                  <a:cubicBezTo>
                    <a:pt x="23781" y="42829"/>
                    <a:pt x="22605" y="43428"/>
                    <a:pt x="21559" y="44215"/>
                  </a:cubicBezTo>
                  <a:cubicBezTo>
                    <a:pt x="20559" y="45000"/>
                    <a:pt x="19741" y="45991"/>
                    <a:pt x="19159" y="47121"/>
                  </a:cubicBezTo>
                  <a:cubicBezTo>
                    <a:pt x="18507" y="48501"/>
                    <a:pt x="18204" y="50019"/>
                    <a:pt x="18274" y="51542"/>
                  </a:cubicBezTo>
                  <a:cubicBezTo>
                    <a:pt x="18204" y="53026"/>
                    <a:pt x="18508" y="54503"/>
                    <a:pt x="19159" y="55838"/>
                  </a:cubicBezTo>
                  <a:cubicBezTo>
                    <a:pt x="19683" y="56990"/>
                    <a:pt x="20541" y="57958"/>
                    <a:pt x="21622" y="58617"/>
                  </a:cubicBezTo>
                  <a:cubicBezTo>
                    <a:pt x="22710" y="59331"/>
                    <a:pt x="23937" y="59804"/>
                    <a:pt x="25223" y="60007"/>
                  </a:cubicBezTo>
                  <a:cubicBezTo>
                    <a:pt x="26612" y="60316"/>
                    <a:pt x="28031" y="60465"/>
                    <a:pt x="29454" y="60449"/>
                  </a:cubicBezTo>
                  <a:cubicBezTo>
                    <a:pt x="32357" y="60620"/>
                    <a:pt x="35249" y="59962"/>
                    <a:pt x="37792" y="58554"/>
                  </a:cubicBezTo>
                  <a:cubicBezTo>
                    <a:pt x="39598" y="57448"/>
                    <a:pt x="41097" y="55906"/>
                    <a:pt x="42151" y="54069"/>
                  </a:cubicBezTo>
                  <a:cubicBezTo>
                    <a:pt x="43049" y="52419"/>
                    <a:pt x="43648" y="50622"/>
                    <a:pt x="43919" y="48763"/>
                  </a:cubicBezTo>
                  <a:cubicBezTo>
                    <a:pt x="43919" y="46931"/>
                    <a:pt x="44235" y="45542"/>
                    <a:pt x="44235" y="44468"/>
                  </a:cubicBezTo>
                  <a:lnTo>
                    <a:pt x="44235" y="373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2" name="Google Shape;522;p13"/>
            <p:cNvSpPr/>
            <p:nvPr/>
          </p:nvSpPr>
          <p:spPr>
            <a:xfrm>
              <a:off x="6708418" y="4595303"/>
              <a:ext cx="42825" cy="71503"/>
            </a:xfrm>
            <a:custGeom>
              <a:rect b="b" l="l" r="r" t="t"/>
              <a:pathLst>
                <a:path extrusionOk="0" h="71503" w="42825">
                  <a:moveTo>
                    <a:pt x="17370" y="2465"/>
                  </a:moveTo>
                  <a:lnTo>
                    <a:pt x="17370" y="15098"/>
                  </a:lnTo>
                  <a:lnTo>
                    <a:pt x="17370" y="15098"/>
                  </a:lnTo>
                  <a:cubicBezTo>
                    <a:pt x="18187" y="12822"/>
                    <a:pt x="19360" y="10690"/>
                    <a:pt x="20844" y="8781"/>
                  </a:cubicBezTo>
                  <a:cubicBezTo>
                    <a:pt x="22252" y="6971"/>
                    <a:pt x="23936" y="5394"/>
                    <a:pt x="25834" y="4107"/>
                  </a:cubicBezTo>
                  <a:cubicBezTo>
                    <a:pt x="27770" y="2776"/>
                    <a:pt x="29901" y="1753"/>
                    <a:pt x="32151" y="1075"/>
                  </a:cubicBezTo>
                  <a:cubicBezTo>
                    <a:pt x="34284" y="340"/>
                    <a:pt x="36527" y="-23"/>
                    <a:pt x="38783" y="1"/>
                  </a:cubicBezTo>
                  <a:cubicBezTo>
                    <a:pt x="40154" y="13"/>
                    <a:pt x="41516" y="226"/>
                    <a:pt x="42826" y="633"/>
                  </a:cubicBezTo>
                  <a:lnTo>
                    <a:pt x="42826" y="18382"/>
                  </a:lnTo>
                  <a:cubicBezTo>
                    <a:pt x="41803" y="18181"/>
                    <a:pt x="40769" y="18034"/>
                    <a:pt x="39731" y="17940"/>
                  </a:cubicBezTo>
                  <a:lnTo>
                    <a:pt x="36257" y="17940"/>
                  </a:lnTo>
                  <a:cubicBezTo>
                    <a:pt x="33342" y="17850"/>
                    <a:pt x="30445" y="18433"/>
                    <a:pt x="27792" y="19645"/>
                  </a:cubicBezTo>
                  <a:cubicBezTo>
                    <a:pt x="25545" y="20748"/>
                    <a:pt x="23612" y="22399"/>
                    <a:pt x="22171" y="24446"/>
                  </a:cubicBezTo>
                  <a:cubicBezTo>
                    <a:pt x="20734" y="26575"/>
                    <a:pt x="19706" y="28952"/>
                    <a:pt x="19139" y="31457"/>
                  </a:cubicBezTo>
                  <a:cubicBezTo>
                    <a:pt x="18541" y="34345"/>
                    <a:pt x="18245" y="37288"/>
                    <a:pt x="18254" y="40237"/>
                  </a:cubicBezTo>
                  <a:lnTo>
                    <a:pt x="18255" y="71504"/>
                  </a:lnTo>
                  <a:lnTo>
                    <a:pt x="0" y="71504"/>
                  </a:lnTo>
                  <a:lnTo>
                    <a:pt x="0" y="24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3" name="Google Shape;523;p13"/>
            <p:cNvSpPr/>
            <p:nvPr/>
          </p:nvSpPr>
          <p:spPr>
            <a:xfrm>
              <a:off x="6758950" y="4570986"/>
              <a:ext cx="18191" cy="95947"/>
            </a:xfrm>
            <a:custGeom>
              <a:rect b="b" l="l" r="r" t="t"/>
              <a:pathLst>
                <a:path extrusionOk="0" h="95947" w="18191">
                  <a:moveTo>
                    <a:pt x="0" y="15665"/>
                  </a:moveTo>
                  <a:lnTo>
                    <a:pt x="0" y="0"/>
                  </a:lnTo>
                  <a:lnTo>
                    <a:pt x="18191" y="0"/>
                  </a:lnTo>
                  <a:lnTo>
                    <a:pt x="18191" y="15665"/>
                  </a:lnTo>
                  <a:close/>
                  <a:moveTo>
                    <a:pt x="18191" y="26466"/>
                  </a:moveTo>
                  <a:lnTo>
                    <a:pt x="18191" y="95947"/>
                  </a:lnTo>
                  <a:lnTo>
                    <a:pt x="0" y="95947"/>
                  </a:lnTo>
                  <a:lnTo>
                    <a:pt x="0" y="267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6789333" y="4595553"/>
              <a:ext cx="68721" cy="73088"/>
            </a:xfrm>
            <a:custGeom>
              <a:rect b="b" l="l" r="r" t="t"/>
              <a:pathLst>
                <a:path extrusionOk="0" h="73088" w="68721">
                  <a:moveTo>
                    <a:pt x="2399" y="21543"/>
                  </a:moveTo>
                  <a:cubicBezTo>
                    <a:pt x="3926" y="17267"/>
                    <a:pt x="6287" y="13338"/>
                    <a:pt x="9347" y="9984"/>
                  </a:cubicBezTo>
                  <a:cubicBezTo>
                    <a:pt x="12405" y="6808"/>
                    <a:pt x="16081" y="4293"/>
                    <a:pt x="20148" y="2593"/>
                  </a:cubicBezTo>
                  <a:cubicBezTo>
                    <a:pt x="24651" y="816"/>
                    <a:pt x="29457" y="-63"/>
                    <a:pt x="34297" y="4"/>
                  </a:cubicBezTo>
                  <a:cubicBezTo>
                    <a:pt x="39157" y="-52"/>
                    <a:pt x="43982" y="827"/>
                    <a:pt x="48509" y="2593"/>
                  </a:cubicBezTo>
                  <a:cubicBezTo>
                    <a:pt x="52594" y="4260"/>
                    <a:pt x="56277" y="6780"/>
                    <a:pt x="59311" y="9984"/>
                  </a:cubicBezTo>
                  <a:cubicBezTo>
                    <a:pt x="62392" y="13321"/>
                    <a:pt x="64757" y="17255"/>
                    <a:pt x="66259" y="21543"/>
                  </a:cubicBezTo>
                  <a:cubicBezTo>
                    <a:pt x="69542" y="31339"/>
                    <a:pt x="69542" y="41939"/>
                    <a:pt x="66259" y="51736"/>
                  </a:cubicBezTo>
                  <a:cubicBezTo>
                    <a:pt x="64755" y="55984"/>
                    <a:pt x="62389" y="59877"/>
                    <a:pt x="59311" y="63168"/>
                  </a:cubicBezTo>
                  <a:cubicBezTo>
                    <a:pt x="56307" y="66392"/>
                    <a:pt x="52615" y="68896"/>
                    <a:pt x="48509" y="70495"/>
                  </a:cubicBezTo>
                  <a:cubicBezTo>
                    <a:pt x="43982" y="72262"/>
                    <a:pt x="39157" y="73141"/>
                    <a:pt x="34297" y="73085"/>
                  </a:cubicBezTo>
                  <a:cubicBezTo>
                    <a:pt x="29457" y="73152"/>
                    <a:pt x="24651" y="72272"/>
                    <a:pt x="20148" y="70495"/>
                  </a:cubicBezTo>
                  <a:cubicBezTo>
                    <a:pt x="16060" y="68864"/>
                    <a:pt x="12374" y="66364"/>
                    <a:pt x="9347" y="63168"/>
                  </a:cubicBezTo>
                  <a:cubicBezTo>
                    <a:pt x="6289" y="59861"/>
                    <a:pt x="3927" y="55973"/>
                    <a:pt x="2399" y="51736"/>
                  </a:cubicBezTo>
                  <a:cubicBezTo>
                    <a:pt x="-800" y="41925"/>
                    <a:pt x="-800" y="31353"/>
                    <a:pt x="2399" y="21543"/>
                  </a:cubicBezTo>
                  <a:close/>
                  <a:moveTo>
                    <a:pt x="19011" y="44787"/>
                  </a:moveTo>
                  <a:cubicBezTo>
                    <a:pt x="19481" y="47292"/>
                    <a:pt x="20356" y="49702"/>
                    <a:pt x="21601" y="51925"/>
                  </a:cubicBezTo>
                  <a:cubicBezTo>
                    <a:pt x="22812" y="53987"/>
                    <a:pt x="24529" y="55704"/>
                    <a:pt x="26591" y="56915"/>
                  </a:cubicBezTo>
                  <a:cubicBezTo>
                    <a:pt x="28930" y="58259"/>
                    <a:pt x="31601" y="58916"/>
                    <a:pt x="34297" y="58810"/>
                  </a:cubicBezTo>
                  <a:cubicBezTo>
                    <a:pt x="37011" y="58904"/>
                    <a:pt x="39700" y="58249"/>
                    <a:pt x="42066" y="56915"/>
                  </a:cubicBezTo>
                  <a:cubicBezTo>
                    <a:pt x="44127" y="55704"/>
                    <a:pt x="45845" y="53987"/>
                    <a:pt x="47056" y="51925"/>
                  </a:cubicBezTo>
                  <a:cubicBezTo>
                    <a:pt x="48348" y="49718"/>
                    <a:pt x="49246" y="47303"/>
                    <a:pt x="49709" y="44787"/>
                  </a:cubicBezTo>
                  <a:cubicBezTo>
                    <a:pt x="50718" y="39402"/>
                    <a:pt x="50718" y="33876"/>
                    <a:pt x="49709" y="28491"/>
                  </a:cubicBezTo>
                  <a:cubicBezTo>
                    <a:pt x="49269" y="25969"/>
                    <a:pt x="48369" y="23550"/>
                    <a:pt x="47056" y="21353"/>
                  </a:cubicBezTo>
                  <a:cubicBezTo>
                    <a:pt x="45812" y="19301"/>
                    <a:pt x="44103" y="17569"/>
                    <a:pt x="42066" y="16300"/>
                  </a:cubicBezTo>
                  <a:cubicBezTo>
                    <a:pt x="39706" y="14944"/>
                    <a:pt x="37017" y="14267"/>
                    <a:pt x="34297" y="14342"/>
                  </a:cubicBezTo>
                  <a:cubicBezTo>
                    <a:pt x="31595" y="14255"/>
                    <a:pt x="28923" y="14934"/>
                    <a:pt x="26591" y="16300"/>
                  </a:cubicBezTo>
                  <a:cubicBezTo>
                    <a:pt x="24554" y="17569"/>
                    <a:pt x="22844" y="19300"/>
                    <a:pt x="21601" y="21353"/>
                  </a:cubicBezTo>
                  <a:cubicBezTo>
                    <a:pt x="20335" y="23566"/>
                    <a:pt x="19459" y="25981"/>
                    <a:pt x="19011" y="28491"/>
                  </a:cubicBezTo>
                  <a:cubicBezTo>
                    <a:pt x="18002" y="33876"/>
                    <a:pt x="18002" y="39402"/>
                    <a:pt x="19011" y="447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5551934" y="4710517"/>
              <a:ext cx="93989" cy="139783"/>
            </a:xfrm>
            <a:custGeom>
              <a:rect b="b" l="l" r="r" t="t"/>
              <a:pathLst>
                <a:path extrusionOk="0" h="139783" w="93989">
                  <a:moveTo>
                    <a:pt x="93989" y="0"/>
                  </a:moveTo>
                  <a:lnTo>
                    <a:pt x="93989" y="25897"/>
                  </a:lnTo>
                  <a:lnTo>
                    <a:pt x="29372" y="25897"/>
                  </a:lnTo>
                  <a:lnTo>
                    <a:pt x="29372" y="58175"/>
                  </a:lnTo>
                  <a:lnTo>
                    <a:pt x="85399" y="58175"/>
                  </a:lnTo>
                  <a:lnTo>
                    <a:pt x="85399" y="82051"/>
                  </a:lnTo>
                  <a:lnTo>
                    <a:pt x="29372" y="82051"/>
                  </a:lnTo>
                  <a:lnTo>
                    <a:pt x="29372" y="139784"/>
                  </a:lnTo>
                  <a:lnTo>
                    <a:pt x="0" y="139784"/>
                  </a:lnTo>
                  <a:lnTo>
                    <a:pt x="0" y="0"/>
                  </a:lnTo>
                  <a:lnTo>
                    <a:pt x="93989" y="0"/>
                  </a:lnTo>
                  <a:lnTo>
                    <a:pt x="93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6" name="Google Shape;526;p13"/>
            <p:cNvSpPr/>
            <p:nvPr/>
          </p:nvSpPr>
          <p:spPr>
            <a:xfrm>
              <a:off x="5660130" y="4749363"/>
              <a:ext cx="90835" cy="103554"/>
            </a:xfrm>
            <a:custGeom>
              <a:rect b="b" l="l" r="r" t="t"/>
              <a:pathLst>
                <a:path extrusionOk="0" h="103554" w="90835">
                  <a:moveTo>
                    <a:pt x="65507" y="101064"/>
                  </a:moveTo>
                  <a:lnTo>
                    <a:pt x="65507" y="86978"/>
                  </a:lnTo>
                  <a:lnTo>
                    <a:pt x="65002" y="86978"/>
                  </a:lnTo>
                  <a:cubicBezTo>
                    <a:pt x="62008" y="92427"/>
                    <a:pt x="57425" y="96834"/>
                    <a:pt x="51863" y="99611"/>
                  </a:cubicBezTo>
                  <a:cubicBezTo>
                    <a:pt x="46734" y="102144"/>
                    <a:pt x="41098" y="103483"/>
                    <a:pt x="35377" y="103527"/>
                  </a:cubicBezTo>
                  <a:cubicBezTo>
                    <a:pt x="29410" y="103735"/>
                    <a:pt x="23461" y="102747"/>
                    <a:pt x="17880" y="100621"/>
                  </a:cubicBezTo>
                  <a:cubicBezTo>
                    <a:pt x="13606" y="98875"/>
                    <a:pt x="9893" y="95992"/>
                    <a:pt x="7142" y="92284"/>
                  </a:cubicBezTo>
                  <a:cubicBezTo>
                    <a:pt x="4357" y="88360"/>
                    <a:pt x="2460" y="83877"/>
                    <a:pt x="1584" y="79145"/>
                  </a:cubicBezTo>
                  <a:cubicBezTo>
                    <a:pt x="473" y="73509"/>
                    <a:pt x="-56" y="67773"/>
                    <a:pt x="5" y="62028"/>
                  </a:cubicBezTo>
                  <a:lnTo>
                    <a:pt x="5" y="0"/>
                  </a:lnTo>
                  <a:lnTo>
                    <a:pt x="26597" y="0"/>
                  </a:lnTo>
                  <a:lnTo>
                    <a:pt x="26597" y="56848"/>
                  </a:lnTo>
                  <a:cubicBezTo>
                    <a:pt x="26150" y="63383"/>
                    <a:pt x="27435" y="69919"/>
                    <a:pt x="30324" y="75798"/>
                  </a:cubicBezTo>
                  <a:cubicBezTo>
                    <a:pt x="33260" y="80202"/>
                    <a:pt x="38384" y="82630"/>
                    <a:pt x="43652" y="82114"/>
                  </a:cubicBezTo>
                  <a:cubicBezTo>
                    <a:pt x="49697" y="82646"/>
                    <a:pt x="55605" y="80107"/>
                    <a:pt x="59380" y="75356"/>
                  </a:cubicBezTo>
                  <a:cubicBezTo>
                    <a:pt x="63168" y="68613"/>
                    <a:pt x="64862" y="60894"/>
                    <a:pt x="64244" y="53185"/>
                  </a:cubicBezTo>
                  <a:lnTo>
                    <a:pt x="64244" y="0"/>
                  </a:lnTo>
                  <a:lnTo>
                    <a:pt x="90836" y="0"/>
                  </a:lnTo>
                  <a:lnTo>
                    <a:pt x="90836" y="10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7" name="Google Shape;527;p13"/>
            <p:cNvSpPr/>
            <p:nvPr/>
          </p:nvSpPr>
          <p:spPr>
            <a:xfrm>
              <a:off x="5771369" y="4746744"/>
              <a:ext cx="90769" cy="103682"/>
            </a:xfrm>
            <a:custGeom>
              <a:rect b="b" l="l" r="r" t="t"/>
              <a:pathLst>
                <a:path extrusionOk="0" h="103682" w="90769">
                  <a:moveTo>
                    <a:pt x="25076" y="2619"/>
                  </a:moveTo>
                  <a:lnTo>
                    <a:pt x="25076" y="16705"/>
                  </a:lnTo>
                  <a:lnTo>
                    <a:pt x="25582" y="16705"/>
                  </a:lnTo>
                  <a:cubicBezTo>
                    <a:pt x="28624" y="11294"/>
                    <a:pt x="33194" y="6900"/>
                    <a:pt x="38720" y="4072"/>
                  </a:cubicBezTo>
                  <a:cubicBezTo>
                    <a:pt x="43831" y="1481"/>
                    <a:pt x="49476" y="118"/>
                    <a:pt x="55206" y="92"/>
                  </a:cubicBezTo>
                  <a:cubicBezTo>
                    <a:pt x="61213" y="-300"/>
                    <a:pt x="67235" y="561"/>
                    <a:pt x="72892" y="2619"/>
                  </a:cubicBezTo>
                  <a:cubicBezTo>
                    <a:pt x="77162" y="4402"/>
                    <a:pt x="80872" y="7304"/>
                    <a:pt x="83630" y="11020"/>
                  </a:cubicBezTo>
                  <a:cubicBezTo>
                    <a:pt x="86416" y="14943"/>
                    <a:pt x="88313" y="19427"/>
                    <a:pt x="89189" y="24158"/>
                  </a:cubicBezTo>
                  <a:cubicBezTo>
                    <a:pt x="90270" y="29799"/>
                    <a:pt x="90799" y="35532"/>
                    <a:pt x="90768" y="41276"/>
                  </a:cubicBezTo>
                  <a:lnTo>
                    <a:pt x="90768" y="103682"/>
                  </a:lnTo>
                  <a:lnTo>
                    <a:pt x="64175" y="103682"/>
                  </a:lnTo>
                  <a:lnTo>
                    <a:pt x="64175" y="46518"/>
                  </a:lnTo>
                  <a:cubicBezTo>
                    <a:pt x="64623" y="39984"/>
                    <a:pt x="63337" y="33447"/>
                    <a:pt x="60448" y="27569"/>
                  </a:cubicBezTo>
                  <a:cubicBezTo>
                    <a:pt x="57512" y="23165"/>
                    <a:pt x="52389" y="20737"/>
                    <a:pt x="47121" y="21252"/>
                  </a:cubicBezTo>
                  <a:cubicBezTo>
                    <a:pt x="41076" y="20721"/>
                    <a:pt x="35167" y="23260"/>
                    <a:pt x="31393" y="28011"/>
                  </a:cubicBezTo>
                  <a:cubicBezTo>
                    <a:pt x="27604" y="34754"/>
                    <a:pt x="25911" y="42473"/>
                    <a:pt x="26529" y="50182"/>
                  </a:cubicBezTo>
                  <a:lnTo>
                    <a:pt x="26529" y="103682"/>
                  </a:lnTo>
                  <a:lnTo>
                    <a:pt x="0" y="103682"/>
                  </a:lnTo>
                  <a:lnTo>
                    <a:pt x="0" y="26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5877737" y="4710896"/>
              <a:ext cx="98727" cy="141930"/>
            </a:xfrm>
            <a:custGeom>
              <a:rect b="b" l="l" r="r" t="t"/>
              <a:pathLst>
                <a:path extrusionOk="0" h="141930" w="98727">
                  <a:moveTo>
                    <a:pt x="73146" y="126456"/>
                  </a:moveTo>
                  <a:cubicBezTo>
                    <a:pt x="70288" y="131644"/>
                    <a:pt x="65868" y="135799"/>
                    <a:pt x="60513" y="138331"/>
                  </a:cubicBezTo>
                  <a:cubicBezTo>
                    <a:pt x="48917" y="143403"/>
                    <a:pt x="35674" y="143103"/>
                    <a:pt x="24320" y="137510"/>
                  </a:cubicBezTo>
                  <a:cubicBezTo>
                    <a:pt x="18896" y="134684"/>
                    <a:pt x="14237" y="130588"/>
                    <a:pt x="10739" y="125571"/>
                  </a:cubicBezTo>
                  <a:cubicBezTo>
                    <a:pt x="7057" y="120325"/>
                    <a:pt x="4341" y="114465"/>
                    <a:pt x="2717" y="108264"/>
                  </a:cubicBezTo>
                  <a:cubicBezTo>
                    <a:pt x="879" y="101642"/>
                    <a:pt x="-35" y="94798"/>
                    <a:pt x="1" y="87925"/>
                  </a:cubicBezTo>
                  <a:cubicBezTo>
                    <a:pt x="-27" y="81282"/>
                    <a:pt x="887" y="74668"/>
                    <a:pt x="2717" y="68281"/>
                  </a:cubicBezTo>
                  <a:cubicBezTo>
                    <a:pt x="4335" y="62254"/>
                    <a:pt x="7054" y="56579"/>
                    <a:pt x="10739" y="51542"/>
                  </a:cubicBezTo>
                  <a:cubicBezTo>
                    <a:pt x="14282" y="46704"/>
                    <a:pt x="18856" y="42712"/>
                    <a:pt x="24130" y="39857"/>
                  </a:cubicBezTo>
                  <a:cubicBezTo>
                    <a:pt x="29973" y="36816"/>
                    <a:pt x="36495" y="35316"/>
                    <a:pt x="43079" y="35498"/>
                  </a:cubicBezTo>
                  <a:cubicBezTo>
                    <a:pt x="48772" y="35484"/>
                    <a:pt x="54392" y="36781"/>
                    <a:pt x="59502" y="39288"/>
                  </a:cubicBezTo>
                  <a:cubicBezTo>
                    <a:pt x="64589" y="41771"/>
                    <a:pt x="68845" y="45677"/>
                    <a:pt x="71756" y="50532"/>
                  </a:cubicBezTo>
                  <a:lnTo>
                    <a:pt x="72135" y="50532"/>
                  </a:lnTo>
                  <a:lnTo>
                    <a:pt x="72135" y="0"/>
                  </a:lnTo>
                  <a:lnTo>
                    <a:pt x="98728" y="0"/>
                  </a:lnTo>
                  <a:lnTo>
                    <a:pt x="98728" y="139531"/>
                  </a:lnTo>
                  <a:lnTo>
                    <a:pt x="73462" y="139531"/>
                  </a:lnTo>
                  <a:lnTo>
                    <a:pt x="73462" y="126582"/>
                  </a:lnTo>
                  <a:close/>
                  <a:moveTo>
                    <a:pt x="72009" y="76366"/>
                  </a:moveTo>
                  <a:cubicBezTo>
                    <a:pt x="71363" y="72768"/>
                    <a:pt x="70057" y="69320"/>
                    <a:pt x="68156" y="66197"/>
                  </a:cubicBezTo>
                  <a:cubicBezTo>
                    <a:pt x="66390" y="63317"/>
                    <a:pt x="63992" y="60876"/>
                    <a:pt x="61145" y="59059"/>
                  </a:cubicBezTo>
                  <a:cubicBezTo>
                    <a:pt x="57863" y="57113"/>
                    <a:pt x="54093" y="56149"/>
                    <a:pt x="50281" y="56280"/>
                  </a:cubicBezTo>
                  <a:cubicBezTo>
                    <a:pt x="46410" y="56168"/>
                    <a:pt x="42584" y="57130"/>
                    <a:pt x="39227" y="59059"/>
                  </a:cubicBezTo>
                  <a:cubicBezTo>
                    <a:pt x="36291" y="60857"/>
                    <a:pt x="33824" y="63324"/>
                    <a:pt x="32026" y="66260"/>
                  </a:cubicBezTo>
                  <a:cubicBezTo>
                    <a:pt x="30152" y="69447"/>
                    <a:pt x="28827" y="72928"/>
                    <a:pt x="28110" y="76556"/>
                  </a:cubicBezTo>
                  <a:cubicBezTo>
                    <a:pt x="27289" y="80503"/>
                    <a:pt x="26886" y="84525"/>
                    <a:pt x="26910" y="88557"/>
                  </a:cubicBezTo>
                  <a:cubicBezTo>
                    <a:pt x="26893" y="92508"/>
                    <a:pt x="27316" y="96448"/>
                    <a:pt x="28173" y="100305"/>
                  </a:cubicBezTo>
                  <a:cubicBezTo>
                    <a:pt x="28957" y="104022"/>
                    <a:pt x="30389" y="107571"/>
                    <a:pt x="32405" y="110791"/>
                  </a:cubicBezTo>
                  <a:cubicBezTo>
                    <a:pt x="34260" y="113791"/>
                    <a:pt x="36764" y="116338"/>
                    <a:pt x="39732" y="118244"/>
                  </a:cubicBezTo>
                  <a:cubicBezTo>
                    <a:pt x="42893" y="120207"/>
                    <a:pt x="46562" y="121195"/>
                    <a:pt x="50280" y="121087"/>
                  </a:cubicBezTo>
                  <a:cubicBezTo>
                    <a:pt x="57710" y="121397"/>
                    <a:pt x="64678" y="117485"/>
                    <a:pt x="68282" y="110980"/>
                  </a:cubicBezTo>
                  <a:cubicBezTo>
                    <a:pt x="70077" y="107707"/>
                    <a:pt x="71335" y="104167"/>
                    <a:pt x="72009" y="100495"/>
                  </a:cubicBezTo>
                  <a:cubicBezTo>
                    <a:pt x="72775" y="96498"/>
                    <a:pt x="73156" y="92437"/>
                    <a:pt x="73146" y="88367"/>
                  </a:cubicBezTo>
                  <a:cubicBezTo>
                    <a:pt x="73158" y="84339"/>
                    <a:pt x="72777" y="80320"/>
                    <a:pt x="72009" y="763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9" name="Google Shape;529;p13"/>
            <p:cNvSpPr/>
            <p:nvPr/>
          </p:nvSpPr>
          <p:spPr>
            <a:xfrm>
              <a:off x="5992681" y="4746394"/>
              <a:ext cx="94068" cy="106433"/>
            </a:xfrm>
            <a:custGeom>
              <a:rect b="b" l="l" r="r" t="t"/>
              <a:pathLst>
                <a:path extrusionOk="0" h="106433" w="94068">
                  <a:moveTo>
                    <a:pt x="2733" y="33857"/>
                  </a:moveTo>
                  <a:cubicBezTo>
                    <a:pt x="2858" y="28112"/>
                    <a:pt x="4469" y="22498"/>
                    <a:pt x="7407" y="17560"/>
                  </a:cubicBezTo>
                  <a:cubicBezTo>
                    <a:pt x="10072" y="13358"/>
                    <a:pt x="13658" y="9815"/>
                    <a:pt x="17892" y="7201"/>
                  </a:cubicBezTo>
                  <a:cubicBezTo>
                    <a:pt x="22322" y="4549"/>
                    <a:pt x="27171" y="2669"/>
                    <a:pt x="32231" y="1643"/>
                  </a:cubicBezTo>
                  <a:cubicBezTo>
                    <a:pt x="37484" y="531"/>
                    <a:pt x="42841" y="-20"/>
                    <a:pt x="48212" y="1"/>
                  </a:cubicBezTo>
                  <a:cubicBezTo>
                    <a:pt x="53158" y="-14"/>
                    <a:pt x="58099" y="344"/>
                    <a:pt x="62992" y="1074"/>
                  </a:cubicBezTo>
                  <a:cubicBezTo>
                    <a:pt x="67741" y="1695"/>
                    <a:pt x="72352" y="3104"/>
                    <a:pt x="76636" y="5243"/>
                  </a:cubicBezTo>
                  <a:cubicBezTo>
                    <a:pt x="80692" y="7240"/>
                    <a:pt x="84171" y="10241"/>
                    <a:pt x="86742" y="13960"/>
                  </a:cubicBezTo>
                  <a:cubicBezTo>
                    <a:pt x="89565" y="18357"/>
                    <a:pt x="90955" y="23521"/>
                    <a:pt x="90721" y="28741"/>
                  </a:cubicBezTo>
                  <a:lnTo>
                    <a:pt x="90721" y="81420"/>
                  </a:lnTo>
                  <a:cubicBezTo>
                    <a:pt x="90711" y="85790"/>
                    <a:pt x="90964" y="90156"/>
                    <a:pt x="91479" y="94495"/>
                  </a:cubicBezTo>
                  <a:cubicBezTo>
                    <a:pt x="91673" y="97779"/>
                    <a:pt x="92555" y="100986"/>
                    <a:pt x="94069" y="103907"/>
                  </a:cubicBezTo>
                  <a:lnTo>
                    <a:pt x="67098" y="103907"/>
                  </a:lnTo>
                  <a:cubicBezTo>
                    <a:pt x="66602" y="102332"/>
                    <a:pt x="66201" y="100729"/>
                    <a:pt x="65898" y="99106"/>
                  </a:cubicBezTo>
                  <a:cubicBezTo>
                    <a:pt x="65590" y="97456"/>
                    <a:pt x="65379" y="95790"/>
                    <a:pt x="65266" y="94116"/>
                  </a:cubicBezTo>
                  <a:cubicBezTo>
                    <a:pt x="61177" y="98541"/>
                    <a:pt x="56024" y="101846"/>
                    <a:pt x="50296" y="103717"/>
                  </a:cubicBezTo>
                  <a:cubicBezTo>
                    <a:pt x="44598" y="105530"/>
                    <a:pt x="38653" y="106447"/>
                    <a:pt x="32673" y="106433"/>
                  </a:cubicBezTo>
                  <a:cubicBezTo>
                    <a:pt x="28400" y="106444"/>
                    <a:pt x="24147" y="105849"/>
                    <a:pt x="20040" y="104664"/>
                  </a:cubicBezTo>
                  <a:cubicBezTo>
                    <a:pt x="16225" y="103603"/>
                    <a:pt x="12674" y="101752"/>
                    <a:pt x="9618" y="99232"/>
                  </a:cubicBezTo>
                  <a:cubicBezTo>
                    <a:pt x="6564" y="96685"/>
                    <a:pt x="4142" y="93463"/>
                    <a:pt x="2544" y="89821"/>
                  </a:cubicBezTo>
                  <a:cubicBezTo>
                    <a:pt x="782" y="85536"/>
                    <a:pt x="-78" y="80935"/>
                    <a:pt x="17" y="76303"/>
                  </a:cubicBezTo>
                  <a:cubicBezTo>
                    <a:pt x="-145" y="71404"/>
                    <a:pt x="851" y="66535"/>
                    <a:pt x="2923" y="62091"/>
                  </a:cubicBezTo>
                  <a:cubicBezTo>
                    <a:pt x="4669" y="58738"/>
                    <a:pt x="7126" y="55806"/>
                    <a:pt x="10124" y="53501"/>
                  </a:cubicBezTo>
                  <a:cubicBezTo>
                    <a:pt x="13302" y="51241"/>
                    <a:pt x="16850" y="49552"/>
                    <a:pt x="20609" y="48511"/>
                  </a:cubicBezTo>
                  <a:cubicBezTo>
                    <a:pt x="24516" y="47431"/>
                    <a:pt x="28481" y="46566"/>
                    <a:pt x="32484" y="45921"/>
                  </a:cubicBezTo>
                  <a:cubicBezTo>
                    <a:pt x="36463" y="45227"/>
                    <a:pt x="40379" y="44721"/>
                    <a:pt x="44296" y="44342"/>
                  </a:cubicBezTo>
                  <a:cubicBezTo>
                    <a:pt x="47766" y="44007"/>
                    <a:pt x="51208" y="43416"/>
                    <a:pt x="54591" y="42574"/>
                  </a:cubicBezTo>
                  <a:cubicBezTo>
                    <a:pt x="57166" y="41956"/>
                    <a:pt x="59579" y="40793"/>
                    <a:pt x="61666" y="39163"/>
                  </a:cubicBezTo>
                  <a:cubicBezTo>
                    <a:pt x="63419" y="37551"/>
                    <a:pt x="64328" y="35219"/>
                    <a:pt x="64129" y="32846"/>
                  </a:cubicBezTo>
                  <a:cubicBezTo>
                    <a:pt x="64223" y="30392"/>
                    <a:pt x="63747" y="27949"/>
                    <a:pt x="62740" y="25708"/>
                  </a:cubicBezTo>
                  <a:cubicBezTo>
                    <a:pt x="61876" y="24019"/>
                    <a:pt x="60566" y="22598"/>
                    <a:pt x="58950" y="21603"/>
                  </a:cubicBezTo>
                  <a:cubicBezTo>
                    <a:pt x="57305" y="20559"/>
                    <a:pt x="55450" y="19891"/>
                    <a:pt x="53518" y="19645"/>
                  </a:cubicBezTo>
                  <a:cubicBezTo>
                    <a:pt x="51324" y="19305"/>
                    <a:pt x="49106" y="19136"/>
                    <a:pt x="46886" y="19139"/>
                  </a:cubicBezTo>
                  <a:cubicBezTo>
                    <a:pt x="42648" y="18713"/>
                    <a:pt x="38388" y="19690"/>
                    <a:pt x="34758" y="21919"/>
                  </a:cubicBezTo>
                  <a:cubicBezTo>
                    <a:pt x="31409" y="24903"/>
                    <a:pt x="29500" y="29181"/>
                    <a:pt x="29516" y="33667"/>
                  </a:cubicBezTo>
                  <a:close/>
                  <a:moveTo>
                    <a:pt x="64129" y="54386"/>
                  </a:moveTo>
                  <a:cubicBezTo>
                    <a:pt x="62902" y="55487"/>
                    <a:pt x="61461" y="56326"/>
                    <a:pt x="59897" y="56849"/>
                  </a:cubicBezTo>
                  <a:cubicBezTo>
                    <a:pt x="58123" y="57461"/>
                    <a:pt x="56308" y="57946"/>
                    <a:pt x="54465" y="58302"/>
                  </a:cubicBezTo>
                  <a:cubicBezTo>
                    <a:pt x="52570" y="58681"/>
                    <a:pt x="50465" y="58996"/>
                    <a:pt x="48148" y="59249"/>
                  </a:cubicBezTo>
                  <a:lnTo>
                    <a:pt x="41832" y="60260"/>
                  </a:lnTo>
                  <a:cubicBezTo>
                    <a:pt x="39835" y="60630"/>
                    <a:pt x="37871" y="61158"/>
                    <a:pt x="35958" y="61839"/>
                  </a:cubicBezTo>
                  <a:cubicBezTo>
                    <a:pt x="34128" y="62414"/>
                    <a:pt x="32417" y="63313"/>
                    <a:pt x="30905" y="64492"/>
                  </a:cubicBezTo>
                  <a:cubicBezTo>
                    <a:pt x="29439" y="65593"/>
                    <a:pt x="28249" y="67020"/>
                    <a:pt x="27431" y="68661"/>
                  </a:cubicBezTo>
                  <a:cubicBezTo>
                    <a:pt x="26499" y="70633"/>
                    <a:pt x="26044" y="72797"/>
                    <a:pt x="26104" y="74977"/>
                  </a:cubicBezTo>
                  <a:cubicBezTo>
                    <a:pt x="26032" y="77159"/>
                    <a:pt x="26487" y="79325"/>
                    <a:pt x="27431" y="81294"/>
                  </a:cubicBezTo>
                  <a:cubicBezTo>
                    <a:pt x="28259" y="82895"/>
                    <a:pt x="29475" y="84263"/>
                    <a:pt x="30968" y="85273"/>
                  </a:cubicBezTo>
                  <a:cubicBezTo>
                    <a:pt x="32573" y="86283"/>
                    <a:pt x="34350" y="86990"/>
                    <a:pt x="36211" y="87358"/>
                  </a:cubicBezTo>
                  <a:cubicBezTo>
                    <a:pt x="38293" y="87748"/>
                    <a:pt x="40408" y="87939"/>
                    <a:pt x="42527" y="87926"/>
                  </a:cubicBezTo>
                  <a:cubicBezTo>
                    <a:pt x="46771" y="88157"/>
                    <a:pt x="50994" y="87194"/>
                    <a:pt x="54718" y="85147"/>
                  </a:cubicBezTo>
                  <a:cubicBezTo>
                    <a:pt x="57342" y="83633"/>
                    <a:pt x="59520" y="81454"/>
                    <a:pt x="61034" y="78830"/>
                  </a:cubicBezTo>
                  <a:cubicBezTo>
                    <a:pt x="62392" y="76437"/>
                    <a:pt x="63251" y="73795"/>
                    <a:pt x="63561" y="71061"/>
                  </a:cubicBezTo>
                  <a:cubicBezTo>
                    <a:pt x="63850" y="68967"/>
                    <a:pt x="64019" y="66858"/>
                    <a:pt x="64066" y="64744"/>
                  </a:cubicBezTo>
                  <a:lnTo>
                    <a:pt x="64066" y="543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30" name="Google Shape;530;p13"/>
            <p:cNvSpPr/>
            <p:nvPr/>
          </p:nvSpPr>
          <p:spPr>
            <a:xfrm>
              <a:off x="6100769" y="4746383"/>
              <a:ext cx="95508" cy="106554"/>
            </a:xfrm>
            <a:custGeom>
              <a:rect b="b" l="l" r="r" t="t"/>
              <a:pathLst>
                <a:path extrusionOk="0" h="106554" w="95508">
                  <a:moveTo>
                    <a:pt x="49462" y="20919"/>
                  </a:moveTo>
                  <a:cubicBezTo>
                    <a:pt x="45673" y="20776"/>
                    <a:pt x="41936" y="21837"/>
                    <a:pt x="38787" y="23951"/>
                  </a:cubicBezTo>
                  <a:cubicBezTo>
                    <a:pt x="35883" y="25992"/>
                    <a:pt x="33484" y="28671"/>
                    <a:pt x="31776" y="31783"/>
                  </a:cubicBezTo>
                  <a:cubicBezTo>
                    <a:pt x="29934" y="35070"/>
                    <a:pt x="28633" y="38632"/>
                    <a:pt x="27923" y="42332"/>
                  </a:cubicBezTo>
                  <a:cubicBezTo>
                    <a:pt x="27173" y="46118"/>
                    <a:pt x="26792" y="49968"/>
                    <a:pt x="26786" y="53828"/>
                  </a:cubicBezTo>
                  <a:cubicBezTo>
                    <a:pt x="26795" y="57562"/>
                    <a:pt x="27176" y="61286"/>
                    <a:pt x="27923" y="64945"/>
                  </a:cubicBezTo>
                  <a:cubicBezTo>
                    <a:pt x="28607" y="68545"/>
                    <a:pt x="29842" y="72018"/>
                    <a:pt x="31587" y="75241"/>
                  </a:cubicBezTo>
                  <a:cubicBezTo>
                    <a:pt x="33213" y="78266"/>
                    <a:pt x="35555" y="80847"/>
                    <a:pt x="38409" y="82758"/>
                  </a:cubicBezTo>
                  <a:cubicBezTo>
                    <a:pt x="41516" y="84799"/>
                    <a:pt x="45177" y="85836"/>
                    <a:pt x="48894" y="85726"/>
                  </a:cubicBezTo>
                  <a:cubicBezTo>
                    <a:pt x="54361" y="86059"/>
                    <a:pt x="59705" y="84009"/>
                    <a:pt x="63548" y="80105"/>
                  </a:cubicBezTo>
                  <a:cubicBezTo>
                    <a:pt x="67175" y="75903"/>
                    <a:pt x="69385" y="70664"/>
                    <a:pt x="69864" y="65135"/>
                  </a:cubicBezTo>
                  <a:lnTo>
                    <a:pt x="95509" y="65134"/>
                  </a:lnTo>
                  <a:cubicBezTo>
                    <a:pt x="94313" y="89175"/>
                    <a:pt x="73855" y="107695"/>
                    <a:pt x="49814" y="106500"/>
                  </a:cubicBezTo>
                  <a:cubicBezTo>
                    <a:pt x="49507" y="106484"/>
                    <a:pt x="49200" y="106466"/>
                    <a:pt x="48893" y="106444"/>
                  </a:cubicBezTo>
                  <a:cubicBezTo>
                    <a:pt x="42054" y="106524"/>
                    <a:pt x="35267" y="105236"/>
                    <a:pt x="28933" y="102654"/>
                  </a:cubicBezTo>
                  <a:cubicBezTo>
                    <a:pt x="23099" y="100227"/>
                    <a:pt x="17845" y="96588"/>
                    <a:pt x="13521" y="91979"/>
                  </a:cubicBezTo>
                  <a:cubicBezTo>
                    <a:pt x="9142" y="87254"/>
                    <a:pt x="5768" y="81688"/>
                    <a:pt x="3604" y="75620"/>
                  </a:cubicBezTo>
                  <a:cubicBezTo>
                    <a:pt x="1142" y="68950"/>
                    <a:pt x="-78" y="61885"/>
                    <a:pt x="4" y="54775"/>
                  </a:cubicBezTo>
                  <a:cubicBezTo>
                    <a:pt x="-42" y="47385"/>
                    <a:pt x="1066" y="40032"/>
                    <a:pt x="3289" y="32984"/>
                  </a:cubicBezTo>
                  <a:cubicBezTo>
                    <a:pt x="5301" y="26580"/>
                    <a:pt x="8589" y="20650"/>
                    <a:pt x="12953" y="15550"/>
                  </a:cubicBezTo>
                  <a:cubicBezTo>
                    <a:pt x="17206" y="10618"/>
                    <a:pt x="22518" y="6710"/>
                    <a:pt x="28492" y="4117"/>
                  </a:cubicBezTo>
                  <a:cubicBezTo>
                    <a:pt x="35105" y="1256"/>
                    <a:pt x="42258" y="-144"/>
                    <a:pt x="49462" y="12"/>
                  </a:cubicBezTo>
                  <a:cubicBezTo>
                    <a:pt x="55063" y="-18"/>
                    <a:pt x="60638" y="769"/>
                    <a:pt x="66012" y="2349"/>
                  </a:cubicBezTo>
                  <a:cubicBezTo>
                    <a:pt x="71151" y="3824"/>
                    <a:pt x="75971" y="6245"/>
                    <a:pt x="80224" y="9486"/>
                  </a:cubicBezTo>
                  <a:cubicBezTo>
                    <a:pt x="84439" y="12698"/>
                    <a:pt x="87927" y="16767"/>
                    <a:pt x="90456" y="21425"/>
                  </a:cubicBezTo>
                  <a:cubicBezTo>
                    <a:pt x="93188" y="26665"/>
                    <a:pt x="94719" y="32447"/>
                    <a:pt x="94941" y="38353"/>
                  </a:cubicBezTo>
                  <a:lnTo>
                    <a:pt x="68917" y="38353"/>
                  </a:lnTo>
                  <a:cubicBezTo>
                    <a:pt x="68569" y="28347"/>
                    <a:pt x="60175" y="20518"/>
                    <a:pt x="50169" y="20866"/>
                  </a:cubicBezTo>
                  <a:cubicBezTo>
                    <a:pt x="49870" y="20876"/>
                    <a:pt x="49571" y="20894"/>
                    <a:pt x="49273" y="209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31" name="Google Shape;531;p13"/>
            <p:cNvSpPr/>
            <p:nvPr/>
          </p:nvSpPr>
          <p:spPr>
            <a:xfrm>
              <a:off x="6212195" y="4710580"/>
              <a:ext cx="26529" cy="139594"/>
            </a:xfrm>
            <a:custGeom>
              <a:rect b="b" l="l" r="r" t="t"/>
              <a:pathLst>
                <a:path extrusionOk="0" h="139594" w="26529">
                  <a:moveTo>
                    <a:pt x="0" y="22866"/>
                  </a:moveTo>
                  <a:lnTo>
                    <a:pt x="0" y="0"/>
                  </a:lnTo>
                  <a:lnTo>
                    <a:pt x="26529" y="0"/>
                  </a:lnTo>
                  <a:lnTo>
                    <a:pt x="26529" y="22866"/>
                  </a:lnTo>
                  <a:close/>
                  <a:moveTo>
                    <a:pt x="26529" y="38531"/>
                  </a:moveTo>
                  <a:lnTo>
                    <a:pt x="26529" y="139594"/>
                  </a:lnTo>
                  <a:lnTo>
                    <a:pt x="0" y="139594"/>
                  </a:lnTo>
                  <a:lnTo>
                    <a:pt x="0" y="387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32" name="Google Shape;532;p13"/>
            <p:cNvSpPr/>
            <p:nvPr/>
          </p:nvSpPr>
          <p:spPr>
            <a:xfrm>
              <a:off x="6256721" y="4696684"/>
              <a:ext cx="100130" cy="156151"/>
            </a:xfrm>
            <a:custGeom>
              <a:rect b="b" l="l" r="r" t="t"/>
              <a:pathLst>
                <a:path extrusionOk="0" h="156151" w="100130">
                  <a:moveTo>
                    <a:pt x="3543" y="81104"/>
                  </a:moveTo>
                  <a:cubicBezTo>
                    <a:pt x="5738" y="74857"/>
                    <a:pt x="9176" y="69120"/>
                    <a:pt x="13649" y="64239"/>
                  </a:cubicBezTo>
                  <a:cubicBezTo>
                    <a:pt x="18065" y="59578"/>
                    <a:pt x="23428" y="55916"/>
                    <a:pt x="29377" y="53501"/>
                  </a:cubicBezTo>
                  <a:cubicBezTo>
                    <a:pt x="35925" y="50897"/>
                    <a:pt x="42923" y="49609"/>
                    <a:pt x="49969" y="49711"/>
                  </a:cubicBezTo>
                  <a:cubicBezTo>
                    <a:pt x="57056" y="49609"/>
                    <a:pt x="64095" y="50896"/>
                    <a:pt x="70687" y="53501"/>
                  </a:cubicBezTo>
                  <a:cubicBezTo>
                    <a:pt x="76655" y="55915"/>
                    <a:pt x="82039" y="59576"/>
                    <a:pt x="86478" y="64239"/>
                  </a:cubicBezTo>
                  <a:cubicBezTo>
                    <a:pt x="90973" y="69104"/>
                    <a:pt x="94414" y="74846"/>
                    <a:pt x="96585" y="81104"/>
                  </a:cubicBezTo>
                  <a:cubicBezTo>
                    <a:pt x="99045" y="88166"/>
                    <a:pt x="100243" y="95607"/>
                    <a:pt x="100122" y="103085"/>
                  </a:cubicBezTo>
                  <a:cubicBezTo>
                    <a:pt x="100246" y="110543"/>
                    <a:pt x="99049" y="117963"/>
                    <a:pt x="96585" y="125003"/>
                  </a:cubicBezTo>
                  <a:cubicBezTo>
                    <a:pt x="94428" y="131230"/>
                    <a:pt x="90985" y="136934"/>
                    <a:pt x="86478" y="141742"/>
                  </a:cubicBezTo>
                  <a:cubicBezTo>
                    <a:pt x="82070" y="146425"/>
                    <a:pt x="76676" y="150071"/>
                    <a:pt x="70687" y="152417"/>
                  </a:cubicBezTo>
                  <a:cubicBezTo>
                    <a:pt x="64091" y="154999"/>
                    <a:pt x="57052" y="156266"/>
                    <a:pt x="49969" y="156143"/>
                  </a:cubicBezTo>
                  <a:cubicBezTo>
                    <a:pt x="42927" y="156265"/>
                    <a:pt x="35930" y="154999"/>
                    <a:pt x="29377" y="152417"/>
                  </a:cubicBezTo>
                  <a:cubicBezTo>
                    <a:pt x="23407" y="150070"/>
                    <a:pt x="18034" y="146424"/>
                    <a:pt x="13649" y="141742"/>
                  </a:cubicBezTo>
                  <a:cubicBezTo>
                    <a:pt x="9165" y="136917"/>
                    <a:pt x="5724" y="131218"/>
                    <a:pt x="3543" y="125003"/>
                  </a:cubicBezTo>
                  <a:cubicBezTo>
                    <a:pt x="1102" y="117957"/>
                    <a:pt x="-95" y="110541"/>
                    <a:pt x="6" y="103085"/>
                  </a:cubicBezTo>
                  <a:cubicBezTo>
                    <a:pt x="-83" y="95609"/>
                    <a:pt x="1113" y="88174"/>
                    <a:pt x="3543" y="81104"/>
                  </a:cubicBezTo>
                  <a:close/>
                  <a:moveTo>
                    <a:pt x="27735" y="114960"/>
                  </a:moveTo>
                  <a:cubicBezTo>
                    <a:pt x="28381" y="118608"/>
                    <a:pt x="29664" y="122115"/>
                    <a:pt x="31525" y="125319"/>
                  </a:cubicBezTo>
                  <a:cubicBezTo>
                    <a:pt x="33283" y="128319"/>
                    <a:pt x="35757" y="130836"/>
                    <a:pt x="38726" y="132646"/>
                  </a:cubicBezTo>
                  <a:cubicBezTo>
                    <a:pt x="42146" y="134591"/>
                    <a:pt x="46037" y="135553"/>
                    <a:pt x="49969" y="135425"/>
                  </a:cubicBezTo>
                  <a:cubicBezTo>
                    <a:pt x="53921" y="135551"/>
                    <a:pt x="57833" y="134590"/>
                    <a:pt x="61276" y="132646"/>
                  </a:cubicBezTo>
                  <a:cubicBezTo>
                    <a:pt x="64310" y="130877"/>
                    <a:pt x="66834" y="128353"/>
                    <a:pt x="68603" y="125319"/>
                  </a:cubicBezTo>
                  <a:cubicBezTo>
                    <a:pt x="70486" y="122119"/>
                    <a:pt x="71790" y="118612"/>
                    <a:pt x="72456" y="114960"/>
                  </a:cubicBezTo>
                  <a:cubicBezTo>
                    <a:pt x="73319" y="111100"/>
                    <a:pt x="73806" y="107165"/>
                    <a:pt x="73908" y="103211"/>
                  </a:cubicBezTo>
                  <a:cubicBezTo>
                    <a:pt x="73912" y="99205"/>
                    <a:pt x="73531" y="95207"/>
                    <a:pt x="72771" y="91273"/>
                  </a:cubicBezTo>
                  <a:cubicBezTo>
                    <a:pt x="72106" y="87620"/>
                    <a:pt x="70802" y="84114"/>
                    <a:pt x="68918" y="80914"/>
                  </a:cubicBezTo>
                  <a:cubicBezTo>
                    <a:pt x="67095" y="77923"/>
                    <a:pt x="64583" y="75410"/>
                    <a:pt x="61592" y="73587"/>
                  </a:cubicBezTo>
                  <a:cubicBezTo>
                    <a:pt x="58166" y="71593"/>
                    <a:pt x="54246" y="70608"/>
                    <a:pt x="50285" y="70744"/>
                  </a:cubicBezTo>
                  <a:cubicBezTo>
                    <a:pt x="46344" y="70606"/>
                    <a:pt x="42444" y="71592"/>
                    <a:pt x="39042" y="73587"/>
                  </a:cubicBezTo>
                  <a:cubicBezTo>
                    <a:pt x="36115" y="75450"/>
                    <a:pt x="33652" y="77956"/>
                    <a:pt x="31841" y="80914"/>
                  </a:cubicBezTo>
                  <a:cubicBezTo>
                    <a:pt x="29979" y="84118"/>
                    <a:pt x="28697" y="87624"/>
                    <a:pt x="28051" y="91273"/>
                  </a:cubicBezTo>
                  <a:cubicBezTo>
                    <a:pt x="27291" y="95207"/>
                    <a:pt x="26911" y="99205"/>
                    <a:pt x="26914" y="103211"/>
                  </a:cubicBezTo>
                  <a:cubicBezTo>
                    <a:pt x="26905" y="107197"/>
                    <a:pt x="27285" y="111174"/>
                    <a:pt x="28051" y="115086"/>
                  </a:cubicBezTo>
                  <a:close/>
                  <a:moveTo>
                    <a:pt x="55780" y="0"/>
                  </a:moveTo>
                  <a:lnTo>
                    <a:pt x="36010" y="34614"/>
                  </a:lnTo>
                  <a:lnTo>
                    <a:pt x="54517" y="34614"/>
                  </a:lnTo>
                  <a:lnTo>
                    <a:pt x="850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6374276" y="4746810"/>
              <a:ext cx="90773" cy="103616"/>
            </a:xfrm>
            <a:custGeom>
              <a:rect b="b" l="l" r="r" t="t"/>
              <a:pathLst>
                <a:path extrusionOk="0" h="103616" w="90773">
                  <a:moveTo>
                    <a:pt x="25077" y="2553"/>
                  </a:moveTo>
                  <a:lnTo>
                    <a:pt x="25077" y="16639"/>
                  </a:lnTo>
                  <a:lnTo>
                    <a:pt x="25835" y="16639"/>
                  </a:lnTo>
                  <a:cubicBezTo>
                    <a:pt x="28844" y="11202"/>
                    <a:pt x="33423" y="6800"/>
                    <a:pt x="38973" y="4006"/>
                  </a:cubicBezTo>
                  <a:cubicBezTo>
                    <a:pt x="44062" y="1416"/>
                    <a:pt x="49686" y="53"/>
                    <a:pt x="55396" y="27"/>
                  </a:cubicBezTo>
                  <a:cubicBezTo>
                    <a:pt x="61375" y="-183"/>
                    <a:pt x="67332" y="849"/>
                    <a:pt x="72892" y="3059"/>
                  </a:cubicBezTo>
                  <a:cubicBezTo>
                    <a:pt x="77181" y="4840"/>
                    <a:pt x="80911" y="7741"/>
                    <a:pt x="83694" y="11459"/>
                  </a:cubicBezTo>
                  <a:cubicBezTo>
                    <a:pt x="86433" y="15402"/>
                    <a:pt x="88306" y="19879"/>
                    <a:pt x="89189" y="24598"/>
                  </a:cubicBezTo>
                  <a:cubicBezTo>
                    <a:pt x="90302" y="30234"/>
                    <a:pt x="90832" y="35970"/>
                    <a:pt x="90768" y="41715"/>
                  </a:cubicBezTo>
                  <a:lnTo>
                    <a:pt x="90768" y="103617"/>
                  </a:lnTo>
                  <a:lnTo>
                    <a:pt x="64239" y="103617"/>
                  </a:lnTo>
                  <a:lnTo>
                    <a:pt x="64239" y="46453"/>
                  </a:lnTo>
                  <a:cubicBezTo>
                    <a:pt x="64704" y="39910"/>
                    <a:pt x="63394" y="33364"/>
                    <a:pt x="60449" y="27503"/>
                  </a:cubicBezTo>
                  <a:cubicBezTo>
                    <a:pt x="57553" y="23087"/>
                    <a:pt x="52438" y="20652"/>
                    <a:pt x="47185" y="21187"/>
                  </a:cubicBezTo>
                  <a:cubicBezTo>
                    <a:pt x="41134" y="20620"/>
                    <a:pt x="35209" y="23166"/>
                    <a:pt x="31457" y="27946"/>
                  </a:cubicBezTo>
                  <a:cubicBezTo>
                    <a:pt x="27668" y="34688"/>
                    <a:pt x="25975" y="42407"/>
                    <a:pt x="26593" y="50117"/>
                  </a:cubicBezTo>
                  <a:lnTo>
                    <a:pt x="26593" y="103617"/>
                  </a:lnTo>
                  <a:lnTo>
                    <a:pt x="0" y="103617"/>
                  </a:lnTo>
                  <a:lnTo>
                    <a:pt x="0" y="25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34" name="Google Shape;534;p13"/>
            <p:cNvSpPr/>
            <p:nvPr/>
          </p:nvSpPr>
          <p:spPr>
            <a:xfrm>
              <a:off x="6525871" y="4710580"/>
              <a:ext cx="130687" cy="139846"/>
            </a:xfrm>
            <a:custGeom>
              <a:rect b="b" l="l" r="r" t="t"/>
              <a:pathLst>
                <a:path extrusionOk="0" h="139846" w="130687">
                  <a:moveTo>
                    <a:pt x="80662" y="0"/>
                  </a:moveTo>
                  <a:lnTo>
                    <a:pt x="130688" y="139847"/>
                  </a:lnTo>
                  <a:lnTo>
                    <a:pt x="100180" y="139847"/>
                  </a:lnTo>
                  <a:lnTo>
                    <a:pt x="90073" y="108707"/>
                  </a:lnTo>
                  <a:lnTo>
                    <a:pt x="40047" y="108707"/>
                  </a:lnTo>
                  <a:lnTo>
                    <a:pt x="29561" y="139847"/>
                  </a:lnTo>
                  <a:lnTo>
                    <a:pt x="0" y="139847"/>
                  </a:lnTo>
                  <a:lnTo>
                    <a:pt x="50532" y="126"/>
                  </a:lnTo>
                  <a:close/>
                  <a:moveTo>
                    <a:pt x="82367" y="85715"/>
                  </a:moveTo>
                  <a:lnTo>
                    <a:pt x="65502" y="34425"/>
                  </a:lnTo>
                  <a:lnTo>
                    <a:pt x="65123" y="34425"/>
                  </a:lnTo>
                  <a:lnTo>
                    <a:pt x="47753" y="857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35" name="Google Shape;535;p13"/>
            <p:cNvSpPr/>
            <p:nvPr/>
          </p:nvSpPr>
          <p:spPr>
            <a:xfrm>
              <a:off x="6666097" y="4710517"/>
              <a:ext cx="26592" cy="139783"/>
            </a:xfrm>
            <a:custGeom>
              <a:rect b="b" l="l" r="r" t="t"/>
              <a:pathLst>
                <a:path extrusionOk="0" h="139783" w="26592">
                  <a:moveTo>
                    <a:pt x="26593" y="0"/>
                  </a:moveTo>
                  <a:lnTo>
                    <a:pt x="26593" y="139784"/>
                  </a:lnTo>
                  <a:lnTo>
                    <a:pt x="0" y="139784"/>
                  </a:lnTo>
                  <a:lnTo>
                    <a:pt x="0" y="0"/>
                  </a:lnTo>
                  <a:lnTo>
                    <a:pt x="26593" y="0"/>
                  </a:lnTo>
                  <a:lnTo>
                    <a:pt x="265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6710688" y="4746382"/>
              <a:ext cx="95508" cy="106555"/>
            </a:xfrm>
            <a:custGeom>
              <a:rect b="b" l="l" r="r" t="t"/>
              <a:pathLst>
                <a:path extrusionOk="0" h="106555" w="95508">
                  <a:moveTo>
                    <a:pt x="49462" y="20920"/>
                  </a:moveTo>
                  <a:cubicBezTo>
                    <a:pt x="45673" y="20777"/>
                    <a:pt x="41936" y="21838"/>
                    <a:pt x="38787" y="23952"/>
                  </a:cubicBezTo>
                  <a:cubicBezTo>
                    <a:pt x="35883" y="25993"/>
                    <a:pt x="33484" y="28672"/>
                    <a:pt x="31776" y="31784"/>
                  </a:cubicBezTo>
                  <a:cubicBezTo>
                    <a:pt x="29934" y="35071"/>
                    <a:pt x="28633" y="38633"/>
                    <a:pt x="27923" y="42333"/>
                  </a:cubicBezTo>
                  <a:cubicBezTo>
                    <a:pt x="27173" y="46119"/>
                    <a:pt x="26792" y="49969"/>
                    <a:pt x="26786" y="53829"/>
                  </a:cubicBezTo>
                  <a:cubicBezTo>
                    <a:pt x="26795" y="57563"/>
                    <a:pt x="27176" y="61287"/>
                    <a:pt x="27923" y="64946"/>
                  </a:cubicBezTo>
                  <a:cubicBezTo>
                    <a:pt x="28606" y="68546"/>
                    <a:pt x="29842" y="72019"/>
                    <a:pt x="31587" y="75242"/>
                  </a:cubicBezTo>
                  <a:cubicBezTo>
                    <a:pt x="33213" y="78267"/>
                    <a:pt x="35555" y="80847"/>
                    <a:pt x="38409" y="82758"/>
                  </a:cubicBezTo>
                  <a:cubicBezTo>
                    <a:pt x="41516" y="84800"/>
                    <a:pt x="45177" y="85837"/>
                    <a:pt x="48894" y="85727"/>
                  </a:cubicBezTo>
                  <a:cubicBezTo>
                    <a:pt x="54361" y="86060"/>
                    <a:pt x="59705" y="84010"/>
                    <a:pt x="63548" y="80105"/>
                  </a:cubicBezTo>
                  <a:cubicBezTo>
                    <a:pt x="67175" y="75903"/>
                    <a:pt x="69385" y="70665"/>
                    <a:pt x="69864" y="65135"/>
                  </a:cubicBezTo>
                  <a:lnTo>
                    <a:pt x="95509" y="65135"/>
                  </a:lnTo>
                  <a:cubicBezTo>
                    <a:pt x="94313" y="89176"/>
                    <a:pt x="73855" y="107696"/>
                    <a:pt x="49814" y="106501"/>
                  </a:cubicBezTo>
                  <a:cubicBezTo>
                    <a:pt x="49507" y="106485"/>
                    <a:pt x="49200" y="106467"/>
                    <a:pt x="48893" y="106445"/>
                  </a:cubicBezTo>
                  <a:cubicBezTo>
                    <a:pt x="42054" y="106525"/>
                    <a:pt x="35267" y="105237"/>
                    <a:pt x="28933" y="102655"/>
                  </a:cubicBezTo>
                  <a:cubicBezTo>
                    <a:pt x="23098" y="100227"/>
                    <a:pt x="17845" y="96589"/>
                    <a:pt x="13521" y="91980"/>
                  </a:cubicBezTo>
                  <a:cubicBezTo>
                    <a:pt x="9144" y="87242"/>
                    <a:pt x="5752" y="81681"/>
                    <a:pt x="3541" y="75621"/>
                  </a:cubicBezTo>
                  <a:cubicBezTo>
                    <a:pt x="1130" y="68939"/>
                    <a:pt x="-68" y="61880"/>
                    <a:pt x="4" y="54776"/>
                  </a:cubicBezTo>
                  <a:cubicBezTo>
                    <a:pt x="-74" y="47383"/>
                    <a:pt x="1035" y="40026"/>
                    <a:pt x="3289" y="32985"/>
                  </a:cubicBezTo>
                  <a:cubicBezTo>
                    <a:pt x="5275" y="26570"/>
                    <a:pt x="8565" y="20635"/>
                    <a:pt x="12953" y="15551"/>
                  </a:cubicBezTo>
                  <a:cubicBezTo>
                    <a:pt x="17206" y="10619"/>
                    <a:pt x="22517" y="6711"/>
                    <a:pt x="28492" y="4118"/>
                  </a:cubicBezTo>
                  <a:cubicBezTo>
                    <a:pt x="35103" y="1251"/>
                    <a:pt x="42258" y="-149"/>
                    <a:pt x="49462" y="13"/>
                  </a:cubicBezTo>
                  <a:cubicBezTo>
                    <a:pt x="55063" y="-13"/>
                    <a:pt x="60637" y="775"/>
                    <a:pt x="66011" y="2350"/>
                  </a:cubicBezTo>
                  <a:cubicBezTo>
                    <a:pt x="71151" y="3825"/>
                    <a:pt x="75971" y="6245"/>
                    <a:pt x="80224" y="9487"/>
                  </a:cubicBezTo>
                  <a:cubicBezTo>
                    <a:pt x="84439" y="12699"/>
                    <a:pt x="87927" y="16768"/>
                    <a:pt x="90456" y="21425"/>
                  </a:cubicBezTo>
                  <a:cubicBezTo>
                    <a:pt x="93188" y="26666"/>
                    <a:pt x="94719" y="32448"/>
                    <a:pt x="94941" y="38354"/>
                  </a:cubicBezTo>
                  <a:lnTo>
                    <a:pt x="68917" y="38353"/>
                  </a:lnTo>
                  <a:cubicBezTo>
                    <a:pt x="68569" y="28348"/>
                    <a:pt x="60175" y="20518"/>
                    <a:pt x="50169" y="20867"/>
                  </a:cubicBezTo>
                  <a:cubicBezTo>
                    <a:pt x="49870" y="20877"/>
                    <a:pt x="49571" y="20895"/>
                    <a:pt x="49273" y="209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6817875" y="4746387"/>
              <a:ext cx="100203" cy="106575"/>
            </a:xfrm>
            <a:custGeom>
              <a:rect b="b" l="l" r="r" t="t"/>
              <a:pathLst>
                <a:path extrusionOk="0" h="106575" w="100203">
                  <a:moveTo>
                    <a:pt x="3797" y="31400"/>
                  </a:moveTo>
                  <a:cubicBezTo>
                    <a:pt x="5943" y="25130"/>
                    <a:pt x="9386" y="19383"/>
                    <a:pt x="13903" y="14535"/>
                  </a:cubicBezTo>
                  <a:cubicBezTo>
                    <a:pt x="18320" y="9874"/>
                    <a:pt x="23682" y="6212"/>
                    <a:pt x="29631" y="3797"/>
                  </a:cubicBezTo>
                  <a:cubicBezTo>
                    <a:pt x="36176" y="1182"/>
                    <a:pt x="43176" y="-107"/>
                    <a:pt x="50223" y="7"/>
                  </a:cubicBezTo>
                  <a:cubicBezTo>
                    <a:pt x="57289" y="-89"/>
                    <a:pt x="64306" y="1199"/>
                    <a:pt x="70878" y="3797"/>
                  </a:cubicBezTo>
                  <a:cubicBezTo>
                    <a:pt x="76855" y="6196"/>
                    <a:pt x="82242" y="9859"/>
                    <a:pt x="86669" y="14535"/>
                  </a:cubicBezTo>
                  <a:cubicBezTo>
                    <a:pt x="91187" y="19383"/>
                    <a:pt x="94630" y="25130"/>
                    <a:pt x="96776" y="31400"/>
                  </a:cubicBezTo>
                  <a:cubicBezTo>
                    <a:pt x="99208" y="38510"/>
                    <a:pt x="100363" y="45995"/>
                    <a:pt x="100186" y="53507"/>
                  </a:cubicBezTo>
                  <a:cubicBezTo>
                    <a:pt x="100298" y="60969"/>
                    <a:pt x="99079" y="68392"/>
                    <a:pt x="96586" y="75426"/>
                  </a:cubicBezTo>
                  <a:cubicBezTo>
                    <a:pt x="94454" y="81664"/>
                    <a:pt x="91008" y="87373"/>
                    <a:pt x="86480" y="92164"/>
                  </a:cubicBezTo>
                  <a:cubicBezTo>
                    <a:pt x="82083" y="96862"/>
                    <a:pt x="76686" y="100510"/>
                    <a:pt x="70688" y="102839"/>
                  </a:cubicBezTo>
                  <a:cubicBezTo>
                    <a:pt x="64112" y="105415"/>
                    <a:pt x="57096" y="106681"/>
                    <a:pt x="50033" y="106566"/>
                  </a:cubicBezTo>
                  <a:cubicBezTo>
                    <a:pt x="42991" y="106700"/>
                    <a:pt x="35991" y="105433"/>
                    <a:pt x="29442" y="102839"/>
                  </a:cubicBezTo>
                  <a:cubicBezTo>
                    <a:pt x="23471" y="100493"/>
                    <a:pt x="18099" y="96846"/>
                    <a:pt x="13714" y="92164"/>
                  </a:cubicBezTo>
                  <a:cubicBezTo>
                    <a:pt x="9185" y="87373"/>
                    <a:pt x="5739" y="81664"/>
                    <a:pt x="3607" y="75426"/>
                  </a:cubicBezTo>
                  <a:cubicBezTo>
                    <a:pt x="1114" y="68392"/>
                    <a:pt x="-105" y="60970"/>
                    <a:pt x="7" y="53507"/>
                  </a:cubicBezTo>
                  <a:cubicBezTo>
                    <a:pt x="-94" y="46026"/>
                    <a:pt x="1125" y="38585"/>
                    <a:pt x="3607" y="31526"/>
                  </a:cubicBezTo>
                  <a:close/>
                  <a:moveTo>
                    <a:pt x="27926" y="65256"/>
                  </a:moveTo>
                  <a:cubicBezTo>
                    <a:pt x="28592" y="68909"/>
                    <a:pt x="29896" y="72415"/>
                    <a:pt x="31779" y="75615"/>
                  </a:cubicBezTo>
                  <a:cubicBezTo>
                    <a:pt x="33501" y="78642"/>
                    <a:pt x="35983" y="81168"/>
                    <a:pt x="38980" y="82942"/>
                  </a:cubicBezTo>
                  <a:cubicBezTo>
                    <a:pt x="42394" y="84902"/>
                    <a:pt x="46289" y="85866"/>
                    <a:pt x="50224" y="85722"/>
                  </a:cubicBezTo>
                  <a:cubicBezTo>
                    <a:pt x="54175" y="85841"/>
                    <a:pt x="58084" y="84880"/>
                    <a:pt x="61530" y="82942"/>
                  </a:cubicBezTo>
                  <a:cubicBezTo>
                    <a:pt x="64544" y="81169"/>
                    <a:pt x="67047" y="78645"/>
                    <a:pt x="68794" y="75615"/>
                  </a:cubicBezTo>
                  <a:cubicBezTo>
                    <a:pt x="70677" y="72415"/>
                    <a:pt x="71981" y="68909"/>
                    <a:pt x="72647" y="65256"/>
                  </a:cubicBezTo>
                  <a:cubicBezTo>
                    <a:pt x="73413" y="61344"/>
                    <a:pt x="73793" y="57367"/>
                    <a:pt x="73784" y="53381"/>
                  </a:cubicBezTo>
                  <a:cubicBezTo>
                    <a:pt x="73787" y="49374"/>
                    <a:pt x="73407" y="45377"/>
                    <a:pt x="72647" y="41443"/>
                  </a:cubicBezTo>
                  <a:cubicBezTo>
                    <a:pt x="71981" y="37790"/>
                    <a:pt x="70677" y="34283"/>
                    <a:pt x="68794" y="31084"/>
                  </a:cubicBezTo>
                  <a:cubicBezTo>
                    <a:pt x="66994" y="28095"/>
                    <a:pt x="64503" y="25582"/>
                    <a:pt x="61530" y="23757"/>
                  </a:cubicBezTo>
                  <a:cubicBezTo>
                    <a:pt x="58101" y="21769"/>
                    <a:pt x="54184" y="20784"/>
                    <a:pt x="50224" y="20914"/>
                  </a:cubicBezTo>
                  <a:cubicBezTo>
                    <a:pt x="46280" y="20758"/>
                    <a:pt x="42375" y="21745"/>
                    <a:pt x="38980" y="23757"/>
                  </a:cubicBezTo>
                  <a:cubicBezTo>
                    <a:pt x="36025" y="25584"/>
                    <a:pt x="33555" y="28098"/>
                    <a:pt x="31779" y="31084"/>
                  </a:cubicBezTo>
                  <a:cubicBezTo>
                    <a:pt x="29896" y="34283"/>
                    <a:pt x="28592" y="37790"/>
                    <a:pt x="27926" y="41443"/>
                  </a:cubicBezTo>
                  <a:cubicBezTo>
                    <a:pt x="27166" y="45377"/>
                    <a:pt x="26786" y="49374"/>
                    <a:pt x="26789" y="53381"/>
                  </a:cubicBezTo>
                  <a:cubicBezTo>
                    <a:pt x="26780" y="57367"/>
                    <a:pt x="27160" y="61344"/>
                    <a:pt x="27926" y="652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6935432" y="4746836"/>
              <a:ext cx="62345" cy="103590"/>
            </a:xfrm>
            <a:custGeom>
              <a:rect b="b" l="l" r="r" t="t"/>
              <a:pathLst>
                <a:path extrusionOk="0" h="103590" w="62345">
                  <a:moveTo>
                    <a:pt x="25266" y="2527"/>
                  </a:moveTo>
                  <a:lnTo>
                    <a:pt x="25266" y="21476"/>
                  </a:lnTo>
                  <a:lnTo>
                    <a:pt x="25645" y="21476"/>
                  </a:lnTo>
                  <a:cubicBezTo>
                    <a:pt x="26919" y="18370"/>
                    <a:pt x="28619" y="15458"/>
                    <a:pt x="30699" y="12822"/>
                  </a:cubicBezTo>
                  <a:cubicBezTo>
                    <a:pt x="32790" y="10180"/>
                    <a:pt x="35259" y="7860"/>
                    <a:pt x="38026" y="5938"/>
                  </a:cubicBezTo>
                  <a:cubicBezTo>
                    <a:pt x="40736" y="4067"/>
                    <a:pt x="43690" y="2579"/>
                    <a:pt x="46806" y="1516"/>
                  </a:cubicBezTo>
                  <a:cubicBezTo>
                    <a:pt x="49950" y="505"/>
                    <a:pt x="53232" y="-6"/>
                    <a:pt x="56534" y="0"/>
                  </a:cubicBezTo>
                  <a:cubicBezTo>
                    <a:pt x="58507" y="31"/>
                    <a:pt x="60465" y="350"/>
                    <a:pt x="62345" y="947"/>
                  </a:cubicBezTo>
                  <a:lnTo>
                    <a:pt x="62344" y="26782"/>
                  </a:lnTo>
                  <a:cubicBezTo>
                    <a:pt x="61144" y="26782"/>
                    <a:pt x="59627" y="26277"/>
                    <a:pt x="57859" y="26087"/>
                  </a:cubicBezTo>
                  <a:cubicBezTo>
                    <a:pt x="56176" y="25994"/>
                    <a:pt x="54489" y="25994"/>
                    <a:pt x="52806" y="26087"/>
                  </a:cubicBezTo>
                  <a:cubicBezTo>
                    <a:pt x="48558" y="25945"/>
                    <a:pt x="44337" y="26811"/>
                    <a:pt x="40489" y="28614"/>
                  </a:cubicBezTo>
                  <a:cubicBezTo>
                    <a:pt x="37214" y="30181"/>
                    <a:pt x="34405" y="32576"/>
                    <a:pt x="32340" y="35562"/>
                  </a:cubicBezTo>
                  <a:cubicBezTo>
                    <a:pt x="30191" y="38662"/>
                    <a:pt x="28687" y="42164"/>
                    <a:pt x="27919" y="45858"/>
                  </a:cubicBezTo>
                  <a:cubicBezTo>
                    <a:pt x="27009" y="50006"/>
                    <a:pt x="26564" y="54243"/>
                    <a:pt x="26593" y="58490"/>
                  </a:cubicBezTo>
                  <a:lnTo>
                    <a:pt x="26592" y="103590"/>
                  </a:lnTo>
                  <a:lnTo>
                    <a:pt x="0" y="103590"/>
                  </a:lnTo>
                  <a:lnTo>
                    <a:pt x="0" y="25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7005225" y="4746385"/>
              <a:ext cx="95382" cy="106478"/>
            </a:xfrm>
            <a:custGeom>
              <a:rect b="b" l="l" r="r" t="t"/>
              <a:pathLst>
                <a:path extrusionOk="0" h="106478" w="95382">
                  <a:moveTo>
                    <a:pt x="49272" y="20917"/>
                  </a:moveTo>
                  <a:cubicBezTo>
                    <a:pt x="45484" y="20791"/>
                    <a:pt x="41753" y="21851"/>
                    <a:pt x="38597" y="23949"/>
                  </a:cubicBezTo>
                  <a:cubicBezTo>
                    <a:pt x="35724" y="26025"/>
                    <a:pt x="33333" y="28697"/>
                    <a:pt x="31586" y="31782"/>
                  </a:cubicBezTo>
                  <a:cubicBezTo>
                    <a:pt x="29772" y="35081"/>
                    <a:pt x="28473" y="38638"/>
                    <a:pt x="27733" y="42330"/>
                  </a:cubicBezTo>
                  <a:cubicBezTo>
                    <a:pt x="27035" y="46123"/>
                    <a:pt x="26675" y="49970"/>
                    <a:pt x="26659" y="53826"/>
                  </a:cubicBezTo>
                  <a:cubicBezTo>
                    <a:pt x="26678" y="57557"/>
                    <a:pt x="27038" y="61278"/>
                    <a:pt x="27733" y="64943"/>
                  </a:cubicBezTo>
                  <a:cubicBezTo>
                    <a:pt x="28446" y="68536"/>
                    <a:pt x="29679" y="72004"/>
                    <a:pt x="31397" y="75239"/>
                  </a:cubicBezTo>
                  <a:cubicBezTo>
                    <a:pt x="33060" y="78237"/>
                    <a:pt x="35395" y="80810"/>
                    <a:pt x="38218" y="82756"/>
                  </a:cubicBezTo>
                  <a:cubicBezTo>
                    <a:pt x="41331" y="84786"/>
                    <a:pt x="44988" y="85821"/>
                    <a:pt x="48704" y="85724"/>
                  </a:cubicBezTo>
                  <a:cubicBezTo>
                    <a:pt x="54193" y="86075"/>
                    <a:pt x="59564" y="84024"/>
                    <a:pt x="63421" y="80103"/>
                  </a:cubicBezTo>
                  <a:cubicBezTo>
                    <a:pt x="67025" y="75887"/>
                    <a:pt x="69233" y="70656"/>
                    <a:pt x="69737" y="65133"/>
                  </a:cubicBezTo>
                  <a:lnTo>
                    <a:pt x="95382" y="65132"/>
                  </a:lnTo>
                  <a:cubicBezTo>
                    <a:pt x="94503" y="76921"/>
                    <a:pt x="89146" y="87927"/>
                    <a:pt x="80412" y="95894"/>
                  </a:cubicBezTo>
                  <a:cubicBezTo>
                    <a:pt x="71522" y="103141"/>
                    <a:pt x="60291" y="106893"/>
                    <a:pt x="48830" y="106442"/>
                  </a:cubicBezTo>
                  <a:cubicBezTo>
                    <a:pt x="42012" y="106516"/>
                    <a:pt x="35247" y="105227"/>
                    <a:pt x="28933" y="102652"/>
                  </a:cubicBezTo>
                  <a:cubicBezTo>
                    <a:pt x="23079" y="100226"/>
                    <a:pt x="17805" y="96588"/>
                    <a:pt x="13458" y="91978"/>
                  </a:cubicBezTo>
                  <a:cubicBezTo>
                    <a:pt x="9122" y="87220"/>
                    <a:pt x="5754" y="81663"/>
                    <a:pt x="3541" y="75618"/>
                  </a:cubicBezTo>
                  <a:cubicBezTo>
                    <a:pt x="1130" y="68936"/>
                    <a:pt x="-68" y="61877"/>
                    <a:pt x="4" y="54774"/>
                  </a:cubicBezTo>
                  <a:cubicBezTo>
                    <a:pt x="-74" y="47381"/>
                    <a:pt x="1035" y="40023"/>
                    <a:pt x="3289" y="32982"/>
                  </a:cubicBezTo>
                  <a:cubicBezTo>
                    <a:pt x="5255" y="26572"/>
                    <a:pt x="8523" y="20637"/>
                    <a:pt x="12890" y="15548"/>
                  </a:cubicBezTo>
                  <a:cubicBezTo>
                    <a:pt x="17143" y="10617"/>
                    <a:pt x="22455" y="6708"/>
                    <a:pt x="28428" y="4115"/>
                  </a:cubicBezTo>
                  <a:cubicBezTo>
                    <a:pt x="35046" y="1268"/>
                    <a:pt x="42196" y="-132"/>
                    <a:pt x="49398" y="10"/>
                  </a:cubicBezTo>
                  <a:cubicBezTo>
                    <a:pt x="54999" y="-24"/>
                    <a:pt x="60575" y="763"/>
                    <a:pt x="65947" y="2347"/>
                  </a:cubicBezTo>
                  <a:cubicBezTo>
                    <a:pt x="71107" y="3822"/>
                    <a:pt x="75947" y="6242"/>
                    <a:pt x="80223" y="9485"/>
                  </a:cubicBezTo>
                  <a:cubicBezTo>
                    <a:pt x="84436" y="12682"/>
                    <a:pt x="87906" y="16755"/>
                    <a:pt x="90392" y="21423"/>
                  </a:cubicBezTo>
                  <a:cubicBezTo>
                    <a:pt x="93152" y="26652"/>
                    <a:pt x="94685" y="32441"/>
                    <a:pt x="94877" y="38351"/>
                  </a:cubicBezTo>
                  <a:lnTo>
                    <a:pt x="68853" y="38351"/>
                  </a:lnTo>
                  <a:cubicBezTo>
                    <a:pt x="68543" y="28378"/>
                    <a:pt x="60207" y="20546"/>
                    <a:pt x="50235" y="20856"/>
                  </a:cubicBezTo>
                  <a:cubicBezTo>
                    <a:pt x="49893" y="20867"/>
                    <a:pt x="49550" y="20887"/>
                    <a:pt x="49209" y="209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7112729" y="4696684"/>
              <a:ext cx="100131" cy="156151"/>
            </a:xfrm>
            <a:custGeom>
              <a:rect b="b" l="l" r="r" t="t"/>
              <a:pathLst>
                <a:path extrusionOk="0" h="156151" w="100131">
                  <a:moveTo>
                    <a:pt x="3543" y="81104"/>
                  </a:moveTo>
                  <a:cubicBezTo>
                    <a:pt x="5739" y="74857"/>
                    <a:pt x="9177" y="69120"/>
                    <a:pt x="13650" y="64239"/>
                  </a:cubicBezTo>
                  <a:cubicBezTo>
                    <a:pt x="18065" y="59578"/>
                    <a:pt x="23429" y="55916"/>
                    <a:pt x="29378" y="53501"/>
                  </a:cubicBezTo>
                  <a:cubicBezTo>
                    <a:pt x="35926" y="50897"/>
                    <a:pt x="42923" y="49609"/>
                    <a:pt x="49969" y="49711"/>
                  </a:cubicBezTo>
                  <a:cubicBezTo>
                    <a:pt x="57057" y="49609"/>
                    <a:pt x="64095" y="50896"/>
                    <a:pt x="70688" y="53501"/>
                  </a:cubicBezTo>
                  <a:cubicBezTo>
                    <a:pt x="76656" y="55915"/>
                    <a:pt x="82039" y="59576"/>
                    <a:pt x="86479" y="64239"/>
                  </a:cubicBezTo>
                  <a:cubicBezTo>
                    <a:pt x="90973" y="69104"/>
                    <a:pt x="94414" y="74846"/>
                    <a:pt x="96585" y="81104"/>
                  </a:cubicBezTo>
                  <a:cubicBezTo>
                    <a:pt x="99046" y="88166"/>
                    <a:pt x="100244" y="95607"/>
                    <a:pt x="100123" y="103085"/>
                  </a:cubicBezTo>
                  <a:cubicBezTo>
                    <a:pt x="100247" y="110543"/>
                    <a:pt x="99049" y="117963"/>
                    <a:pt x="96585" y="125003"/>
                  </a:cubicBezTo>
                  <a:cubicBezTo>
                    <a:pt x="94429" y="131230"/>
                    <a:pt x="90986" y="136934"/>
                    <a:pt x="86479" y="141742"/>
                  </a:cubicBezTo>
                  <a:cubicBezTo>
                    <a:pt x="82070" y="146425"/>
                    <a:pt x="76676" y="150071"/>
                    <a:pt x="70688" y="152417"/>
                  </a:cubicBezTo>
                  <a:cubicBezTo>
                    <a:pt x="64091" y="154999"/>
                    <a:pt x="57052" y="156266"/>
                    <a:pt x="49969" y="156143"/>
                  </a:cubicBezTo>
                  <a:cubicBezTo>
                    <a:pt x="42927" y="156265"/>
                    <a:pt x="35930" y="154999"/>
                    <a:pt x="29378" y="152417"/>
                  </a:cubicBezTo>
                  <a:cubicBezTo>
                    <a:pt x="23407" y="150070"/>
                    <a:pt x="18035" y="146424"/>
                    <a:pt x="13650" y="141742"/>
                  </a:cubicBezTo>
                  <a:cubicBezTo>
                    <a:pt x="9165" y="136917"/>
                    <a:pt x="5725" y="131218"/>
                    <a:pt x="3543" y="125003"/>
                  </a:cubicBezTo>
                  <a:cubicBezTo>
                    <a:pt x="1102" y="117957"/>
                    <a:pt x="-94" y="110541"/>
                    <a:pt x="6" y="103085"/>
                  </a:cubicBezTo>
                  <a:cubicBezTo>
                    <a:pt x="-83" y="95609"/>
                    <a:pt x="1113" y="88174"/>
                    <a:pt x="3543" y="81104"/>
                  </a:cubicBezTo>
                  <a:close/>
                  <a:moveTo>
                    <a:pt x="27735" y="114960"/>
                  </a:moveTo>
                  <a:cubicBezTo>
                    <a:pt x="28381" y="118608"/>
                    <a:pt x="29664" y="122115"/>
                    <a:pt x="31525" y="125319"/>
                  </a:cubicBezTo>
                  <a:cubicBezTo>
                    <a:pt x="33283" y="128319"/>
                    <a:pt x="35757" y="130836"/>
                    <a:pt x="38726" y="132646"/>
                  </a:cubicBezTo>
                  <a:cubicBezTo>
                    <a:pt x="42146" y="134591"/>
                    <a:pt x="46037" y="135553"/>
                    <a:pt x="49969" y="135425"/>
                  </a:cubicBezTo>
                  <a:cubicBezTo>
                    <a:pt x="53922" y="135551"/>
                    <a:pt x="57833" y="134590"/>
                    <a:pt x="61276" y="132646"/>
                  </a:cubicBezTo>
                  <a:cubicBezTo>
                    <a:pt x="64310" y="130877"/>
                    <a:pt x="66835" y="128353"/>
                    <a:pt x="68603" y="125319"/>
                  </a:cubicBezTo>
                  <a:cubicBezTo>
                    <a:pt x="70486" y="122119"/>
                    <a:pt x="71791" y="118612"/>
                    <a:pt x="72456" y="114960"/>
                  </a:cubicBezTo>
                  <a:cubicBezTo>
                    <a:pt x="73222" y="111048"/>
                    <a:pt x="73603" y="107071"/>
                    <a:pt x="73594" y="103085"/>
                  </a:cubicBezTo>
                  <a:cubicBezTo>
                    <a:pt x="73598" y="99078"/>
                    <a:pt x="73217" y="95080"/>
                    <a:pt x="72456" y="91147"/>
                  </a:cubicBezTo>
                  <a:cubicBezTo>
                    <a:pt x="71791" y="87494"/>
                    <a:pt x="70486" y="83987"/>
                    <a:pt x="68603" y="80788"/>
                  </a:cubicBezTo>
                  <a:cubicBezTo>
                    <a:pt x="66780" y="77796"/>
                    <a:pt x="64268" y="75284"/>
                    <a:pt x="61276" y="73460"/>
                  </a:cubicBezTo>
                  <a:cubicBezTo>
                    <a:pt x="57850" y="71467"/>
                    <a:pt x="53931" y="70481"/>
                    <a:pt x="49969" y="70618"/>
                  </a:cubicBezTo>
                  <a:cubicBezTo>
                    <a:pt x="46028" y="70479"/>
                    <a:pt x="42129" y="71465"/>
                    <a:pt x="38726" y="73460"/>
                  </a:cubicBezTo>
                  <a:cubicBezTo>
                    <a:pt x="35800" y="75323"/>
                    <a:pt x="33337" y="77829"/>
                    <a:pt x="31525" y="80788"/>
                  </a:cubicBezTo>
                  <a:cubicBezTo>
                    <a:pt x="29664" y="83991"/>
                    <a:pt x="28381" y="87498"/>
                    <a:pt x="27735" y="91147"/>
                  </a:cubicBezTo>
                  <a:cubicBezTo>
                    <a:pt x="26904" y="95116"/>
                    <a:pt x="26459" y="99156"/>
                    <a:pt x="26409" y="103211"/>
                  </a:cubicBezTo>
                  <a:cubicBezTo>
                    <a:pt x="26400" y="107197"/>
                    <a:pt x="26781" y="111174"/>
                    <a:pt x="27546" y="115086"/>
                  </a:cubicBezTo>
                  <a:close/>
                  <a:moveTo>
                    <a:pt x="55781" y="0"/>
                  </a:moveTo>
                  <a:lnTo>
                    <a:pt x="35947" y="34614"/>
                  </a:lnTo>
                  <a:lnTo>
                    <a:pt x="54454" y="34614"/>
                  </a:lnTo>
                  <a:lnTo>
                    <a:pt x="849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7230096" y="4746810"/>
              <a:ext cx="90832" cy="103616"/>
            </a:xfrm>
            <a:custGeom>
              <a:rect b="b" l="l" r="r" t="t"/>
              <a:pathLst>
                <a:path extrusionOk="0" h="103616" w="90832">
                  <a:moveTo>
                    <a:pt x="25266" y="2553"/>
                  </a:moveTo>
                  <a:lnTo>
                    <a:pt x="25266" y="16639"/>
                  </a:lnTo>
                  <a:lnTo>
                    <a:pt x="25834" y="16639"/>
                  </a:lnTo>
                  <a:cubicBezTo>
                    <a:pt x="28843" y="11202"/>
                    <a:pt x="33422" y="6800"/>
                    <a:pt x="38972" y="4006"/>
                  </a:cubicBezTo>
                  <a:cubicBezTo>
                    <a:pt x="44061" y="1416"/>
                    <a:pt x="49685" y="53"/>
                    <a:pt x="55395" y="27"/>
                  </a:cubicBezTo>
                  <a:cubicBezTo>
                    <a:pt x="61374" y="-183"/>
                    <a:pt x="67332" y="849"/>
                    <a:pt x="72892" y="3059"/>
                  </a:cubicBezTo>
                  <a:cubicBezTo>
                    <a:pt x="77180" y="4840"/>
                    <a:pt x="80911" y="7741"/>
                    <a:pt x="83693" y="11459"/>
                  </a:cubicBezTo>
                  <a:cubicBezTo>
                    <a:pt x="86431" y="15402"/>
                    <a:pt x="88305" y="19879"/>
                    <a:pt x="89188" y="24598"/>
                  </a:cubicBezTo>
                  <a:cubicBezTo>
                    <a:pt x="90324" y="30232"/>
                    <a:pt x="90875" y="35968"/>
                    <a:pt x="90830" y="41715"/>
                  </a:cubicBezTo>
                  <a:lnTo>
                    <a:pt x="90831" y="103617"/>
                  </a:lnTo>
                  <a:lnTo>
                    <a:pt x="64238" y="103617"/>
                  </a:lnTo>
                  <a:lnTo>
                    <a:pt x="64238" y="46453"/>
                  </a:lnTo>
                  <a:cubicBezTo>
                    <a:pt x="64703" y="39910"/>
                    <a:pt x="63394" y="33364"/>
                    <a:pt x="60448" y="27503"/>
                  </a:cubicBezTo>
                  <a:cubicBezTo>
                    <a:pt x="57552" y="23087"/>
                    <a:pt x="52438" y="20652"/>
                    <a:pt x="47184" y="21187"/>
                  </a:cubicBezTo>
                  <a:cubicBezTo>
                    <a:pt x="41133" y="20620"/>
                    <a:pt x="35209" y="23166"/>
                    <a:pt x="31456" y="27946"/>
                  </a:cubicBezTo>
                  <a:cubicBezTo>
                    <a:pt x="27667" y="34688"/>
                    <a:pt x="25974" y="42407"/>
                    <a:pt x="26592" y="50117"/>
                  </a:cubicBezTo>
                  <a:lnTo>
                    <a:pt x="26592" y="103617"/>
                  </a:lnTo>
                  <a:lnTo>
                    <a:pt x="0" y="103617"/>
                  </a:lnTo>
                  <a:lnTo>
                    <a:pt x="0" y="25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542" name="Google Shape;542;p13">
            <a:hlinkClick r:id="rId4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770" y="3710934"/>
            <a:ext cx="2911956" cy="1637976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3"/>
          <p:cNvSpPr/>
          <p:nvPr/>
        </p:nvSpPr>
        <p:spPr>
          <a:xfrm>
            <a:off x="8151108" y="3473782"/>
            <a:ext cx="3328972" cy="2711536"/>
          </a:xfrm>
          <a:custGeom>
            <a:rect b="b" l="l" r="r" t="t"/>
            <a:pathLst>
              <a:path extrusionOk="0" h="2711536" w="3328972">
                <a:moveTo>
                  <a:pt x="6316" y="6316"/>
                </a:moveTo>
                <a:lnTo>
                  <a:pt x="0" y="6316"/>
                </a:lnTo>
                <a:lnTo>
                  <a:pt x="0" y="2711537"/>
                </a:lnTo>
                <a:lnTo>
                  <a:pt x="3328972" y="2711537"/>
                </a:lnTo>
                <a:lnTo>
                  <a:pt x="3328972" y="0"/>
                </a:lnTo>
                <a:lnTo>
                  <a:pt x="0" y="0"/>
                </a:lnTo>
                <a:lnTo>
                  <a:pt x="0" y="6316"/>
                </a:lnTo>
                <a:lnTo>
                  <a:pt x="6316" y="6316"/>
                </a:lnTo>
                <a:lnTo>
                  <a:pt x="6316" y="12570"/>
                </a:lnTo>
                <a:lnTo>
                  <a:pt x="3316339" y="12570"/>
                </a:lnTo>
                <a:lnTo>
                  <a:pt x="3316339" y="2698904"/>
                </a:lnTo>
                <a:lnTo>
                  <a:pt x="12633" y="2698904"/>
                </a:lnTo>
                <a:lnTo>
                  <a:pt x="12633" y="6316"/>
                </a:lnTo>
                <a:lnTo>
                  <a:pt x="6316" y="6316"/>
                </a:lnTo>
                <a:lnTo>
                  <a:pt x="6316" y="12570"/>
                </a:lnTo>
                <a:lnTo>
                  <a:pt x="6316" y="6316"/>
                </a:lnTo>
                <a:lnTo>
                  <a:pt x="6316" y="6316"/>
                </a:lnTo>
                <a:close/>
              </a:path>
            </a:pathLst>
          </a:custGeom>
          <a:solidFill>
            <a:srgbClr val="A4A7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4433018" y="3470607"/>
            <a:ext cx="3328909" cy="2711536"/>
          </a:xfrm>
          <a:custGeom>
            <a:rect b="b" l="l" r="r" t="t"/>
            <a:pathLst>
              <a:path extrusionOk="0" h="2711536" w="3328909">
                <a:moveTo>
                  <a:pt x="6316" y="6316"/>
                </a:moveTo>
                <a:lnTo>
                  <a:pt x="0" y="6316"/>
                </a:lnTo>
                <a:lnTo>
                  <a:pt x="0" y="2711537"/>
                </a:lnTo>
                <a:lnTo>
                  <a:pt x="3328909" y="2711537"/>
                </a:lnTo>
                <a:lnTo>
                  <a:pt x="3328909" y="0"/>
                </a:lnTo>
                <a:lnTo>
                  <a:pt x="0" y="0"/>
                </a:lnTo>
                <a:lnTo>
                  <a:pt x="0" y="6316"/>
                </a:lnTo>
                <a:lnTo>
                  <a:pt x="6316" y="6316"/>
                </a:lnTo>
                <a:lnTo>
                  <a:pt x="6316" y="12570"/>
                </a:lnTo>
                <a:lnTo>
                  <a:pt x="3316276" y="12570"/>
                </a:lnTo>
                <a:lnTo>
                  <a:pt x="3316276" y="2698904"/>
                </a:lnTo>
                <a:lnTo>
                  <a:pt x="12633" y="2698904"/>
                </a:lnTo>
                <a:lnTo>
                  <a:pt x="12633" y="6316"/>
                </a:lnTo>
                <a:lnTo>
                  <a:pt x="6316" y="6316"/>
                </a:lnTo>
                <a:lnTo>
                  <a:pt x="6316" y="12570"/>
                </a:lnTo>
                <a:lnTo>
                  <a:pt x="6316" y="6316"/>
                </a:lnTo>
                <a:lnTo>
                  <a:pt x="6316" y="6316"/>
                </a:lnTo>
                <a:close/>
              </a:path>
            </a:pathLst>
          </a:custGeom>
          <a:solidFill>
            <a:srgbClr val="A4A7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545" name="Google Shape;545;p13"/>
          <p:cNvGrpSpPr/>
          <p:nvPr/>
        </p:nvGrpSpPr>
        <p:grpSpPr>
          <a:xfrm>
            <a:off x="1584935" y="4154896"/>
            <a:ext cx="1574065" cy="777519"/>
            <a:chOff x="1715622" y="4329823"/>
            <a:chExt cx="1574065" cy="777519"/>
          </a:xfrm>
        </p:grpSpPr>
        <p:sp>
          <p:nvSpPr>
            <p:cNvPr id="546" name="Google Shape;546;p13"/>
            <p:cNvSpPr/>
            <p:nvPr/>
          </p:nvSpPr>
          <p:spPr>
            <a:xfrm>
              <a:off x="1715622" y="4898937"/>
              <a:ext cx="77629" cy="149068"/>
            </a:xfrm>
            <a:custGeom>
              <a:rect b="b" l="l" r="r" t="t"/>
              <a:pathLst>
                <a:path extrusionOk="0" h="149068" w="77629">
                  <a:moveTo>
                    <a:pt x="0" y="148753"/>
                  </a:moveTo>
                  <a:cubicBezTo>
                    <a:pt x="758" y="141300"/>
                    <a:pt x="758" y="132393"/>
                    <a:pt x="1516" y="123487"/>
                  </a:cubicBezTo>
                  <a:lnTo>
                    <a:pt x="1516" y="46868"/>
                  </a:lnTo>
                  <a:cubicBezTo>
                    <a:pt x="758" y="31203"/>
                    <a:pt x="758" y="15665"/>
                    <a:pt x="0" y="0"/>
                  </a:cubicBezTo>
                  <a:lnTo>
                    <a:pt x="9727" y="0"/>
                  </a:lnTo>
                  <a:cubicBezTo>
                    <a:pt x="16421" y="686"/>
                    <a:pt x="23152" y="918"/>
                    <a:pt x="29877" y="695"/>
                  </a:cubicBezTo>
                  <a:cubicBezTo>
                    <a:pt x="40299" y="695"/>
                    <a:pt x="49269" y="695"/>
                    <a:pt x="56785" y="0"/>
                  </a:cubicBezTo>
                  <a:lnTo>
                    <a:pt x="77630" y="0"/>
                  </a:lnTo>
                  <a:lnTo>
                    <a:pt x="77630" y="14149"/>
                  </a:lnTo>
                  <a:cubicBezTo>
                    <a:pt x="73145" y="13391"/>
                    <a:pt x="66449" y="12633"/>
                    <a:pt x="58238" y="11875"/>
                  </a:cubicBezTo>
                  <a:cubicBezTo>
                    <a:pt x="50026" y="11117"/>
                    <a:pt x="39288" y="10422"/>
                    <a:pt x="25392" y="10422"/>
                  </a:cubicBezTo>
                  <a:lnTo>
                    <a:pt x="20150" y="10422"/>
                  </a:lnTo>
                  <a:cubicBezTo>
                    <a:pt x="20150" y="14844"/>
                    <a:pt x="19455" y="19328"/>
                    <a:pt x="19455" y="23813"/>
                  </a:cubicBezTo>
                  <a:lnTo>
                    <a:pt x="19455" y="65502"/>
                  </a:lnTo>
                  <a:lnTo>
                    <a:pt x="36572" y="65502"/>
                  </a:lnTo>
                  <a:cubicBezTo>
                    <a:pt x="44089" y="65502"/>
                    <a:pt x="50026" y="64744"/>
                    <a:pt x="56027" y="64744"/>
                  </a:cubicBezTo>
                  <a:cubicBezTo>
                    <a:pt x="62012" y="64618"/>
                    <a:pt x="67983" y="64112"/>
                    <a:pt x="73903" y="63228"/>
                  </a:cubicBezTo>
                  <a:lnTo>
                    <a:pt x="73903" y="65502"/>
                  </a:lnTo>
                  <a:cubicBezTo>
                    <a:pt x="73336" y="66904"/>
                    <a:pt x="73078" y="68412"/>
                    <a:pt x="73145" y="69923"/>
                  </a:cubicBezTo>
                  <a:cubicBezTo>
                    <a:pt x="73145" y="71439"/>
                    <a:pt x="73145" y="72955"/>
                    <a:pt x="73903" y="73650"/>
                  </a:cubicBezTo>
                  <a:lnTo>
                    <a:pt x="73903" y="75924"/>
                  </a:lnTo>
                  <a:cubicBezTo>
                    <a:pt x="61965" y="75166"/>
                    <a:pt x="52300" y="75166"/>
                    <a:pt x="44089" y="74408"/>
                  </a:cubicBezTo>
                  <a:lnTo>
                    <a:pt x="19455" y="74408"/>
                  </a:lnTo>
                  <a:lnTo>
                    <a:pt x="19455" y="140984"/>
                  </a:lnTo>
                  <a:cubicBezTo>
                    <a:pt x="19455" y="144647"/>
                    <a:pt x="20150" y="146858"/>
                    <a:pt x="20150" y="149069"/>
                  </a:cubicBezTo>
                  <a:cubicBezTo>
                    <a:pt x="18484" y="148501"/>
                    <a:pt x="16728" y="148244"/>
                    <a:pt x="14970" y="148311"/>
                  </a:cubicBezTo>
                  <a:lnTo>
                    <a:pt x="4548" y="148311"/>
                  </a:lnTo>
                  <a:cubicBezTo>
                    <a:pt x="2996" y="148243"/>
                    <a:pt x="1446" y="148501"/>
                    <a:pt x="0" y="1490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1807566" y="4945017"/>
              <a:ext cx="86623" cy="105019"/>
            </a:xfrm>
            <a:custGeom>
              <a:rect b="b" l="l" r="r" t="t"/>
              <a:pathLst>
                <a:path extrusionOk="0" h="105019" w="86623">
                  <a:moveTo>
                    <a:pt x="69316" y="102673"/>
                  </a:moveTo>
                  <a:lnTo>
                    <a:pt x="69316" y="98946"/>
                  </a:lnTo>
                  <a:cubicBezTo>
                    <a:pt x="69317" y="94976"/>
                    <a:pt x="69064" y="91009"/>
                    <a:pt x="68558" y="87071"/>
                  </a:cubicBezTo>
                  <a:lnTo>
                    <a:pt x="68558" y="84861"/>
                  </a:lnTo>
                  <a:cubicBezTo>
                    <a:pt x="65443" y="91156"/>
                    <a:pt x="60486" y="96356"/>
                    <a:pt x="54346" y="99767"/>
                  </a:cubicBezTo>
                  <a:cubicBezTo>
                    <a:pt x="48087" y="103574"/>
                    <a:pt x="40815" y="105381"/>
                    <a:pt x="33502" y="104947"/>
                  </a:cubicBezTo>
                  <a:cubicBezTo>
                    <a:pt x="24216" y="105556"/>
                    <a:pt x="15087" y="102337"/>
                    <a:pt x="8236" y="96041"/>
                  </a:cubicBezTo>
                  <a:cubicBezTo>
                    <a:pt x="2345" y="88406"/>
                    <a:pt x="-553" y="78881"/>
                    <a:pt x="87" y="69259"/>
                  </a:cubicBezTo>
                  <a:lnTo>
                    <a:pt x="87" y="50688"/>
                  </a:lnTo>
                  <a:cubicBezTo>
                    <a:pt x="782" y="39508"/>
                    <a:pt x="782" y="28328"/>
                    <a:pt x="782" y="18664"/>
                  </a:cubicBezTo>
                  <a:lnTo>
                    <a:pt x="782" y="11274"/>
                  </a:lnTo>
                  <a:cubicBezTo>
                    <a:pt x="899" y="7533"/>
                    <a:pt x="666" y="3790"/>
                    <a:pt x="87" y="94"/>
                  </a:cubicBezTo>
                  <a:cubicBezTo>
                    <a:pt x="1540" y="93"/>
                    <a:pt x="3056" y="851"/>
                    <a:pt x="4509" y="851"/>
                  </a:cubicBezTo>
                  <a:lnTo>
                    <a:pt x="14173" y="851"/>
                  </a:lnTo>
                  <a:cubicBezTo>
                    <a:pt x="15689" y="851"/>
                    <a:pt x="17205" y="93"/>
                    <a:pt x="18658" y="93"/>
                  </a:cubicBezTo>
                  <a:cubicBezTo>
                    <a:pt x="17205" y="10516"/>
                    <a:pt x="16447" y="20180"/>
                    <a:pt x="15689" y="30602"/>
                  </a:cubicBezTo>
                  <a:cubicBezTo>
                    <a:pt x="14931" y="41024"/>
                    <a:pt x="14931" y="51446"/>
                    <a:pt x="14931" y="61047"/>
                  </a:cubicBezTo>
                  <a:cubicBezTo>
                    <a:pt x="14151" y="69992"/>
                    <a:pt x="16519" y="78929"/>
                    <a:pt x="21627" y="86313"/>
                  </a:cubicBezTo>
                  <a:cubicBezTo>
                    <a:pt x="26191" y="92309"/>
                    <a:pt x="33607" y="95415"/>
                    <a:pt x="41081" y="94462"/>
                  </a:cubicBezTo>
                  <a:cubicBezTo>
                    <a:pt x="46289" y="94366"/>
                    <a:pt x="51407" y="93092"/>
                    <a:pt x="56051" y="90735"/>
                  </a:cubicBezTo>
                  <a:cubicBezTo>
                    <a:pt x="60403" y="87833"/>
                    <a:pt x="63790" y="83698"/>
                    <a:pt x="65779" y="78860"/>
                  </a:cubicBezTo>
                  <a:cubicBezTo>
                    <a:pt x="67492" y="74303"/>
                    <a:pt x="68493" y="69510"/>
                    <a:pt x="68747" y="64648"/>
                  </a:cubicBezTo>
                  <a:cubicBezTo>
                    <a:pt x="69505" y="58710"/>
                    <a:pt x="69505" y="46077"/>
                    <a:pt x="69505" y="26749"/>
                  </a:cubicBezTo>
                  <a:lnTo>
                    <a:pt x="69505" y="13358"/>
                  </a:lnTo>
                  <a:cubicBezTo>
                    <a:pt x="69505" y="8937"/>
                    <a:pt x="68747" y="4452"/>
                    <a:pt x="68747" y="30"/>
                  </a:cubicBezTo>
                  <a:cubicBezTo>
                    <a:pt x="70276" y="-86"/>
                    <a:pt x="71810" y="152"/>
                    <a:pt x="73232" y="725"/>
                  </a:cubicBezTo>
                  <a:lnTo>
                    <a:pt x="82202" y="725"/>
                  </a:lnTo>
                  <a:cubicBezTo>
                    <a:pt x="83600" y="148"/>
                    <a:pt x="85115" y="-90"/>
                    <a:pt x="86623" y="30"/>
                  </a:cubicBezTo>
                  <a:cubicBezTo>
                    <a:pt x="85917" y="7694"/>
                    <a:pt x="85685" y="15393"/>
                    <a:pt x="85928" y="23085"/>
                  </a:cubicBezTo>
                  <a:cubicBezTo>
                    <a:pt x="85170" y="32750"/>
                    <a:pt x="85170" y="45383"/>
                    <a:pt x="85170" y="60984"/>
                  </a:cubicBezTo>
                  <a:cubicBezTo>
                    <a:pt x="84982" y="68930"/>
                    <a:pt x="85235" y="76880"/>
                    <a:pt x="85928" y="84797"/>
                  </a:cubicBezTo>
                  <a:cubicBezTo>
                    <a:pt x="85813" y="90743"/>
                    <a:pt x="86045" y="96691"/>
                    <a:pt x="86623" y="102610"/>
                  </a:cubicBezTo>
                  <a:cubicBezTo>
                    <a:pt x="85586" y="102605"/>
                    <a:pt x="84567" y="102344"/>
                    <a:pt x="83654" y="101852"/>
                  </a:cubicBezTo>
                  <a:lnTo>
                    <a:pt x="75506" y="101852"/>
                  </a:lnTo>
                  <a:cubicBezTo>
                    <a:pt x="73990" y="101852"/>
                    <a:pt x="71779" y="102610"/>
                    <a:pt x="69190" y="1026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1923624" y="4942648"/>
              <a:ext cx="87010" cy="105042"/>
            </a:xfrm>
            <a:custGeom>
              <a:rect b="b" l="l" r="r" t="t"/>
              <a:pathLst>
                <a:path extrusionOk="0" h="105042" w="87010">
                  <a:moveTo>
                    <a:pt x="253" y="105042"/>
                  </a:moveTo>
                  <a:cubicBezTo>
                    <a:pt x="883" y="100354"/>
                    <a:pt x="1137" y="95622"/>
                    <a:pt x="1011" y="90894"/>
                  </a:cubicBezTo>
                  <a:lnTo>
                    <a:pt x="1011" y="20212"/>
                  </a:lnTo>
                  <a:cubicBezTo>
                    <a:pt x="1200" y="14264"/>
                    <a:pt x="947" y="8310"/>
                    <a:pt x="253" y="2400"/>
                  </a:cubicBezTo>
                  <a:cubicBezTo>
                    <a:pt x="1788" y="2263"/>
                    <a:pt x="3333" y="2524"/>
                    <a:pt x="4738" y="3157"/>
                  </a:cubicBezTo>
                  <a:lnTo>
                    <a:pt x="13707" y="3158"/>
                  </a:lnTo>
                  <a:cubicBezTo>
                    <a:pt x="14962" y="2972"/>
                    <a:pt x="16206" y="2719"/>
                    <a:pt x="17434" y="2400"/>
                  </a:cubicBezTo>
                  <a:lnTo>
                    <a:pt x="17434" y="20970"/>
                  </a:lnTo>
                  <a:cubicBezTo>
                    <a:pt x="21227" y="14740"/>
                    <a:pt x="26336" y="9416"/>
                    <a:pt x="32404" y="5368"/>
                  </a:cubicBezTo>
                  <a:cubicBezTo>
                    <a:pt x="38165" y="1647"/>
                    <a:pt x="44943" y="-186"/>
                    <a:pt x="51795" y="126"/>
                  </a:cubicBezTo>
                  <a:cubicBezTo>
                    <a:pt x="61532" y="-733"/>
                    <a:pt x="71137" y="2840"/>
                    <a:pt x="77945" y="9853"/>
                  </a:cubicBezTo>
                  <a:cubicBezTo>
                    <a:pt x="84422" y="18074"/>
                    <a:pt x="87618" y="28404"/>
                    <a:pt x="86915" y="38846"/>
                  </a:cubicBezTo>
                  <a:lnTo>
                    <a:pt x="86915" y="55205"/>
                  </a:lnTo>
                  <a:cubicBezTo>
                    <a:pt x="86347" y="60386"/>
                    <a:pt x="86094" y="65596"/>
                    <a:pt x="86157" y="70807"/>
                  </a:cubicBezTo>
                  <a:cubicBezTo>
                    <a:pt x="86031" y="76292"/>
                    <a:pt x="86284" y="81780"/>
                    <a:pt x="86915" y="87230"/>
                  </a:cubicBezTo>
                  <a:lnTo>
                    <a:pt x="86915" y="105042"/>
                  </a:lnTo>
                  <a:cubicBezTo>
                    <a:pt x="85507" y="104419"/>
                    <a:pt x="83965" y="104159"/>
                    <a:pt x="82430" y="104285"/>
                  </a:cubicBezTo>
                  <a:cubicBezTo>
                    <a:pt x="81004" y="103722"/>
                    <a:pt x="79477" y="103464"/>
                    <a:pt x="77945" y="103527"/>
                  </a:cubicBezTo>
                  <a:cubicBezTo>
                    <a:pt x="76652" y="103328"/>
                    <a:pt x="75331" y="103596"/>
                    <a:pt x="74219" y="104285"/>
                  </a:cubicBezTo>
                  <a:cubicBezTo>
                    <a:pt x="72440" y="104221"/>
                    <a:pt x="70664" y="104477"/>
                    <a:pt x="68976" y="105042"/>
                  </a:cubicBezTo>
                  <a:cubicBezTo>
                    <a:pt x="69734" y="97589"/>
                    <a:pt x="69734" y="88683"/>
                    <a:pt x="70492" y="78260"/>
                  </a:cubicBezTo>
                  <a:lnTo>
                    <a:pt x="70492" y="43330"/>
                  </a:lnTo>
                  <a:cubicBezTo>
                    <a:pt x="70854" y="34935"/>
                    <a:pt x="68650" y="26629"/>
                    <a:pt x="64176" y="19517"/>
                  </a:cubicBezTo>
                  <a:cubicBezTo>
                    <a:pt x="59762" y="13799"/>
                    <a:pt x="52737" y="10727"/>
                    <a:pt x="45542" y="11369"/>
                  </a:cubicBezTo>
                  <a:cubicBezTo>
                    <a:pt x="41455" y="11307"/>
                    <a:pt x="37397" y="12059"/>
                    <a:pt x="33604" y="13580"/>
                  </a:cubicBezTo>
                  <a:cubicBezTo>
                    <a:pt x="30271" y="15311"/>
                    <a:pt x="27242" y="17573"/>
                    <a:pt x="24634" y="20275"/>
                  </a:cubicBezTo>
                  <a:cubicBezTo>
                    <a:pt x="22028" y="24076"/>
                    <a:pt x="20242" y="28379"/>
                    <a:pt x="19392" y="32908"/>
                  </a:cubicBezTo>
                  <a:cubicBezTo>
                    <a:pt x="17647" y="39970"/>
                    <a:pt x="16903" y="47242"/>
                    <a:pt x="17181" y="54511"/>
                  </a:cubicBezTo>
                  <a:lnTo>
                    <a:pt x="17181" y="64175"/>
                  </a:lnTo>
                  <a:cubicBezTo>
                    <a:pt x="16929" y="73109"/>
                    <a:pt x="17182" y="82051"/>
                    <a:pt x="17939" y="90957"/>
                  </a:cubicBezTo>
                  <a:cubicBezTo>
                    <a:pt x="17760" y="95663"/>
                    <a:pt x="17993" y="100376"/>
                    <a:pt x="18634" y="105042"/>
                  </a:cubicBezTo>
                  <a:cubicBezTo>
                    <a:pt x="16968" y="104474"/>
                    <a:pt x="15213" y="104217"/>
                    <a:pt x="13454" y="104285"/>
                  </a:cubicBezTo>
                  <a:cubicBezTo>
                    <a:pt x="10539" y="103338"/>
                    <a:pt x="7400" y="103338"/>
                    <a:pt x="4485" y="104285"/>
                  </a:cubicBezTo>
                  <a:cubicBezTo>
                    <a:pt x="2953" y="104222"/>
                    <a:pt x="1426" y="104480"/>
                    <a:pt x="0" y="1050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2031372" y="4884788"/>
              <a:ext cx="99305" cy="164394"/>
            </a:xfrm>
            <a:custGeom>
              <a:rect b="b" l="l" r="r" t="t"/>
              <a:pathLst>
                <a:path extrusionOk="0" h="164394" w="99305">
                  <a:moveTo>
                    <a:pt x="50038" y="66197"/>
                  </a:moveTo>
                  <a:lnTo>
                    <a:pt x="50038" y="58048"/>
                  </a:lnTo>
                  <a:cubicBezTo>
                    <a:pt x="55807" y="58683"/>
                    <a:pt x="61390" y="60466"/>
                    <a:pt x="66460" y="63291"/>
                  </a:cubicBezTo>
                  <a:cubicBezTo>
                    <a:pt x="72664" y="66871"/>
                    <a:pt x="77824" y="72010"/>
                    <a:pt x="81430" y="78198"/>
                  </a:cubicBezTo>
                  <a:lnTo>
                    <a:pt x="81430" y="18634"/>
                  </a:lnTo>
                  <a:cubicBezTo>
                    <a:pt x="80798" y="12444"/>
                    <a:pt x="80545" y="6221"/>
                    <a:pt x="80672" y="0"/>
                  </a:cubicBezTo>
                  <a:cubicBezTo>
                    <a:pt x="82883" y="0"/>
                    <a:pt x="84399" y="758"/>
                    <a:pt x="85915" y="758"/>
                  </a:cubicBezTo>
                  <a:lnTo>
                    <a:pt x="89642" y="1516"/>
                  </a:lnTo>
                  <a:cubicBezTo>
                    <a:pt x="91095" y="1516"/>
                    <a:pt x="92611" y="758"/>
                    <a:pt x="94063" y="758"/>
                  </a:cubicBezTo>
                  <a:cubicBezTo>
                    <a:pt x="95516" y="758"/>
                    <a:pt x="97095" y="0"/>
                    <a:pt x="99306" y="0"/>
                  </a:cubicBezTo>
                  <a:cubicBezTo>
                    <a:pt x="98548" y="8148"/>
                    <a:pt x="98548" y="17876"/>
                    <a:pt x="98548" y="29056"/>
                  </a:cubicBezTo>
                  <a:cubicBezTo>
                    <a:pt x="98548" y="40236"/>
                    <a:pt x="97853" y="53564"/>
                    <a:pt x="97853" y="69229"/>
                  </a:cubicBezTo>
                  <a:cubicBezTo>
                    <a:pt x="97853" y="84893"/>
                    <a:pt x="98548" y="100369"/>
                    <a:pt x="98548" y="116034"/>
                  </a:cubicBezTo>
                  <a:cubicBezTo>
                    <a:pt x="98548" y="131699"/>
                    <a:pt x="98548" y="147300"/>
                    <a:pt x="99306" y="162902"/>
                  </a:cubicBezTo>
                  <a:cubicBezTo>
                    <a:pt x="97883" y="162330"/>
                    <a:pt x="96353" y="162072"/>
                    <a:pt x="94821" y="162144"/>
                  </a:cubicBezTo>
                  <a:cubicBezTo>
                    <a:pt x="91928" y="161199"/>
                    <a:pt x="88809" y="161199"/>
                    <a:pt x="85915" y="162144"/>
                  </a:cubicBezTo>
                  <a:cubicBezTo>
                    <a:pt x="84383" y="162072"/>
                    <a:pt x="82853" y="162330"/>
                    <a:pt x="81430" y="162902"/>
                  </a:cubicBezTo>
                  <a:lnTo>
                    <a:pt x="81430" y="141994"/>
                  </a:lnTo>
                  <a:cubicBezTo>
                    <a:pt x="77826" y="148993"/>
                    <a:pt x="72418" y="154902"/>
                    <a:pt x="65766" y="159112"/>
                  </a:cubicBezTo>
                  <a:cubicBezTo>
                    <a:pt x="61001" y="162057"/>
                    <a:pt x="55616" y="163852"/>
                    <a:pt x="50038" y="164355"/>
                  </a:cubicBezTo>
                  <a:lnTo>
                    <a:pt x="50038" y="156207"/>
                  </a:lnTo>
                  <a:cubicBezTo>
                    <a:pt x="59198" y="156168"/>
                    <a:pt x="67789" y="151755"/>
                    <a:pt x="73156" y="144332"/>
                  </a:cubicBezTo>
                  <a:cubicBezTo>
                    <a:pt x="79011" y="133352"/>
                    <a:pt x="81845" y="121014"/>
                    <a:pt x="81367" y="108580"/>
                  </a:cubicBezTo>
                  <a:cubicBezTo>
                    <a:pt x="81890" y="97584"/>
                    <a:pt x="79024" y="86692"/>
                    <a:pt x="73156" y="77377"/>
                  </a:cubicBezTo>
                  <a:cubicBezTo>
                    <a:pt x="68146" y="70023"/>
                    <a:pt x="59684" y="65792"/>
                    <a:pt x="50795" y="66197"/>
                  </a:cubicBezTo>
                  <a:close/>
                  <a:moveTo>
                    <a:pt x="50038" y="66197"/>
                  </a:moveTo>
                  <a:cubicBezTo>
                    <a:pt x="40727" y="66367"/>
                    <a:pt x="32091" y="71086"/>
                    <a:pt x="26919" y="78830"/>
                  </a:cubicBezTo>
                  <a:cubicBezTo>
                    <a:pt x="20603" y="86283"/>
                    <a:pt x="18771" y="98158"/>
                    <a:pt x="18771" y="112307"/>
                  </a:cubicBezTo>
                  <a:cubicBezTo>
                    <a:pt x="18034" y="123725"/>
                    <a:pt x="20623" y="135112"/>
                    <a:pt x="26224" y="145089"/>
                  </a:cubicBezTo>
                  <a:cubicBezTo>
                    <a:pt x="31248" y="152419"/>
                    <a:pt x="39709" y="156625"/>
                    <a:pt x="48585" y="156207"/>
                  </a:cubicBezTo>
                  <a:lnTo>
                    <a:pt x="50101" y="156207"/>
                  </a:lnTo>
                  <a:lnTo>
                    <a:pt x="50101" y="164355"/>
                  </a:lnTo>
                  <a:lnTo>
                    <a:pt x="44100" y="164355"/>
                  </a:lnTo>
                  <a:cubicBezTo>
                    <a:pt x="31781" y="164908"/>
                    <a:pt x="19911" y="159675"/>
                    <a:pt x="12012" y="150206"/>
                  </a:cubicBezTo>
                  <a:cubicBezTo>
                    <a:pt x="3762" y="139604"/>
                    <a:pt x="-467" y="126424"/>
                    <a:pt x="74" y="113002"/>
                  </a:cubicBezTo>
                  <a:cubicBezTo>
                    <a:pt x="-666" y="98624"/>
                    <a:pt x="4151" y="84512"/>
                    <a:pt x="13528" y="73587"/>
                  </a:cubicBezTo>
                  <a:cubicBezTo>
                    <a:pt x="21335" y="63412"/>
                    <a:pt x="33555" y="57608"/>
                    <a:pt x="46374" y="57985"/>
                  </a:cubicBezTo>
                  <a:lnTo>
                    <a:pt x="50101" y="57985"/>
                  </a:lnTo>
                  <a:lnTo>
                    <a:pt x="50101" y="661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2150607" y="4942626"/>
              <a:ext cx="92693" cy="106562"/>
            </a:xfrm>
            <a:custGeom>
              <a:rect b="b" l="l" r="r" t="t"/>
              <a:pathLst>
                <a:path extrusionOk="0" h="106562" w="92693">
                  <a:moveTo>
                    <a:pt x="62880" y="50743"/>
                  </a:moveTo>
                  <a:cubicBezTo>
                    <a:pt x="55283" y="51774"/>
                    <a:pt x="47797" y="53508"/>
                    <a:pt x="40520" y="55923"/>
                  </a:cubicBezTo>
                  <a:lnTo>
                    <a:pt x="40520" y="48532"/>
                  </a:lnTo>
                  <a:cubicBezTo>
                    <a:pt x="48578" y="47729"/>
                    <a:pt x="56417" y="45437"/>
                    <a:pt x="63638" y="41774"/>
                  </a:cubicBezTo>
                  <a:lnTo>
                    <a:pt x="63638" y="37289"/>
                  </a:lnTo>
                  <a:cubicBezTo>
                    <a:pt x="64268" y="29623"/>
                    <a:pt x="62140" y="21985"/>
                    <a:pt x="57637" y="15750"/>
                  </a:cubicBezTo>
                  <a:cubicBezTo>
                    <a:pt x="53309" y="10901"/>
                    <a:pt x="46924" y="8413"/>
                    <a:pt x="40457" y="9054"/>
                  </a:cubicBezTo>
                  <a:lnTo>
                    <a:pt x="40457" y="906"/>
                  </a:lnTo>
                  <a:cubicBezTo>
                    <a:pt x="41973" y="906"/>
                    <a:pt x="43489" y="148"/>
                    <a:pt x="44941" y="148"/>
                  </a:cubicBezTo>
                  <a:cubicBezTo>
                    <a:pt x="54530" y="-753"/>
                    <a:pt x="64046" y="2488"/>
                    <a:pt x="71092" y="9054"/>
                  </a:cubicBezTo>
                  <a:cubicBezTo>
                    <a:pt x="77161" y="17157"/>
                    <a:pt x="80059" y="27198"/>
                    <a:pt x="79240" y="37289"/>
                  </a:cubicBezTo>
                  <a:lnTo>
                    <a:pt x="79240" y="39563"/>
                  </a:lnTo>
                  <a:lnTo>
                    <a:pt x="78482" y="76704"/>
                  </a:lnTo>
                  <a:lnTo>
                    <a:pt x="78482" y="83020"/>
                  </a:lnTo>
                  <a:cubicBezTo>
                    <a:pt x="78101" y="87114"/>
                    <a:pt x="78890" y="91232"/>
                    <a:pt x="80756" y="94895"/>
                  </a:cubicBezTo>
                  <a:cubicBezTo>
                    <a:pt x="81715" y="95891"/>
                    <a:pt x="82878" y="96667"/>
                    <a:pt x="84167" y="97169"/>
                  </a:cubicBezTo>
                  <a:cubicBezTo>
                    <a:pt x="85445" y="97705"/>
                    <a:pt x="86823" y="97963"/>
                    <a:pt x="88209" y="97927"/>
                  </a:cubicBezTo>
                  <a:lnTo>
                    <a:pt x="89409" y="97927"/>
                  </a:lnTo>
                  <a:lnTo>
                    <a:pt x="90420" y="97295"/>
                  </a:lnTo>
                  <a:lnTo>
                    <a:pt x="91936" y="97295"/>
                  </a:lnTo>
                  <a:lnTo>
                    <a:pt x="92694" y="101780"/>
                  </a:lnTo>
                  <a:lnTo>
                    <a:pt x="91936" y="101780"/>
                  </a:lnTo>
                  <a:cubicBezTo>
                    <a:pt x="86379" y="103695"/>
                    <a:pt x="80610" y="104926"/>
                    <a:pt x="74755" y="105444"/>
                  </a:cubicBezTo>
                  <a:cubicBezTo>
                    <a:pt x="71784" y="105390"/>
                    <a:pt x="68916" y="104345"/>
                    <a:pt x="66607" y="102475"/>
                  </a:cubicBezTo>
                  <a:cubicBezTo>
                    <a:pt x="64654" y="99575"/>
                    <a:pt x="63380" y="96271"/>
                    <a:pt x="62880" y="92811"/>
                  </a:cubicBezTo>
                  <a:cubicBezTo>
                    <a:pt x="58584" y="97188"/>
                    <a:pt x="53507" y="100723"/>
                    <a:pt x="47910" y="103233"/>
                  </a:cubicBezTo>
                  <a:cubicBezTo>
                    <a:pt x="45562" y="104535"/>
                    <a:pt x="43057" y="105533"/>
                    <a:pt x="40457" y="106201"/>
                  </a:cubicBezTo>
                  <a:lnTo>
                    <a:pt x="40457" y="98053"/>
                  </a:lnTo>
                  <a:cubicBezTo>
                    <a:pt x="43316" y="98017"/>
                    <a:pt x="46119" y="97256"/>
                    <a:pt x="48605" y="95843"/>
                  </a:cubicBezTo>
                  <a:cubicBezTo>
                    <a:pt x="52434" y="94220"/>
                    <a:pt x="55959" y="91955"/>
                    <a:pt x="59027" y="89147"/>
                  </a:cubicBezTo>
                  <a:cubicBezTo>
                    <a:pt x="60279" y="87844"/>
                    <a:pt x="61285" y="86324"/>
                    <a:pt x="61996" y="84662"/>
                  </a:cubicBezTo>
                  <a:cubicBezTo>
                    <a:pt x="62754" y="83968"/>
                    <a:pt x="62754" y="81757"/>
                    <a:pt x="62754" y="79483"/>
                  </a:cubicBezTo>
                  <a:lnTo>
                    <a:pt x="62754" y="51122"/>
                  </a:lnTo>
                  <a:close/>
                  <a:moveTo>
                    <a:pt x="40394" y="55923"/>
                  </a:moveTo>
                  <a:cubicBezTo>
                    <a:pt x="35352" y="56696"/>
                    <a:pt x="30518" y="58479"/>
                    <a:pt x="26181" y="61165"/>
                  </a:cubicBezTo>
                  <a:cubicBezTo>
                    <a:pt x="23483" y="62945"/>
                    <a:pt x="21304" y="65408"/>
                    <a:pt x="19865" y="68303"/>
                  </a:cubicBezTo>
                  <a:cubicBezTo>
                    <a:pt x="18430" y="71157"/>
                    <a:pt x="17755" y="74334"/>
                    <a:pt x="17907" y="77525"/>
                  </a:cubicBezTo>
                  <a:cubicBezTo>
                    <a:pt x="17451" y="83014"/>
                    <a:pt x="19358" y="88437"/>
                    <a:pt x="23149" y="92432"/>
                  </a:cubicBezTo>
                  <a:cubicBezTo>
                    <a:pt x="26853" y="96189"/>
                    <a:pt x="32045" y="98089"/>
                    <a:pt x="37298" y="97611"/>
                  </a:cubicBezTo>
                  <a:lnTo>
                    <a:pt x="40330" y="97611"/>
                  </a:lnTo>
                  <a:lnTo>
                    <a:pt x="40330" y="105759"/>
                  </a:lnTo>
                  <a:cubicBezTo>
                    <a:pt x="36873" y="106391"/>
                    <a:pt x="33357" y="106645"/>
                    <a:pt x="29845" y="106517"/>
                  </a:cubicBezTo>
                  <a:cubicBezTo>
                    <a:pt x="21823" y="106927"/>
                    <a:pt x="13912" y="104513"/>
                    <a:pt x="7485" y="99696"/>
                  </a:cubicBezTo>
                  <a:cubicBezTo>
                    <a:pt x="4998" y="97149"/>
                    <a:pt x="3063" y="94117"/>
                    <a:pt x="1800" y="90789"/>
                  </a:cubicBezTo>
                  <a:cubicBezTo>
                    <a:pt x="515" y="87470"/>
                    <a:pt x="-86" y="83925"/>
                    <a:pt x="31" y="80367"/>
                  </a:cubicBezTo>
                  <a:cubicBezTo>
                    <a:pt x="-286" y="73665"/>
                    <a:pt x="1822" y="67072"/>
                    <a:pt x="5969" y="61797"/>
                  </a:cubicBezTo>
                  <a:cubicBezTo>
                    <a:pt x="11165" y="56368"/>
                    <a:pt x="17959" y="52739"/>
                    <a:pt x="25360" y="51438"/>
                  </a:cubicBezTo>
                  <a:cubicBezTo>
                    <a:pt x="29087" y="50680"/>
                    <a:pt x="33572" y="49922"/>
                    <a:pt x="40330" y="49164"/>
                  </a:cubicBezTo>
                  <a:lnTo>
                    <a:pt x="40330" y="55859"/>
                  </a:lnTo>
                  <a:close/>
                  <a:moveTo>
                    <a:pt x="40394" y="906"/>
                  </a:moveTo>
                  <a:lnTo>
                    <a:pt x="40394" y="8865"/>
                  </a:lnTo>
                  <a:lnTo>
                    <a:pt x="38878" y="8865"/>
                  </a:lnTo>
                  <a:cubicBezTo>
                    <a:pt x="33400" y="8507"/>
                    <a:pt x="27942" y="9805"/>
                    <a:pt x="23213" y="12591"/>
                  </a:cubicBezTo>
                  <a:cubicBezTo>
                    <a:pt x="18220" y="15062"/>
                    <a:pt x="14067" y="18951"/>
                    <a:pt x="11274" y="23772"/>
                  </a:cubicBezTo>
                  <a:lnTo>
                    <a:pt x="9001" y="23772"/>
                  </a:lnTo>
                  <a:lnTo>
                    <a:pt x="9759" y="12591"/>
                  </a:lnTo>
                  <a:cubicBezTo>
                    <a:pt x="14249" y="8489"/>
                    <a:pt x="19602" y="5445"/>
                    <a:pt x="25423" y="3685"/>
                  </a:cubicBezTo>
                  <a:cubicBezTo>
                    <a:pt x="30188" y="1636"/>
                    <a:pt x="35334" y="624"/>
                    <a:pt x="40520" y="7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2253002" y="4942873"/>
              <a:ext cx="89909" cy="107071"/>
            </a:xfrm>
            <a:custGeom>
              <a:rect b="b" l="l" r="r" t="t"/>
              <a:pathLst>
                <a:path extrusionOk="0" h="107071" w="89909">
                  <a:moveTo>
                    <a:pt x="88141" y="95911"/>
                  </a:moveTo>
                  <a:cubicBezTo>
                    <a:pt x="83325" y="99777"/>
                    <a:pt x="77719" y="102537"/>
                    <a:pt x="71718" y="103996"/>
                  </a:cubicBezTo>
                  <a:cubicBezTo>
                    <a:pt x="64992" y="106274"/>
                    <a:pt x="57906" y="107302"/>
                    <a:pt x="50810" y="107028"/>
                  </a:cubicBezTo>
                  <a:cubicBezTo>
                    <a:pt x="36821" y="107480"/>
                    <a:pt x="23281" y="102051"/>
                    <a:pt x="13480" y="92058"/>
                  </a:cubicBezTo>
                  <a:cubicBezTo>
                    <a:pt x="4109" y="81483"/>
                    <a:pt x="-704" y="67635"/>
                    <a:pt x="89" y="53527"/>
                  </a:cubicBezTo>
                  <a:cubicBezTo>
                    <a:pt x="-750" y="39258"/>
                    <a:pt x="4374" y="25280"/>
                    <a:pt x="14238" y="14934"/>
                  </a:cubicBezTo>
                  <a:cubicBezTo>
                    <a:pt x="24927" y="4929"/>
                    <a:pt x="39146" y="-431"/>
                    <a:pt x="53779" y="27"/>
                  </a:cubicBezTo>
                  <a:cubicBezTo>
                    <a:pt x="60165" y="3"/>
                    <a:pt x="66529" y="767"/>
                    <a:pt x="72729" y="2301"/>
                  </a:cubicBezTo>
                  <a:cubicBezTo>
                    <a:pt x="78634" y="3885"/>
                    <a:pt x="84384" y="5999"/>
                    <a:pt x="89909" y="8617"/>
                  </a:cubicBezTo>
                  <a:cubicBezTo>
                    <a:pt x="88382" y="11481"/>
                    <a:pt x="87134" y="14484"/>
                    <a:pt x="86183" y="17587"/>
                  </a:cubicBezTo>
                  <a:cubicBezTo>
                    <a:pt x="85425" y="20555"/>
                    <a:pt x="84667" y="23524"/>
                    <a:pt x="83909" y="27251"/>
                  </a:cubicBezTo>
                  <a:cubicBezTo>
                    <a:pt x="81198" y="21192"/>
                    <a:pt x="77110" y="15850"/>
                    <a:pt x="71971" y="11649"/>
                  </a:cubicBezTo>
                  <a:cubicBezTo>
                    <a:pt x="66549" y="8378"/>
                    <a:pt x="60362" y="6592"/>
                    <a:pt x="54032" y="6470"/>
                  </a:cubicBezTo>
                  <a:cubicBezTo>
                    <a:pt x="48884" y="6344"/>
                    <a:pt x="43779" y="7426"/>
                    <a:pt x="39125" y="9628"/>
                  </a:cubicBezTo>
                  <a:cubicBezTo>
                    <a:pt x="34471" y="11828"/>
                    <a:pt x="30386" y="15070"/>
                    <a:pt x="27187" y="19103"/>
                  </a:cubicBezTo>
                  <a:cubicBezTo>
                    <a:pt x="20326" y="29162"/>
                    <a:pt x="16913" y="41174"/>
                    <a:pt x="17459" y="53338"/>
                  </a:cubicBezTo>
                  <a:cubicBezTo>
                    <a:pt x="16906" y="65383"/>
                    <a:pt x="20618" y="77238"/>
                    <a:pt x="27945" y="86815"/>
                  </a:cubicBezTo>
                  <a:cubicBezTo>
                    <a:pt x="33324" y="93103"/>
                    <a:pt x="40709" y="97342"/>
                    <a:pt x="48852" y="98817"/>
                  </a:cubicBezTo>
                  <a:cubicBezTo>
                    <a:pt x="57018" y="100287"/>
                    <a:pt x="65440" y="98928"/>
                    <a:pt x="72729" y="94964"/>
                  </a:cubicBezTo>
                  <a:cubicBezTo>
                    <a:pt x="78781" y="92213"/>
                    <a:pt x="84136" y="88132"/>
                    <a:pt x="88393" y="83025"/>
                  </a:cubicBezTo>
                  <a:lnTo>
                    <a:pt x="88393" y="9565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2359081" y="4896046"/>
              <a:ext cx="22297" cy="151770"/>
            </a:xfrm>
            <a:custGeom>
              <a:rect b="b" l="l" r="r" t="t"/>
              <a:pathLst>
                <a:path extrusionOk="0" h="151770" w="22297">
                  <a:moveTo>
                    <a:pt x="2211" y="151644"/>
                  </a:moveTo>
                  <a:cubicBezTo>
                    <a:pt x="2211" y="141222"/>
                    <a:pt x="2969" y="132316"/>
                    <a:pt x="2969" y="123347"/>
                  </a:cubicBezTo>
                  <a:lnTo>
                    <a:pt x="2969" y="74394"/>
                  </a:lnTo>
                  <a:cubicBezTo>
                    <a:pt x="2969" y="66246"/>
                    <a:pt x="2211" y="58034"/>
                    <a:pt x="2211" y="49128"/>
                  </a:cubicBezTo>
                  <a:cubicBezTo>
                    <a:pt x="3727" y="49128"/>
                    <a:pt x="5180" y="49886"/>
                    <a:pt x="6695" y="49886"/>
                  </a:cubicBezTo>
                  <a:lnTo>
                    <a:pt x="15665" y="49886"/>
                  </a:lnTo>
                  <a:cubicBezTo>
                    <a:pt x="17049" y="49257"/>
                    <a:pt x="18572" y="48996"/>
                    <a:pt x="20087" y="49128"/>
                  </a:cubicBezTo>
                  <a:cubicBezTo>
                    <a:pt x="19392" y="58034"/>
                    <a:pt x="19392" y="66941"/>
                    <a:pt x="19392" y="74394"/>
                  </a:cubicBezTo>
                  <a:lnTo>
                    <a:pt x="19392" y="123473"/>
                  </a:lnTo>
                  <a:cubicBezTo>
                    <a:pt x="19392" y="132442"/>
                    <a:pt x="19392" y="141349"/>
                    <a:pt x="20087" y="151771"/>
                  </a:cubicBezTo>
                  <a:cubicBezTo>
                    <a:pt x="18702" y="151142"/>
                    <a:pt x="17179" y="150881"/>
                    <a:pt x="15665" y="151013"/>
                  </a:cubicBezTo>
                  <a:cubicBezTo>
                    <a:pt x="14149" y="151013"/>
                    <a:pt x="12696" y="150255"/>
                    <a:pt x="11180" y="150255"/>
                  </a:cubicBezTo>
                  <a:close/>
                  <a:moveTo>
                    <a:pt x="0" y="11229"/>
                  </a:moveTo>
                  <a:cubicBezTo>
                    <a:pt x="181" y="8264"/>
                    <a:pt x="1212" y="5413"/>
                    <a:pt x="2969" y="3018"/>
                  </a:cubicBezTo>
                  <a:cubicBezTo>
                    <a:pt x="4052" y="1980"/>
                    <a:pt x="5344" y="1183"/>
                    <a:pt x="6759" y="681"/>
                  </a:cubicBezTo>
                  <a:cubicBezTo>
                    <a:pt x="8156" y="185"/>
                    <a:pt x="9637" y="-30"/>
                    <a:pt x="11117" y="49"/>
                  </a:cubicBezTo>
                  <a:cubicBezTo>
                    <a:pt x="13940" y="-254"/>
                    <a:pt x="16729" y="857"/>
                    <a:pt x="18570" y="3018"/>
                  </a:cubicBezTo>
                  <a:cubicBezTo>
                    <a:pt x="20844" y="5158"/>
                    <a:pt x="22183" y="8108"/>
                    <a:pt x="22297" y="11229"/>
                  </a:cubicBezTo>
                  <a:cubicBezTo>
                    <a:pt x="22159" y="14110"/>
                    <a:pt x="20804" y="16796"/>
                    <a:pt x="18570" y="18620"/>
                  </a:cubicBezTo>
                  <a:cubicBezTo>
                    <a:pt x="17723" y="19804"/>
                    <a:pt x="16594" y="20759"/>
                    <a:pt x="15286" y="21399"/>
                  </a:cubicBezTo>
                  <a:cubicBezTo>
                    <a:pt x="13988" y="22030"/>
                    <a:pt x="12561" y="22354"/>
                    <a:pt x="11117" y="22346"/>
                  </a:cubicBezTo>
                  <a:cubicBezTo>
                    <a:pt x="8017" y="22222"/>
                    <a:pt x="5090" y="20884"/>
                    <a:pt x="2969" y="18620"/>
                  </a:cubicBezTo>
                  <a:cubicBezTo>
                    <a:pt x="1231" y="16527"/>
                    <a:pt x="193" y="13942"/>
                    <a:pt x="0" y="112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53" name="Google Shape;553;p13"/>
            <p:cNvSpPr/>
            <p:nvPr/>
          </p:nvSpPr>
          <p:spPr>
            <a:xfrm>
              <a:off x="2402286" y="4893042"/>
              <a:ext cx="103150" cy="156217"/>
            </a:xfrm>
            <a:custGeom>
              <a:rect b="b" l="l" r="r" t="t"/>
              <a:pathLst>
                <a:path extrusionOk="0" h="156217" w="103150">
                  <a:moveTo>
                    <a:pt x="51542" y="150163"/>
                  </a:moveTo>
                  <a:cubicBezTo>
                    <a:pt x="61241" y="150663"/>
                    <a:pt x="70526" y="146187"/>
                    <a:pt x="76177" y="138288"/>
                  </a:cubicBezTo>
                  <a:cubicBezTo>
                    <a:pt x="82177" y="130835"/>
                    <a:pt x="84388" y="118960"/>
                    <a:pt x="84388" y="104811"/>
                  </a:cubicBezTo>
                  <a:cubicBezTo>
                    <a:pt x="84388" y="89209"/>
                    <a:pt x="82114" y="76513"/>
                    <a:pt x="76177" y="68365"/>
                  </a:cubicBezTo>
                  <a:cubicBezTo>
                    <a:pt x="70534" y="60457"/>
                    <a:pt x="61244" y="55979"/>
                    <a:pt x="51543" y="56490"/>
                  </a:cubicBezTo>
                  <a:lnTo>
                    <a:pt x="51542" y="49795"/>
                  </a:lnTo>
                  <a:cubicBezTo>
                    <a:pt x="65524" y="49318"/>
                    <a:pt x="79065" y="54725"/>
                    <a:pt x="88873" y="64701"/>
                  </a:cubicBezTo>
                  <a:cubicBezTo>
                    <a:pt x="98666" y="75121"/>
                    <a:pt x="103797" y="89077"/>
                    <a:pt x="103085" y="103358"/>
                  </a:cubicBezTo>
                  <a:cubicBezTo>
                    <a:pt x="103671" y="117639"/>
                    <a:pt x="98558" y="131567"/>
                    <a:pt x="88873" y="142078"/>
                  </a:cubicBezTo>
                  <a:cubicBezTo>
                    <a:pt x="78860" y="151651"/>
                    <a:pt x="65383" y="156736"/>
                    <a:pt x="51542" y="156164"/>
                  </a:cubicBezTo>
                  <a:lnTo>
                    <a:pt x="51542" y="150227"/>
                  </a:lnTo>
                  <a:close/>
                  <a:moveTo>
                    <a:pt x="51542" y="30466"/>
                  </a:moveTo>
                  <a:lnTo>
                    <a:pt x="51542" y="18528"/>
                  </a:lnTo>
                  <a:lnTo>
                    <a:pt x="63481" y="5895"/>
                  </a:lnTo>
                  <a:cubicBezTo>
                    <a:pt x="65240" y="4120"/>
                    <a:pt x="67265" y="2629"/>
                    <a:pt x="69481" y="1473"/>
                  </a:cubicBezTo>
                  <a:cubicBezTo>
                    <a:pt x="70819" y="645"/>
                    <a:pt x="72335" y="147"/>
                    <a:pt x="73903" y="21"/>
                  </a:cubicBezTo>
                  <a:cubicBezTo>
                    <a:pt x="76223" y="-142"/>
                    <a:pt x="78507" y="658"/>
                    <a:pt x="80219" y="2231"/>
                  </a:cubicBezTo>
                  <a:cubicBezTo>
                    <a:pt x="81138" y="3806"/>
                    <a:pt x="81638" y="5589"/>
                    <a:pt x="81672" y="7411"/>
                  </a:cubicBezTo>
                  <a:cubicBezTo>
                    <a:pt x="81863" y="8200"/>
                    <a:pt x="81863" y="9022"/>
                    <a:pt x="81672" y="9811"/>
                  </a:cubicBezTo>
                  <a:cubicBezTo>
                    <a:pt x="81390" y="10582"/>
                    <a:pt x="80961" y="11290"/>
                    <a:pt x="80409" y="11896"/>
                  </a:cubicBezTo>
                  <a:cubicBezTo>
                    <a:pt x="79281" y="13718"/>
                    <a:pt x="77746" y="15253"/>
                    <a:pt x="75924" y="16380"/>
                  </a:cubicBezTo>
                  <a:lnTo>
                    <a:pt x="52048" y="30529"/>
                  </a:lnTo>
                  <a:close/>
                  <a:moveTo>
                    <a:pt x="51542" y="56490"/>
                  </a:moveTo>
                  <a:cubicBezTo>
                    <a:pt x="41766" y="55669"/>
                    <a:pt x="32321" y="60247"/>
                    <a:pt x="26908" y="68428"/>
                  </a:cubicBezTo>
                  <a:cubicBezTo>
                    <a:pt x="20971" y="76513"/>
                    <a:pt x="18760" y="87757"/>
                    <a:pt x="18760" y="103358"/>
                  </a:cubicBezTo>
                  <a:cubicBezTo>
                    <a:pt x="18760" y="118960"/>
                    <a:pt x="20971" y="130140"/>
                    <a:pt x="26908" y="138352"/>
                  </a:cubicBezTo>
                  <a:cubicBezTo>
                    <a:pt x="32574" y="146232"/>
                    <a:pt x="41848" y="150702"/>
                    <a:pt x="51542" y="150227"/>
                  </a:cubicBezTo>
                  <a:lnTo>
                    <a:pt x="51542" y="156164"/>
                  </a:lnTo>
                  <a:cubicBezTo>
                    <a:pt x="37530" y="156819"/>
                    <a:pt x="23919" y="151383"/>
                    <a:pt x="14212" y="141257"/>
                  </a:cubicBezTo>
                  <a:cubicBezTo>
                    <a:pt x="4483" y="131109"/>
                    <a:pt x="-635" y="117400"/>
                    <a:pt x="63" y="103358"/>
                  </a:cubicBezTo>
                  <a:cubicBezTo>
                    <a:pt x="-516" y="89109"/>
                    <a:pt x="4571" y="75210"/>
                    <a:pt x="14212" y="64702"/>
                  </a:cubicBezTo>
                  <a:cubicBezTo>
                    <a:pt x="24094" y="54831"/>
                    <a:pt x="37578" y="49424"/>
                    <a:pt x="51542" y="49732"/>
                  </a:cubicBezTo>
                  <a:lnTo>
                    <a:pt x="51542" y="56553"/>
                  </a:lnTo>
                  <a:close/>
                  <a:moveTo>
                    <a:pt x="51542" y="18591"/>
                  </a:moveTo>
                  <a:lnTo>
                    <a:pt x="51542" y="30529"/>
                  </a:lnTo>
                  <a:lnTo>
                    <a:pt x="39604" y="37920"/>
                  </a:lnTo>
                  <a:lnTo>
                    <a:pt x="32909" y="37920"/>
                  </a:lnTo>
                  <a:lnTo>
                    <a:pt x="51542" y="185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2592918" y="4898104"/>
              <a:ext cx="95331" cy="149712"/>
            </a:xfrm>
            <a:custGeom>
              <a:rect b="b" l="l" r="r" t="t"/>
              <a:pathLst>
                <a:path extrusionOk="0" h="149712" w="95331">
                  <a:moveTo>
                    <a:pt x="46805" y="72336"/>
                  </a:moveTo>
                  <a:cubicBezTo>
                    <a:pt x="52653" y="71161"/>
                    <a:pt x="58225" y="68889"/>
                    <a:pt x="63228" y="65640"/>
                  </a:cubicBezTo>
                  <a:cubicBezTo>
                    <a:pt x="71290" y="59834"/>
                    <a:pt x="75800" y="50289"/>
                    <a:pt x="75166" y="40374"/>
                  </a:cubicBezTo>
                  <a:cubicBezTo>
                    <a:pt x="75723" y="31147"/>
                    <a:pt x="72161" y="22148"/>
                    <a:pt x="65439" y="15803"/>
                  </a:cubicBezTo>
                  <a:cubicBezTo>
                    <a:pt x="59741" y="12341"/>
                    <a:pt x="53403" y="10064"/>
                    <a:pt x="46805" y="9108"/>
                  </a:cubicBezTo>
                  <a:lnTo>
                    <a:pt x="46805" y="201"/>
                  </a:lnTo>
                  <a:cubicBezTo>
                    <a:pt x="62470" y="201"/>
                    <a:pt x="74408" y="3170"/>
                    <a:pt x="82619" y="9866"/>
                  </a:cubicBezTo>
                  <a:cubicBezTo>
                    <a:pt x="91277" y="16608"/>
                    <a:pt x="96013" y="27216"/>
                    <a:pt x="95252" y="38163"/>
                  </a:cubicBezTo>
                  <a:cubicBezTo>
                    <a:pt x="95929" y="51023"/>
                    <a:pt x="90029" y="63346"/>
                    <a:pt x="79587" y="70883"/>
                  </a:cubicBezTo>
                  <a:cubicBezTo>
                    <a:pt x="69856" y="77408"/>
                    <a:pt x="58456" y="81004"/>
                    <a:pt x="46742" y="81242"/>
                  </a:cubicBezTo>
                  <a:lnTo>
                    <a:pt x="46742" y="72336"/>
                  </a:lnTo>
                  <a:close/>
                  <a:moveTo>
                    <a:pt x="18444" y="73852"/>
                  </a:moveTo>
                  <a:lnTo>
                    <a:pt x="28108" y="73852"/>
                  </a:lnTo>
                  <a:cubicBezTo>
                    <a:pt x="34453" y="73800"/>
                    <a:pt x="40785" y="73293"/>
                    <a:pt x="47058" y="72336"/>
                  </a:cubicBezTo>
                  <a:lnTo>
                    <a:pt x="47058" y="81242"/>
                  </a:lnTo>
                  <a:cubicBezTo>
                    <a:pt x="43119" y="81934"/>
                    <a:pt x="39115" y="82189"/>
                    <a:pt x="35119" y="82000"/>
                  </a:cubicBezTo>
                  <a:lnTo>
                    <a:pt x="28361" y="82000"/>
                  </a:lnTo>
                  <a:cubicBezTo>
                    <a:pt x="25121" y="82127"/>
                    <a:pt x="21877" y="81873"/>
                    <a:pt x="18697" y="81242"/>
                  </a:cubicBezTo>
                  <a:lnTo>
                    <a:pt x="18697" y="128110"/>
                  </a:lnTo>
                  <a:cubicBezTo>
                    <a:pt x="18697" y="134806"/>
                    <a:pt x="19391" y="141564"/>
                    <a:pt x="19391" y="149712"/>
                  </a:cubicBezTo>
                  <a:cubicBezTo>
                    <a:pt x="17726" y="149144"/>
                    <a:pt x="15970" y="148887"/>
                    <a:pt x="14212" y="148955"/>
                  </a:cubicBezTo>
                  <a:cubicBezTo>
                    <a:pt x="13054" y="148389"/>
                    <a:pt x="11772" y="148128"/>
                    <a:pt x="10485" y="148197"/>
                  </a:cubicBezTo>
                  <a:cubicBezTo>
                    <a:pt x="8706" y="148129"/>
                    <a:pt x="6929" y="148386"/>
                    <a:pt x="5243" y="148955"/>
                  </a:cubicBezTo>
                  <a:cubicBezTo>
                    <a:pt x="3461" y="148834"/>
                    <a:pt x="1674" y="149092"/>
                    <a:pt x="0" y="149712"/>
                  </a:cubicBezTo>
                  <a:cubicBezTo>
                    <a:pt x="0" y="137837"/>
                    <a:pt x="758" y="125141"/>
                    <a:pt x="758" y="113266"/>
                  </a:cubicBezTo>
                  <a:lnTo>
                    <a:pt x="758" y="36521"/>
                  </a:lnTo>
                  <a:cubicBezTo>
                    <a:pt x="758" y="24583"/>
                    <a:pt x="0" y="11950"/>
                    <a:pt x="0" y="770"/>
                  </a:cubicBezTo>
                  <a:cubicBezTo>
                    <a:pt x="1782" y="649"/>
                    <a:pt x="3568" y="908"/>
                    <a:pt x="5243" y="1528"/>
                  </a:cubicBezTo>
                  <a:lnTo>
                    <a:pt x="10485" y="1528"/>
                  </a:lnTo>
                  <a:cubicBezTo>
                    <a:pt x="16170" y="1528"/>
                    <a:pt x="21918" y="1528"/>
                    <a:pt x="27603" y="770"/>
                  </a:cubicBezTo>
                  <a:cubicBezTo>
                    <a:pt x="34071" y="193"/>
                    <a:pt x="40564" y="-60"/>
                    <a:pt x="47058" y="12"/>
                  </a:cubicBezTo>
                  <a:lnTo>
                    <a:pt x="47058" y="9171"/>
                  </a:lnTo>
                  <a:cubicBezTo>
                    <a:pt x="42348" y="8541"/>
                    <a:pt x="37595" y="8287"/>
                    <a:pt x="32846" y="8413"/>
                  </a:cubicBezTo>
                  <a:cubicBezTo>
                    <a:pt x="28622" y="8354"/>
                    <a:pt x="24399" y="8607"/>
                    <a:pt x="20213" y="9171"/>
                  </a:cubicBezTo>
                  <a:cubicBezTo>
                    <a:pt x="20213" y="13592"/>
                    <a:pt x="19455" y="21046"/>
                    <a:pt x="19455" y="31468"/>
                  </a:cubicBezTo>
                  <a:cubicBezTo>
                    <a:pt x="19455" y="41890"/>
                    <a:pt x="18760" y="48586"/>
                    <a:pt x="18760" y="53765"/>
                  </a:cubicBezTo>
                  <a:lnTo>
                    <a:pt x="18760" y="739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2701649" y="4944984"/>
              <a:ext cx="86763" cy="105049"/>
            </a:xfrm>
            <a:custGeom>
              <a:rect b="b" l="l" r="r" t="t"/>
              <a:pathLst>
                <a:path extrusionOk="0" h="105049" w="86763">
                  <a:moveTo>
                    <a:pt x="69394" y="102706"/>
                  </a:moveTo>
                  <a:lnTo>
                    <a:pt x="69394" y="84894"/>
                  </a:lnTo>
                  <a:cubicBezTo>
                    <a:pt x="66282" y="91172"/>
                    <a:pt x="61352" y="96366"/>
                    <a:pt x="55245" y="99801"/>
                  </a:cubicBezTo>
                  <a:cubicBezTo>
                    <a:pt x="48923" y="103513"/>
                    <a:pt x="41661" y="105312"/>
                    <a:pt x="34337" y="104980"/>
                  </a:cubicBezTo>
                  <a:cubicBezTo>
                    <a:pt x="25054" y="105574"/>
                    <a:pt x="15930" y="102358"/>
                    <a:pt x="9071" y="96074"/>
                  </a:cubicBezTo>
                  <a:cubicBezTo>
                    <a:pt x="2603" y="88715"/>
                    <a:pt x="-630" y="79062"/>
                    <a:pt x="102" y="69292"/>
                  </a:cubicBezTo>
                  <a:cubicBezTo>
                    <a:pt x="102" y="67776"/>
                    <a:pt x="102" y="61839"/>
                    <a:pt x="860" y="50658"/>
                  </a:cubicBezTo>
                  <a:cubicBezTo>
                    <a:pt x="1618" y="39478"/>
                    <a:pt x="1618" y="28361"/>
                    <a:pt x="1618" y="18697"/>
                  </a:cubicBezTo>
                  <a:lnTo>
                    <a:pt x="1618" y="11244"/>
                  </a:lnTo>
                  <a:cubicBezTo>
                    <a:pt x="924" y="7581"/>
                    <a:pt x="670" y="3849"/>
                    <a:pt x="860" y="127"/>
                  </a:cubicBezTo>
                  <a:cubicBezTo>
                    <a:pt x="2376" y="127"/>
                    <a:pt x="3892" y="885"/>
                    <a:pt x="5345" y="885"/>
                  </a:cubicBezTo>
                  <a:lnTo>
                    <a:pt x="14314" y="885"/>
                  </a:lnTo>
                  <a:cubicBezTo>
                    <a:pt x="15830" y="885"/>
                    <a:pt x="17283" y="127"/>
                    <a:pt x="18799" y="127"/>
                  </a:cubicBezTo>
                  <a:cubicBezTo>
                    <a:pt x="18041" y="10549"/>
                    <a:pt x="17283" y="20213"/>
                    <a:pt x="16525" y="30635"/>
                  </a:cubicBezTo>
                  <a:cubicBezTo>
                    <a:pt x="15767" y="41057"/>
                    <a:pt x="15830" y="51416"/>
                    <a:pt x="15830" y="61081"/>
                  </a:cubicBezTo>
                  <a:cubicBezTo>
                    <a:pt x="15197" y="69910"/>
                    <a:pt x="17268" y="78723"/>
                    <a:pt x="21767" y="86347"/>
                  </a:cubicBezTo>
                  <a:cubicBezTo>
                    <a:pt x="26406" y="92209"/>
                    <a:pt x="33726" y="95285"/>
                    <a:pt x="41159" y="94495"/>
                  </a:cubicBezTo>
                  <a:cubicBezTo>
                    <a:pt x="46376" y="94476"/>
                    <a:pt x="51512" y="93197"/>
                    <a:pt x="56129" y="90768"/>
                  </a:cubicBezTo>
                  <a:cubicBezTo>
                    <a:pt x="60711" y="87894"/>
                    <a:pt x="64355" y="83745"/>
                    <a:pt x="66614" y="78830"/>
                  </a:cubicBezTo>
                  <a:cubicBezTo>
                    <a:pt x="68330" y="74296"/>
                    <a:pt x="69331" y="69523"/>
                    <a:pt x="69583" y="64681"/>
                  </a:cubicBezTo>
                  <a:cubicBezTo>
                    <a:pt x="70341" y="58743"/>
                    <a:pt x="70341" y="46111"/>
                    <a:pt x="70341" y="26782"/>
                  </a:cubicBezTo>
                  <a:lnTo>
                    <a:pt x="70341" y="13391"/>
                  </a:lnTo>
                  <a:cubicBezTo>
                    <a:pt x="69709" y="8957"/>
                    <a:pt x="69456" y="4477"/>
                    <a:pt x="69583" y="0"/>
                  </a:cubicBezTo>
                  <a:cubicBezTo>
                    <a:pt x="70863" y="2"/>
                    <a:pt x="72130" y="260"/>
                    <a:pt x="73310" y="758"/>
                  </a:cubicBezTo>
                  <a:lnTo>
                    <a:pt x="83037" y="758"/>
                  </a:lnTo>
                  <a:cubicBezTo>
                    <a:pt x="84213" y="248"/>
                    <a:pt x="85482" y="-11"/>
                    <a:pt x="86764" y="0"/>
                  </a:cubicBezTo>
                  <a:cubicBezTo>
                    <a:pt x="86764" y="5938"/>
                    <a:pt x="86006" y="13391"/>
                    <a:pt x="86006" y="23055"/>
                  </a:cubicBezTo>
                  <a:lnTo>
                    <a:pt x="86006" y="84831"/>
                  </a:lnTo>
                  <a:cubicBezTo>
                    <a:pt x="86006" y="90768"/>
                    <a:pt x="86764" y="96706"/>
                    <a:pt x="86764" y="102643"/>
                  </a:cubicBezTo>
                  <a:cubicBezTo>
                    <a:pt x="85714" y="102637"/>
                    <a:pt x="84679" y="102400"/>
                    <a:pt x="83732" y="101948"/>
                  </a:cubicBezTo>
                  <a:lnTo>
                    <a:pt x="76278" y="101948"/>
                  </a:lnTo>
                  <a:cubicBezTo>
                    <a:pt x="74763" y="101948"/>
                    <a:pt x="72552" y="102643"/>
                    <a:pt x="69583" y="1026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56" name="Google Shape;556;p13"/>
            <p:cNvSpPr/>
            <p:nvPr/>
          </p:nvSpPr>
          <p:spPr>
            <a:xfrm>
              <a:off x="2818100" y="4896039"/>
              <a:ext cx="22297" cy="151777"/>
            </a:xfrm>
            <a:custGeom>
              <a:rect b="b" l="l" r="r" t="t"/>
              <a:pathLst>
                <a:path extrusionOk="0" h="151777" w="22297">
                  <a:moveTo>
                    <a:pt x="2211" y="151651"/>
                  </a:moveTo>
                  <a:cubicBezTo>
                    <a:pt x="2211" y="141229"/>
                    <a:pt x="2969" y="132323"/>
                    <a:pt x="2969" y="123353"/>
                  </a:cubicBezTo>
                  <a:lnTo>
                    <a:pt x="2969" y="74401"/>
                  </a:lnTo>
                  <a:cubicBezTo>
                    <a:pt x="2969" y="66252"/>
                    <a:pt x="2211" y="58041"/>
                    <a:pt x="2211" y="49135"/>
                  </a:cubicBezTo>
                  <a:cubicBezTo>
                    <a:pt x="3727" y="49135"/>
                    <a:pt x="5243" y="49893"/>
                    <a:pt x="6696" y="49893"/>
                  </a:cubicBezTo>
                  <a:lnTo>
                    <a:pt x="15665" y="49893"/>
                  </a:lnTo>
                  <a:cubicBezTo>
                    <a:pt x="17072" y="49264"/>
                    <a:pt x="18615" y="49003"/>
                    <a:pt x="20150" y="49135"/>
                  </a:cubicBezTo>
                  <a:cubicBezTo>
                    <a:pt x="19392" y="58041"/>
                    <a:pt x="19392" y="66947"/>
                    <a:pt x="19392" y="74401"/>
                  </a:cubicBezTo>
                  <a:lnTo>
                    <a:pt x="19392" y="123480"/>
                  </a:lnTo>
                  <a:cubicBezTo>
                    <a:pt x="19392" y="132449"/>
                    <a:pt x="19392" y="141355"/>
                    <a:pt x="20150" y="151777"/>
                  </a:cubicBezTo>
                  <a:cubicBezTo>
                    <a:pt x="18743" y="151149"/>
                    <a:pt x="17200" y="150888"/>
                    <a:pt x="15665" y="151019"/>
                  </a:cubicBezTo>
                  <a:cubicBezTo>
                    <a:pt x="14149" y="151019"/>
                    <a:pt x="12696" y="150262"/>
                    <a:pt x="11180" y="150262"/>
                  </a:cubicBezTo>
                  <a:close/>
                  <a:moveTo>
                    <a:pt x="0" y="11236"/>
                  </a:moveTo>
                  <a:cubicBezTo>
                    <a:pt x="181" y="8271"/>
                    <a:pt x="1212" y="5420"/>
                    <a:pt x="2969" y="3024"/>
                  </a:cubicBezTo>
                  <a:cubicBezTo>
                    <a:pt x="4063" y="1999"/>
                    <a:pt x="5352" y="1204"/>
                    <a:pt x="6759" y="687"/>
                  </a:cubicBezTo>
                  <a:cubicBezTo>
                    <a:pt x="8157" y="196"/>
                    <a:pt x="9637" y="-18"/>
                    <a:pt x="11117" y="56"/>
                  </a:cubicBezTo>
                  <a:cubicBezTo>
                    <a:pt x="13943" y="-270"/>
                    <a:pt x="16743" y="845"/>
                    <a:pt x="18571" y="3024"/>
                  </a:cubicBezTo>
                  <a:cubicBezTo>
                    <a:pt x="20844" y="5165"/>
                    <a:pt x="22183" y="8115"/>
                    <a:pt x="22297" y="11236"/>
                  </a:cubicBezTo>
                  <a:cubicBezTo>
                    <a:pt x="22159" y="14116"/>
                    <a:pt x="20804" y="16802"/>
                    <a:pt x="18571" y="18626"/>
                  </a:cubicBezTo>
                  <a:cubicBezTo>
                    <a:pt x="17732" y="19794"/>
                    <a:pt x="16628" y="20747"/>
                    <a:pt x="15349" y="21405"/>
                  </a:cubicBezTo>
                  <a:cubicBezTo>
                    <a:pt x="14026" y="22032"/>
                    <a:pt x="12581" y="22355"/>
                    <a:pt x="11117" y="22353"/>
                  </a:cubicBezTo>
                  <a:cubicBezTo>
                    <a:pt x="8017" y="22229"/>
                    <a:pt x="5090" y="20890"/>
                    <a:pt x="2969" y="18626"/>
                  </a:cubicBezTo>
                  <a:cubicBezTo>
                    <a:pt x="1231" y="16534"/>
                    <a:pt x="193" y="13949"/>
                    <a:pt x="0" y="112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57" name="Google Shape;557;p13"/>
            <p:cNvSpPr/>
            <p:nvPr/>
          </p:nvSpPr>
          <p:spPr>
            <a:xfrm>
              <a:off x="2859391" y="4942511"/>
              <a:ext cx="94989" cy="164831"/>
            </a:xfrm>
            <a:custGeom>
              <a:rect b="b" l="l" r="r" t="t"/>
              <a:pathLst>
                <a:path extrusionOk="0" h="164831" w="94989">
                  <a:moveTo>
                    <a:pt x="66657" y="34246"/>
                  </a:moveTo>
                  <a:cubicBezTo>
                    <a:pt x="67307" y="26925"/>
                    <a:pt x="65459" y="19600"/>
                    <a:pt x="61414" y="13464"/>
                  </a:cubicBezTo>
                  <a:cubicBezTo>
                    <a:pt x="57247" y="8362"/>
                    <a:pt x="50871" y="5586"/>
                    <a:pt x="44297" y="6011"/>
                  </a:cubicBezTo>
                  <a:lnTo>
                    <a:pt x="43539" y="6011"/>
                  </a:lnTo>
                  <a:lnTo>
                    <a:pt x="43539" y="10"/>
                  </a:lnTo>
                  <a:lnTo>
                    <a:pt x="45750" y="10"/>
                  </a:lnTo>
                  <a:cubicBezTo>
                    <a:pt x="50751" y="-56"/>
                    <a:pt x="55751" y="198"/>
                    <a:pt x="60720" y="768"/>
                  </a:cubicBezTo>
                  <a:cubicBezTo>
                    <a:pt x="65962" y="1526"/>
                    <a:pt x="69689" y="2284"/>
                    <a:pt x="71900" y="2284"/>
                  </a:cubicBezTo>
                  <a:cubicBezTo>
                    <a:pt x="74657" y="2349"/>
                    <a:pt x="77412" y="2094"/>
                    <a:pt x="80111" y="1526"/>
                  </a:cubicBezTo>
                  <a:cubicBezTo>
                    <a:pt x="84356" y="1368"/>
                    <a:pt x="88582" y="861"/>
                    <a:pt x="92744" y="10"/>
                  </a:cubicBezTo>
                  <a:lnTo>
                    <a:pt x="92744" y="9738"/>
                  </a:lnTo>
                  <a:lnTo>
                    <a:pt x="86049" y="9738"/>
                  </a:lnTo>
                  <a:cubicBezTo>
                    <a:pt x="83838" y="9738"/>
                    <a:pt x="81627" y="8980"/>
                    <a:pt x="79353" y="8980"/>
                  </a:cubicBezTo>
                  <a:lnTo>
                    <a:pt x="74868" y="8980"/>
                  </a:lnTo>
                  <a:cubicBezTo>
                    <a:pt x="77521" y="12697"/>
                    <a:pt x="79785" y="16676"/>
                    <a:pt x="81627" y="20855"/>
                  </a:cubicBezTo>
                  <a:cubicBezTo>
                    <a:pt x="82457" y="25274"/>
                    <a:pt x="82943" y="29751"/>
                    <a:pt x="83080" y="34246"/>
                  </a:cubicBezTo>
                  <a:cubicBezTo>
                    <a:pt x="83763" y="43837"/>
                    <a:pt x="79904" y="53192"/>
                    <a:pt x="72658" y="59511"/>
                  </a:cubicBezTo>
                  <a:cubicBezTo>
                    <a:pt x="64705" y="66094"/>
                    <a:pt x="54614" y="69532"/>
                    <a:pt x="44297" y="69176"/>
                  </a:cubicBezTo>
                  <a:lnTo>
                    <a:pt x="43539" y="69176"/>
                  </a:lnTo>
                  <a:lnTo>
                    <a:pt x="43539" y="63175"/>
                  </a:lnTo>
                  <a:lnTo>
                    <a:pt x="44297" y="63175"/>
                  </a:lnTo>
                  <a:cubicBezTo>
                    <a:pt x="50883" y="63749"/>
                    <a:pt x="57316" y="60971"/>
                    <a:pt x="61414" y="55785"/>
                  </a:cubicBezTo>
                  <a:cubicBezTo>
                    <a:pt x="65529" y="49397"/>
                    <a:pt x="67376" y="41810"/>
                    <a:pt x="66657" y="34245"/>
                  </a:cubicBezTo>
                  <a:close/>
                  <a:moveTo>
                    <a:pt x="43539" y="157733"/>
                  </a:moveTo>
                  <a:cubicBezTo>
                    <a:pt x="52641" y="157958"/>
                    <a:pt x="61549" y="155085"/>
                    <a:pt x="68805" y="149584"/>
                  </a:cubicBezTo>
                  <a:cubicBezTo>
                    <a:pt x="72124" y="147060"/>
                    <a:pt x="74806" y="143793"/>
                    <a:pt x="76637" y="140046"/>
                  </a:cubicBezTo>
                  <a:cubicBezTo>
                    <a:pt x="78438" y="136307"/>
                    <a:pt x="79326" y="132194"/>
                    <a:pt x="79227" y="128045"/>
                  </a:cubicBezTo>
                  <a:cubicBezTo>
                    <a:pt x="80105" y="120966"/>
                    <a:pt x="77291" y="113932"/>
                    <a:pt x="71773" y="109411"/>
                  </a:cubicBezTo>
                  <a:cubicBezTo>
                    <a:pt x="62801" y="105720"/>
                    <a:pt x="53082" y="104204"/>
                    <a:pt x="43412" y="104990"/>
                  </a:cubicBezTo>
                  <a:lnTo>
                    <a:pt x="43412" y="90020"/>
                  </a:lnTo>
                  <a:lnTo>
                    <a:pt x="50866" y="90020"/>
                  </a:lnTo>
                  <a:cubicBezTo>
                    <a:pt x="67289" y="90020"/>
                    <a:pt x="78469" y="92294"/>
                    <a:pt x="85228" y="96842"/>
                  </a:cubicBezTo>
                  <a:cubicBezTo>
                    <a:pt x="92031" y="102480"/>
                    <a:pt x="95641" y="111093"/>
                    <a:pt x="94892" y="119897"/>
                  </a:cubicBezTo>
                  <a:cubicBezTo>
                    <a:pt x="95242" y="132478"/>
                    <a:pt x="89386" y="144428"/>
                    <a:pt x="79227" y="151858"/>
                  </a:cubicBezTo>
                  <a:cubicBezTo>
                    <a:pt x="69145" y="160148"/>
                    <a:pt x="56464" y="164621"/>
                    <a:pt x="43412" y="164491"/>
                  </a:cubicBezTo>
                  <a:lnTo>
                    <a:pt x="43412" y="157796"/>
                  </a:lnTo>
                  <a:close/>
                  <a:moveTo>
                    <a:pt x="43539" y="6137"/>
                  </a:moveTo>
                  <a:cubicBezTo>
                    <a:pt x="40322" y="6210"/>
                    <a:pt x="37149" y="6896"/>
                    <a:pt x="34190" y="8158"/>
                  </a:cubicBezTo>
                  <a:cubicBezTo>
                    <a:pt x="31246" y="9433"/>
                    <a:pt x="28584" y="11280"/>
                    <a:pt x="26358" y="13591"/>
                  </a:cubicBezTo>
                  <a:cubicBezTo>
                    <a:pt x="21822" y="19576"/>
                    <a:pt x="19460" y="26928"/>
                    <a:pt x="19662" y="34435"/>
                  </a:cubicBezTo>
                  <a:cubicBezTo>
                    <a:pt x="19151" y="42215"/>
                    <a:pt x="21536" y="49910"/>
                    <a:pt x="26358" y="56037"/>
                  </a:cubicBezTo>
                  <a:cubicBezTo>
                    <a:pt x="28563" y="58388"/>
                    <a:pt x="31229" y="60259"/>
                    <a:pt x="34190" y="61533"/>
                  </a:cubicBezTo>
                  <a:cubicBezTo>
                    <a:pt x="37135" y="62825"/>
                    <a:pt x="40323" y="63472"/>
                    <a:pt x="43539" y="63427"/>
                  </a:cubicBezTo>
                  <a:lnTo>
                    <a:pt x="43539" y="69428"/>
                  </a:lnTo>
                  <a:cubicBezTo>
                    <a:pt x="41328" y="69428"/>
                    <a:pt x="39812" y="68670"/>
                    <a:pt x="36843" y="68670"/>
                  </a:cubicBezTo>
                  <a:cubicBezTo>
                    <a:pt x="35079" y="68546"/>
                    <a:pt x="33327" y="68293"/>
                    <a:pt x="31601" y="67912"/>
                  </a:cubicBezTo>
                  <a:cubicBezTo>
                    <a:pt x="28872" y="68121"/>
                    <a:pt x="26272" y="69157"/>
                    <a:pt x="24147" y="70881"/>
                  </a:cubicBezTo>
                  <a:cubicBezTo>
                    <a:pt x="22797" y="73166"/>
                    <a:pt x="22200" y="75818"/>
                    <a:pt x="22442" y="78461"/>
                  </a:cubicBezTo>
                  <a:cubicBezTo>
                    <a:pt x="22442" y="82946"/>
                    <a:pt x="23200" y="85851"/>
                    <a:pt x="26168" y="87367"/>
                  </a:cubicBezTo>
                  <a:cubicBezTo>
                    <a:pt x="29899" y="89813"/>
                    <a:pt x="34372" y="90864"/>
                    <a:pt x="38801" y="90336"/>
                  </a:cubicBezTo>
                  <a:lnTo>
                    <a:pt x="44044" y="90336"/>
                  </a:lnTo>
                  <a:lnTo>
                    <a:pt x="44044" y="105243"/>
                  </a:lnTo>
                  <a:lnTo>
                    <a:pt x="32106" y="105243"/>
                  </a:lnTo>
                  <a:cubicBezTo>
                    <a:pt x="26487" y="106960"/>
                    <a:pt x="21528" y="110354"/>
                    <a:pt x="17894" y="114970"/>
                  </a:cubicBezTo>
                  <a:cubicBezTo>
                    <a:pt x="14523" y="119760"/>
                    <a:pt x="12714" y="125473"/>
                    <a:pt x="12714" y="131330"/>
                  </a:cubicBezTo>
                  <a:cubicBezTo>
                    <a:pt x="12592" y="135013"/>
                    <a:pt x="13350" y="138673"/>
                    <a:pt x="14925" y="142005"/>
                  </a:cubicBezTo>
                  <a:cubicBezTo>
                    <a:pt x="16469" y="145361"/>
                    <a:pt x="18759" y="148321"/>
                    <a:pt x="21621" y="150658"/>
                  </a:cubicBezTo>
                  <a:cubicBezTo>
                    <a:pt x="27554" y="155942"/>
                    <a:pt x="35358" y="158626"/>
                    <a:pt x="43286" y="158112"/>
                  </a:cubicBezTo>
                  <a:lnTo>
                    <a:pt x="44044" y="158112"/>
                  </a:lnTo>
                  <a:lnTo>
                    <a:pt x="44044" y="164807"/>
                  </a:lnTo>
                  <a:lnTo>
                    <a:pt x="39559" y="164807"/>
                  </a:lnTo>
                  <a:cubicBezTo>
                    <a:pt x="29249" y="165127"/>
                    <a:pt x="19087" y="162284"/>
                    <a:pt x="10440" y="156659"/>
                  </a:cubicBezTo>
                  <a:cubicBezTo>
                    <a:pt x="7105" y="153819"/>
                    <a:pt x="4431" y="150283"/>
                    <a:pt x="2608" y="146300"/>
                  </a:cubicBezTo>
                  <a:cubicBezTo>
                    <a:pt x="788" y="142343"/>
                    <a:pt x="-98" y="138021"/>
                    <a:pt x="18" y="133667"/>
                  </a:cubicBezTo>
                  <a:cubicBezTo>
                    <a:pt x="-221" y="127187"/>
                    <a:pt x="1888" y="120840"/>
                    <a:pt x="5956" y="115791"/>
                  </a:cubicBezTo>
                  <a:cubicBezTo>
                    <a:pt x="10842" y="110048"/>
                    <a:pt x="17515" y="106111"/>
                    <a:pt x="24905" y="104611"/>
                  </a:cubicBezTo>
                  <a:cubicBezTo>
                    <a:pt x="20198" y="103479"/>
                    <a:pt x="15852" y="101176"/>
                    <a:pt x="12272" y="97916"/>
                  </a:cubicBezTo>
                  <a:cubicBezTo>
                    <a:pt x="9380" y="94636"/>
                    <a:pt x="7785" y="90413"/>
                    <a:pt x="7788" y="86041"/>
                  </a:cubicBezTo>
                  <a:cubicBezTo>
                    <a:pt x="7802" y="84105"/>
                    <a:pt x="8211" y="82192"/>
                    <a:pt x="8988" y="80419"/>
                  </a:cubicBezTo>
                  <a:cubicBezTo>
                    <a:pt x="9754" y="78617"/>
                    <a:pt x="10870" y="76985"/>
                    <a:pt x="12272" y="75618"/>
                  </a:cubicBezTo>
                  <a:cubicBezTo>
                    <a:pt x="15695" y="71130"/>
                    <a:pt x="20380" y="67765"/>
                    <a:pt x="25726" y="65954"/>
                  </a:cubicBezTo>
                  <a:cubicBezTo>
                    <a:pt x="19122" y="64279"/>
                    <a:pt x="13312" y="60346"/>
                    <a:pt x="9304" y="54837"/>
                  </a:cubicBezTo>
                  <a:cubicBezTo>
                    <a:pt x="5228" y="49789"/>
                    <a:pt x="3099" y="43446"/>
                    <a:pt x="3303" y="36962"/>
                  </a:cubicBezTo>
                  <a:cubicBezTo>
                    <a:pt x="2795" y="26643"/>
                    <a:pt x="7227" y="16699"/>
                    <a:pt x="15241" y="10180"/>
                  </a:cubicBezTo>
                  <a:cubicBezTo>
                    <a:pt x="23530" y="3673"/>
                    <a:pt x="33826" y="256"/>
                    <a:pt x="44360" y="516"/>
                  </a:cubicBezTo>
                  <a:lnTo>
                    <a:pt x="44360" y="63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58" name="Google Shape;558;p13"/>
            <p:cNvSpPr/>
            <p:nvPr/>
          </p:nvSpPr>
          <p:spPr>
            <a:xfrm>
              <a:off x="2951693" y="4945048"/>
              <a:ext cx="97779" cy="102705"/>
            </a:xfrm>
            <a:custGeom>
              <a:rect b="b" l="l" r="r" t="t"/>
              <a:pathLst>
                <a:path extrusionOk="0" h="102705" w="97779">
                  <a:moveTo>
                    <a:pt x="41815" y="102642"/>
                  </a:moveTo>
                  <a:cubicBezTo>
                    <a:pt x="37538" y="89244"/>
                    <a:pt x="32540" y="76087"/>
                    <a:pt x="26845" y="63228"/>
                  </a:cubicBezTo>
                  <a:cubicBezTo>
                    <a:pt x="20908" y="46868"/>
                    <a:pt x="11180" y="26023"/>
                    <a:pt x="0" y="63"/>
                  </a:cubicBezTo>
                  <a:cubicBezTo>
                    <a:pt x="1453" y="63"/>
                    <a:pt x="2969" y="821"/>
                    <a:pt x="4485" y="821"/>
                  </a:cubicBezTo>
                  <a:lnTo>
                    <a:pt x="14907" y="821"/>
                  </a:lnTo>
                  <a:cubicBezTo>
                    <a:pt x="16562" y="129"/>
                    <a:pt x="18366" y="-132"/>
                    <a:pt x="20150" y="63"/>
                  </a:cubicBezTo>
                  <a:cubicBezTo>
                    <a:pt x="23308" y="11622"/>
                    <a:pt x="27035" y="23055"/>
                    <a:pt x="31330" y="34235"/>
                  </a:cubicBezTo>
                  <a:cubicBezTo>
                    <a:pt x="36509" y="47626"/>
                    <a:pt x="43268" y="64049"/>
                    <a:pt x="52237" y="82619"/>
                  </a:cubicBezTo>
                  <a:cubicBezTo>
                    <a:pt x="58933" y="69228"/>
                    <a:pt x="64870" y="55079"/>
                    <a:pt x="70113" y="41688"/>
                  </a:cubicBezTo>
                  <a:cubicBezTo>
                    <a:pt x="75855" y="28177"/>
                    <a:pt x="80605" y="14265"/>
                    <a:pt x="84325" y="63"/>
                  </a:cubicBezTo>
                  <a:cubicBezTo>
                    <a:pt x="85375" y="-71"/>
                    <a:pt x="86436" y="200"/>
                    <a:pt x="87294" y="821"/>
                  </a:cubicBezTo>
                  <a:lnTo>
                    <a:pt x="94747" y="821"/>
                  </a:lnTo>
                  <a:cubicBezTo>
                    <a:pt x="95627" y="196"/>
                    <a:pt x="96709" y="-74"/>
                    <a:pt x="97779" y="63"/>
                  </a:cubicBezTo>
                  <a:cubicBezTo>
                    <a:pt x="87294" y="23876"/>
                    <a:pt x="77630" y="45415"/>
                    <a:pt x="70113" y="64049"/>
                  </a:cubicBezTo>
                  <a:cubicBezTo>
                    <a:pt x="62596" y="82682"/>
                    <a:pt x="56722" y="95189"/>
                    <a:pt x="54448" y="102705"/>
                  </a:cubicBezTo>
                  <a:cubicBezTo>
                    <a:pt x="53753" y="102705"/>
                    <a:pt x="52995" y="101947"/>
                    <a:pt x="52237" y="101947"/>
                  </a:cubicBezTo>
                  <a:lnTo>
                    <a:pt x="43836" y="101947"/>
                  </a:lnTo>
                  <a:cubicBezTo>
                    <a:pt x="43078" y="101947"/>
                    <a:pt x="42320" y="102705"/>
                    <a:pt x="41563" y="1027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3054721" y="4942427"/>
              <a:ext cx="94141" cy="106842"/>
            </a:xfrm>
            <a:custGeom>
              <a:rect b="b" l="l" r="r" t="t"/>
              <a:pathLst>
                <a:path extrusionOk="0" h="106842" w="94141">
                  <a:moveTo>
                    <a:pt x="88803" y="94841"/>
                  </a:moveTo>
                  <a:cubicBezTo>
                    <a:pt x="83312" y="98706"/>
                    <a:pt x="77263" y="101709"/>
                    <a:pt x="70865" y="103747"/>
                  </a:cubicBezTo>
                  <a:cubicBezTo>
                    <a:pt x="64628" y="105885"/>
                    <a:pt x="58065" y="106911"/>
                    <a:pt x="51473" y="106779"/>
                  </a:cubicBezTo>
                  <a:lnTo>
                    <a:pt x="47746" y="106779"/>
                  </a:lnTo>
                  <a:lnTo>
                    <a:pt x="47746" y="97810"/>
                  </a:lnTo>
                  <a:cubicBezTo>
                    <a:pt x="50178" y="98439"/>
                    <a:pt x="52691" y="98695"/>
                    <a:pt x="55200" y="98568"/>
                  </a:cubicBezTo>
                  <a:cubicBezTo>
                    <a:pt x="61372" y="98570"/>
                    <a:pt x="67478" y="97301"/>
                    <a:pt x="73139" y="94841"/>
                  </a:cubicBezTo>
                  <a:cubicBezTo>
                    <a:pt x="79028" y="92152"/>
                    <a:pt x="84346" y="88357"/>
                    <a:pt x="88803" y="83661"/>
                  </a:cubicBezTo>
                  <a:lnTo>
                    <a:pt x="88803" y="94841"/>
                  </a:lnTo>
                  <a:close/>
                  <a:moveTo>
                    <a:pt x="47746" y="94"/>
                  </a:moveTo>
                  <a:lnTo>
                    <a:pt x="50020" y="94"/>
                  </a:lnTo>
                  <a:cubicBezTo>
                    <a:pt x="62158" y="-706"/>
                    <a:pt x="74075" y="3625"/>
                    <a:pt x="82866" y="12032"/>
                  </a:cubicBezTo>
                  <a:cubicBezTo>
                    <a:pt x="90843" y="22155"/>
                    <a:pt x="94822" y="34856"/>
                    <a:pt x="94046" y="47720"/>
                  </a:cubicBezTo>
                  <a:lnTo>
                    <a:pt x="94046" y="52205"/>
                  </a:lnTo>
                  <a:lnTo>
                    <a:pt x="47810" y="52205"/>
                  </a:lnTo>
                  <a:lnTo>
                    <a:pt x="47810" y="45068"/>
                  </a:lnTo>
                  <a:lnTo>
                    <a:pt x="76928" y="45068"/>
                  </a:lnTo>
                  <a:lnTo>
                    <a:pt x="76928" y="41341"/>
                  </a:lnTo>
                  <a:cubicBezTo>
                    <a:pt x="77291" y="32328"/>
                    <a:pt x="74671" y="23447"/>
                    <a:pt x="69475" y="16075"/>
                  </a:cubicBezTo>
                  <a:cubicBezTo>
                    <a:pt x="64612" y="9963"/>
                    <a:pt x="57055" y="6633"/>
                    <a:pt x="49262" y="7169"/>
                  </a:cubicBezTo>
                  <a:lnTo>
                    <a:pt x="47746" y="7169"/>
                  </a:lnTo>
                  <a:lnTo>
                    <a:pt x="47746" y="410"/>
                  </a:lnTo>
                  <a:close/>
                  <a:moveTo>
                    <a:pt x="47746" y="106527"/>
                  </a:moveTo>
                  <a:cubicBezTo>
                    <a:pt x="35156" y="106243"/>
                    <a:pt x="23144" y="101185"/>
                    <a:pt x="14143" y="92378"/>
                  </a:cubicBezTo>
                  <a:cubicBezTo>
                    <a:pt x="-4426" y="70028"/>
                    <a:pt x="-4742" y="37710"/>
                    <a:pt x="13385" y="15001"/>
                  </a:cubicBezTo>
                  <a:cubicBezTo>
                    <a:pt x="22322" y="5548"/>
                    <a:pt x="34737" y="162"/>
                    <a:pt x="47746" y="94"/>
                  </a:cubicBezTo>
                  <a:lnTo>
                    <a:pt x="47746" y="6853"/>
                  </a:lnTo>
                  <a:cubicBezTo>
                    <a:pt x="39998" y="7065"/>
                    <a:pt x="32807" y="10930"/>
                    <a:pt x="28355" y="17275"/>
                  </a:cubicBezTo>
                  <a:cubicBezTo>
                    <a:pt x="22092" y="25021"/>
                    <a:pt x="18899" y="34802"/>
                    <a:pt x="19385" y="44752"/>
                  </a:cubicBezTo>
                  <a:lnTo>
                    <a:pt x="47746" y="44752"/>
                  </a:lnTo>
                  <a:lnTo>
                    <a:pt x="47746" y="52205"/>
                  </a:lnTo>
                  <a:lnTo>
                    <a:pt x="18627" y="52205"/>
                  </a:lnTo>
                  <a:lnTo>
                    <a:pt x="18627" y="53279"/>
                  </a:lnTo>
                  <a:cubicBezTo>
                    <a:pt x="18627" y="68186"/>
                    <a:pt x="21596" y="79303"/>
                    <a:pt x="28355" y="86756"/>
                  </a:cubicBezTo>
                  <a:cubicBezTo>
                    <a:pt x="33150" y="92816"/>
                    <a:pt x="40094" y="96797"/>
                    <a:pt x="47746" y="97873"/>
                  </a:cubicBezTo>
                  <a:lnTo>
                    <a:pt x="47746" y="1068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3170370" y="4943532"/>
              <a:ext cx="52995" cy="104158"/>
            </a:xfrm>
            <a:custGeom>
              <a:rect b="b" l="l" r="r" t="t"/>
              <a:pathLst>
                <a:path extrusionOk="0" h="104158" w="52995">
                  <a:moveTo>
                    <a:pt x="0" y="104159"/>
                  </a:moveTo>
                  <a:cubicBezTo>
                    <a:pt x="758" y="96705"/>
                    <a:pt x="758" y="87799"/>
                    <a:pt x="758" y="75861"/>
                  </a:cubicBezTo>
                  <a:lnTo>
                    <a:pt x="758" y="12696"/>
                  </a:lnTo>
                  <a:cubicBezTo>
                    <a:pt x="950" y="8953"/>
                    <a:pt x="696" y="5199"/>
                    <a:pt x="0" y="1516"/>
                  </a:cubicBezTo>
                  <a:cubicBezTo>
                    <a:pt x="1516" y="1516"/>
                    <a:pt x="3032" y="2274"/>
                    <a:pt x="4485" y="2274"/>
                  </a:cubicBezTo>
                  <a:lnTo>
                    <a:pt x="14212" y="2274"/>
                  </a:lnTo>
                  <a:cubicBezTo>
                    <a:pt x="15619" y="1646"/>
                    <a:pt x="17162" y="1385"/>
                    <a:pt x="18697" y="1516"/>
                  </a:cubicBezTo>
                  <a:cubicBezTo>
                    <a:pt x="18001" y="5199"/>
                    <a:pt x="17746" y="8953"/>
                    <a:pt x="17939" y="12696"/>
                  </a:cubicBezTo>
                  <a:cubicBezTo>
                    <a:pt x="17307" y="16876"/>
                    <a:pt x="17053" y="21104"/>
                    <a:pt x="17181" y="25329"/>
                  </a:cubicBezTo>
                  <a:cubicBezTo>
                    <a:pt x="20280" y="18433"/>
                    <a:pt x="24555" y="12128"/>
                    <a:pt x="29814" y="6695"/>
                  </a:cubicBezTo>
                  <a:cubicBezTo>
                    <a:pt x="31741" y="4652"/>
                    <a:pt x="34061" y="3019"/>
                    <a:pt x="36635" y="1895"/>
                  </a:cubicBezTo>
                  <a:cubicBezTo>
                    <a:pt x="39188" y="696"/>
                    <a:pt x="41964" y="51"/>
                    <a:pt x="44784" y="0"/>
                  </a:cubicBezTo>
                  <a:cubicBezTo>
                    <a:pt x="45821" y="5"/>
                    <a:pt x="46840" y="265"/>
                    <a:pt x="47753" y="758"/>
                  </a:cubicBezTo>
                  <a:cubicBezTo>
                    <a:pt x="49531" y="694"/>
                    <a:pt x="51307" y="951"/>
                    <a:pt x="52995" y="1516"/>
                  </a:cubicBezTo>
                  <a:cubicBezTo>
                    <a:pt x="52463" y="3620"/>
                    <a:pt x="52314" y="5802"/>
                    <a:pt x="52553" y="7959"/>
                  </a:cubicBezTo>
                  <a:cubicBezTo>
                    <a:pt x="51922" y="11139"/>
                    <a:pt x="51667" y="14383"/>
                    <a:pt x="51795" y="17623"/>
                  </a:cubicBezTo>
                  <a:lnTo>
                    <a:pt x="50342" y="18381"/>
                  </a:lnTo>
                  <a:cubicBezTo>
                    <a:pt x="48712" y="17534"/>
                    <a:pt x="46930" y="17019"/>
                    <a:pt x="45100" y="16865"/>
                  </a:cubicBezTo>
                  <a:cubicBezTo>
                    <a:pt x="43425" y="16245"/>
                    <a:pt x="41638" y="15986"/>
                    <a:pt x="39857" y="16107"/>
                  </a:cubicBezTo>
                  <a:cubicBezTo>
                    <a:pt x="32484" y="15521"/>
                    <a:pt x="25563" y="19719"/>
                    <a:pt x="22676" y="26529"/>
                  </a:cubicBezTo>
                  <a:cubicBezTo>
                    <a:pt x="18070" y="37059"/>
                    <a:pt x="16034" y="48535"/>
                    <a:pt x="16739" y="60007"/>
                  </a:cubicBezTo>
                  <a:cubicBezTo>
                    <a:pt x="16739" y="68913"/>
                    <a:pt x="16739" y="77124"/>
                    <a:pt x="17497" y="84578"/>
                  </a:cubicBezTo>
                  <a:cubicBezTo>
                    <a:pt x="17318" y="91029"/>
                    <a:pt x="17550" y="97485"/>
                    <a:pt x="18191" y="103906"/>
                  </a:cubicBezTo>
                  <a:cubicBezTo>
                    <a:pt x="16807" y="103278"/>
                    <a:pt x="15284" y="103017"/>
                    <a:pt x="13770" y="103148"/>
                  </a:cubicBezTo>
                  <a:lnTo>
                    <a:pt x="4548" y="103148"/>
                  </a:lnTo>
                  <a:cubicBezTo>
                    <a:pt x="3013" y="103017"/>
                    <a:pt x="1470" y="103278"/>
                    <a:pt x="63" y="1039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3225512" y="4914665"/>
              <a:ext cx="64175" cy="135425"/>
            </a:xfrm>
            <a:custGeom>
              <a:rect b="b" l="l" r="r" t="t"/>
              <a:pathLst>
                <a:path extrusionOk="0" h="135425" w="64175">
                  <a:moveTo>
                    <a:pt x="126" y="39288"/>
                  </a:moveTo>
                  <a:lnTo>
                    <a:pt x="126" y="30508"/>
                  </a:lnTo>
                  <a:lnTo>
                    <a:pt x="6822" y="30508"/>
                  </a:lnTo>
                  <a:cubicBezTo>
                    <a:pt x="9255" y="31130"/>
                    <a:pt x="11767" y="31386"/>
                    <a:pt x="14275" y="31266"/>
                  </a:cubicBezTo>
                  <a:lnTo>
                    <a:pt x="14275" y="16360"/>
                  </a:lnTo>
                  <a:cubicBezTo>
                    <a:pt x="14403" y="12617"/>
                    <a:pt x="14149" y="8871"/>
                    <a:pt x="13518" y="5180"/>
                  </a:cubicBezTo>
                  <a:cubicBezTo>
                    <a:pt x="16892" y="5254"/>
                    <a:pt x="20234" y="4494"/>
                    <a:pt x="23245" y="2969"/>
                  </a:cubicBezTo>
                  <a:cubicBezTo>
                    <a:pt x="26060" y="2274"/>
                    <a:pt x="28791" y="1278"/>
                    <a:pt x="31393" y="0"/>
                  </a:cubicBezTo>
                  <a:cubicBezTo>
                    <a:pt x="30887" y="3684"/>
                    <a:pt x="30634" y="7398"/>
                    <a:pt x="30635" y="11117"/>
                  </a:cubicBezTo>
                  <a:lnTo>
                    <a:pt x="30635" y="31961"/>
                  </a:lnTo>
                  <a:cubicBezTo>
                    <a:pt x="34860" y="32055"/>
                    <a:pt x="39085" y="31802"/>
                    <a:pt x="43268" y="31203"/>
                  </a:cubicBezTo>
                  <a:cubicBezTo>
                    <a:pt x="48511" y="31203"/>
                    <a:pt x="52995" y="30508"/>
                    <a:pt x="58933" y="30508"/>
                  </a:cubicBezTo>
                  <a:cubicBezTo>
                    <a:pt x="58933" y="31203"/>
                    <a:pt x="58238" y="32719"/>
                    <a:pt x="58238" y="33414"/>
                  </a:cubicBezTo>
                  <a:lnTo>
                    <a:pt x="58238" y="39415"/>
                  </a:lnTo>
                  <a:cubicBezTo>
                    <a:pt x="54525" y="38783"/>
                    <a:pt x="50759" y="38529"/>
                    <a:pt x="46995" y="38657"/>
                  </a:cubicBezTo>
                  <a:lnTo>
                    <a:pt x="30572" y="38657"/>
                  </a:lnTo>
                  <a:cubicBezTo>
                    <a:pt x="29995" y="40580"/>
                    <a:pt x="29760" y="42590"/>
                    <a:pt x="29877" y="44594"/>
                  </a:cubicBezTo>
                  <a:lnTo>
                    <a:pt x="29877" y="49900"/>
                  </a:lnTo>
                  <a:cubicBezTo>
                    <a:pt x="29877" y="53627"/>
                    <a:pt x="29877" y="61775"/>
                    <a:pt x="29119" y="72955"/>
                  </a:cubicBezTo>
                  <a:lnTo>
                    <a:pt x="29119" y="100495"/>
                  </a:lnTo>
                  <a:cubicBezTo>
                    <a:pt x="28665" y="107621"/>
                    <a:pt x="29944" y="114752"/>
                    <a:pt x="32846" y="121276"/>
                  </a:cubicBezTo>
                  <a:cubicBezTo>
                    <a:pt x="36002" y="125905"/>
                    <a:pt x="41414" y="128466"/>
                    <a:pt x="46995" y="127972"/>
                  </a:cubicBezTo>
                  <a:cubicBezTo>
                    <a:pt x="49309" y="127842"/>
                    <a:pt x="51590" y="127352"/>
                    <a:pt x="53753" y="126519"/>
                  </a:cubicBezTo>
                  <a:cubicBezTo>
                    <a:pt x="56804" y="125429"/>
                    <a:pt x="59798" y="124185"/>
                    <a:pt x="62723" y="122792"/>
                  </a:cubicBezTo>
                  <a:lnTo>
                    <a:pt x="64176" y="127972"/>
                  </a:lnTo>
                  <a:cubicBezTo>
                    <a:pt x="60560" y="130452"/>
                    <a:pt x="56510" y="132230"/>
                    <a:pt x="52237" y="133214"/>
                  </a:cubicBezTo>
                  <a:cubicBezTo>
                    <a:pt x="48427" y="134675"/>
                    <a:pt x="44380" y="135425"/>
                    <a:pt x="40299" y="135425"/>
                  </a:cubicBezTo>
                  <a:cubicBezTo>
                    <a:pt x="30572" y="135425"/>
                    <a:pt x="23119" y="133214"/>
                    <a:pt x="19392" y="127972"/>
                  </a:cubicBezTo>
                  <a:cubicBezTo>
                    <a:pt x="14307" y="121713"/>
                    <a:pt x="11900" y="113699"/>
                    <a:pt x="12696" y="105675"/>
                  </a:cubicBezTo>
                  <a:cubicBezTo>
                    <a:pt x="12696" y="103464"/>
                    <a:pt x="12696" y="95252"/>
                    <a:pt x="13454" y="82619"/>
                  </a:cubicBezTo>
                  <a:lnTo>
                    <a:pt x="13454" y="38404"/>
                  </a:lnTo>
                  <a:lnTo>
                    <a:pt x="6001" y="38404"/>
                  </a:lnTo>
                  <a:cubicBezTo>
                    <a:pt x="4066" y="39032"/>
                    <a:pt x="2030" y="39289"/>
                    <a:pt x="0" y="3916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2392622" y="4685440"/>
              <a:ext cx="225435" cy="76618"/>
            </a:xfrm>
            <a:custGeom>
              <a:rect b="b" l="l" r="r" t="t"/>
              <a:pathLst>
                <a:path extrusionOk="0" h="76618" w="225435">
                  <a:moveTo>
                    <a:pt x="225435" y="0"/>
                  </a:moveTo>
                  <a:lnTo>
                    <a:pt x="0" y="0"/>
                  </a:lnTo>
                  <a:lnTo>
                    <a:pt x="0" y="76619"/>
                  </a:lnTo>
                  <a:lnTo>
                    <a:pt x="225435" y="76619"/>
                  </a:lnTo>
                  <a:lnTo>
                    <a:pt x="225435" y="0"/>
                  </a:lnTo>
                  <a:lnTo>
                    <a:pt x="225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2391232" y="4329823"/>
              <a:ext cx="226129" cy="76618"/>
            </a:xfrm>
            <a:custGeom>
              <a:rect b="b" l="l" r="r" t="t"/>
              <a:pathLst>
                <a:path extrusionOk="0" h="76618" w="226129">
                  <a:moveTo>
                    <a:pt x="219814" y="6316"/>
                  </a:moveTo>
                  <a:lnTo>
                    <a:pt x="6190" y="6316"/>
                  </a:lnTo>
                  <a:lnTo>
                    <a:pt x="6190" y="70429"/>
                  </a:lnTo>
                  <a:lnTo>
                    <a:pt x="219814" y="70429"/>
                  </a:lnTo>
                  <a:lnTo>
                    <a:pt x="219814" y="6316"/>
                  </a:lnTo>
                  <a:close/>
                  <a:moveTo>
                    <a:pt x="226130" y="0"/>
                  </a:moveTo>
                  <a:lnTo>
                    <a:pt x="226130" y="76619"/>
                  </a:lnTo>
                  <a:lnTo>
                    <a:pt x="0" y="76619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64" name="Google Shape;564;p13"/>
            <p:cNvSpPr/>
            <p:nvPr/>
          </p:nvSpPr>
          <p:spPr>
            <a:xfrm>
              <a:off x="2314993" y="4431076"/>
              <a:ext cx="302306" cy="228340"/>
            </a:xfrm>
            <a:custGeom>
              <a:rect b="b" l="l" r="r" t="t"/>
              <a:pathLst>
                <a:path extrusionOk="0" h="228340" w="302306">
                  <a:moveTo>
                    <a:pt x="70681" y="146984"/>
                  </a:moveTo>
                  <a:lnTo>
                    <a:pt x="296053" y="146984"/>
                  </a:lnTo>
                  <a:lnTo>
                    <a:pt x="296053" y="82809"/>
                  </a:lnTo>
                  <a:lnTo>
                    <a:pt x="70744" y="82809"/>
                  </a:lnTo>
                  <a:lnTo>
                    <a:pt x="69986" y="6190"/>
                  </a:lnTo>
                  <a:lnTo>
                    <a:pt x="6253" y="6190"/>
                  </a:lnTo>
                  <a:lnTo>
                    <a:pt x="6253" y="222087"/>
                  </a:lnTo>
                  <a:lnTo>
                    <a:pt x="70681" y="222087"/>
                  </a:lnTo>
                  <a:lnTo>
                    <a:pt x="70681" y="146984"/>
                  </a:lnTo>
                  <a:close/>
                  <a:moveTo>
                    <a:pt x="76998" y="228341"/>
                  </a:moveTo>
                  <a:lnTo>
                    <a:pt x="0" y="228341"/>
                  </a:lnTo>
                  <a:lnTo>
                    <a:pt x="0" y="0"/>
                  </a:lnTo>
                  <a:lnTo>
                    <a:pt x="76177" y="0"/>
                  </a:lnTo>
                  <a:lnTo>
                    <a:pt x="76871" y="76619"/>
                  </a:lnTo>
                  <a:lnTo>
                    <a:pt x="302306" y="76619"/>
                  </a:lnTo>
                  <a:lnTo>
                    <a:pt x="302306" y="153238"/>
                  </a:lnTo>
                  <a:lnTo>
                    <a:pt x="76871" y="153238"/>
                  </a:lnTo>
                  <a:lnTo>
                    <a:pt x="76871" y="2283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65" name="Google Shape;565;p13"/>
            <p:cNvSpPr/>
            <p:nvPr/>
          </p:nvSpPr>
          <p:spPr>
            <a:xfrm>
              <a:off x="2391169" y="4431013"/>
              <a:ext cx="301548" cy="228403"/>
            </a:xfrm>
            <a:custGeom>
              <a:rect b="b" l="l" r="r" t="t"/>
              <a:pathLst>
                <a:path extrusionOk="0" h="228403" w="301548">
                  <a:moveTo>
                    <a:pt x="0" y="0"/>
                  </a:moveTo>
                  <a:lnTo>
                    <a:pt x="301549" y="0"/>
                  </a:lnTo>
                  <a:lnTo>
                    <a:pt x="301549" y="228404"/>
                  </a:lnTo>
                  <a:lnTo>
                    <a:pt x="695" y="228404"/>
                  </a:lnTo>
                  <a:lnTo>
                    <a:pt x="695" y="153301"/>
                  </a:lnTo>
                  <a:lnTo>
                    <a:pt x="225372" y="153301"/>
                  </a:lnTo>
                  <a:lnTo>
                    <a:pt x="226130" y="76682"/>
                  </a:lnTo>
                  <a:lnTo>
                    <a:pt x="695" y="7668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566" name="Google Shape;566;p13"/>
          <p:cNvSpPr/>
          <p:nvPr/>
        </p:nvSpPr>
        <p:spPr>
          <a:xfrm>
            <a:off x="711922" y="3470607"/>
            <a:ext cx="3328972" cy="2711536"/>
          </a:xfrm>
          <a:custGeom>
            <a:rect b="b" l="l" r="r" t="t"/>
            <a:pathLst>
              <a:path extrusionOk="0" h="2711536" w="3328972">
                <a:moveTo>
                  <a:pt x="6316" y="6316"/>
                </a:moveTo>
                <a:lnTo>
                  <a:pt x="0" y="6316"/>
                </a:lnTo>
                <a:lnTo>
                  <a:pt x="0" y="2711537"/>
                </a:lnTo>
                <a:lnTo>
                  <a:pt x="3328973" y="2711537"/>
                </a:lnTo>
                <a:lnTo>
                  <a:pt x="3328973" y="0"/>
                </a:lnTo>
                <a:lnTo>
                  <a:pt x="0" y="0"/>
                </a:lnTo>
                <a:lnTo>
                  <a:pt x="0" y="6316"/>
                </a:lnTo>
                <a:lnTo>
                  <a:pt x="6316" y="6316"/>
                </a:lnTo>
                <a:lnTo>
                  <a:pt x="6316" y="12570"/>
                </a:lnTo>
                <a:lnTo>
                  <a:pt x="3316340" y="12570"/>
                </a:lnTo>
                <a:lnTo>
                  <a:pt x="3316340" y="2698904"/>
                </a:lnTo>
                <a:lnTo>
                  <a:pt x="12633" y="2698904"/>
                </a:lnTo>
                <a:lnTo>
                  <a:pt x="12633" y="6316"/>
                </a:lnTo>
                <a:lnTo>
                  <a:pt x="6316" y="6316"/>
                </a:lnTo>
                <a:lnTo>
                  <a:pt x="6316" y="12570"/>
                </a:lnTo>
                <a:lnTo>
                  <a:pt x="6316" y="6316"/>
                </a:lnTo>
                <a:lnTo>
                  <a:pt x="6316" y="6316"/>
                </a:lnTo>
                <a:close/>
              </a:path>
            </a:pathLst>
          </a:custGeom>
          <a:solidFill>
            <a:srgbClr val="A4A7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567" name="Google Shape;56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171" y="4317152"/>
            <a:ext cx="1530370" cy="432019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13"/>
          <p:cNvSpPr txBox="1"/>
          <p:nvPr>
            <p:ph idx="1" type="body"/>
          </p:nvPr>
        </p:nvSpPr>
        <p:spPr>
          <a:xfrm>
            <a:off x="838200" y="5521086"/>
            <a:ext cx="3160266" cy="559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69" name="Google Shape;569;p13"/>
          <p:cNvSpPr txBox="1"/>
          <p:nvPr>
            <p:ph idx="2" type="body"/>
          </p:nvPr>
        </p:nvSpPr>
        <p:spPr>
          <a:xfrm>
            <a:off x="606104" y="1790153"/>
            <a:ext cx="6158074" cy="351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70" name="Google Shape;570;p13"/>
          <p:cNvSpPr txBox="1"/>
          <p:nvPr>
            <p:ph idx="3" type="body"/>
          </p:nvPr>
        </p:nvSpPr>
        <p:spPr>
          <a:xfrm>
            <a:off x="606104" y="2238785"/>
            <a:ext cx="6158074" cy="780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571" name="Google Shape;571;p13">
            <a:hlinkClick r:id="rId6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1273" y="3710934"/>
            <a:ext cx="2911956" cy="1637976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13"/>
          <p:cNvSpPr txBox="1"/>
          <p:nvPr>
            <p:ph idx="4" type="body"/>
          </p:nvPr>
        </p:nvSpPr>
        <p:spPr>
          <a:xfrm>
            <a:off x="4555735" y="5521086"/>
            <a:ext cx="3206192" cy="559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73" name="Google Shape;573;p13"/>
          <p:cNvSpPr txBox="1"/>
          <p:nvPr>
            <p:ph idx="5" type="body"/>
          </p:nvPr>
        </p:nvSpPr>
        <p:spPr>
          <a:xfrm>
            <a:off x="8272400" y="5507983"/>
            <a:ext cx="3160266" cy="559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74" name="Google Shape;574;p13"/>
          <p:cNvSpPr txBox="1"/>
          <p:nvPr>
            <p:ph idx="6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3 references">
  <p:cSld name="Template 3 references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4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77" name="Google Shape;577;p14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578" name="Google Shape;578;p14"/>
          <p:cNvSpPr txBox="1"/>
          <p:nvPr>
            <p:ph idx="2" type="body"/>
          </p:nvPr>
        </p:nvSpPr>
        <p:spPr>
          <a:xfrm>
            <a:off x="593311" y="1495125"/>
            <a:ext cx="10886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79" name="Google Shape;579;p14"/>
          <p:cNvSpPr txBox="1"/>
          <p:nvPr>
            <p:ph idx="3" type="body"/>
          </p:nvPr>
        </p:nvSpPr>
        <p:spPr>
          <a:xfrm>
            <a:off x="593332" y="1935338"/>
            <a:ext cx="4518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80" name="Google Shape;580;p14"/>
          <p:cNvSpPr txBox="1"/>
          <p:nvPr>
            <p:ph idx="4" type="body"/>
          </p:nvPr>
        </p:nvSpPr>
        <p:spPr>
          <a:xfrm>
            <a:off x="593332" y="4261368"/>
            <a:ext cx="3445268" cy="182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81" name="Google Shape;581;p14"/>
          <p:cNvSpPr txBox="1"/>
          <p:nvPr>
            <p:ph idx="5" type="body"/>
          </p:nvPr>
        </p:nvSpPr>
        <p:spPr>
          <a:xfrm>
            <a:off x="593332" y="3527855"/>
            <a:ext cx="3445268" cy="598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82" name="Google Shape;582;p14"/>
          <p:cNvSpPr txBox="1"/>
          <p:nvPr>
            <p:ph idx="6" type="body"/>
          </p:nvPr>
        </p:nvSpPr>
        <p:spPr>
          <a:xfrm>
            <a:off x="4283374" y="4261368"/>
            <a:ext cx="3445268" cy="182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83" name="Google Shape;583;p14"/>
          <p:cNvSpPr txBox="1"/>
          <p:nvPr>
            <p:ph idx="7" type="body"/>
          </p:nvPr>
        </p:nvSpPr>
        <p:spPr>
          <a:xfrm>
            <a:off x="4283374" y="3527855"/>
            <a:ext cx="3445268" cy="598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84" name="Google Shape;584;p14"/>
          <p:cNvSpPr txBox="1"/>
          <p:nvPr>
            <p:ph idx="8" type="body"/>
          </p:nvPr>
        </p:nvSpPr>
        <p:spPr>
          <a:xfrm>
            <a:off x="8034132" y="4261368"/>
            <a:ext cx="3445268" cy="182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85" name="Google Shape;585;p14"/>
          <p:cNvSpPr txBox="1"/>
          <p:nvPr>
            <p:ph idx="9" type="body"/>
          </p:nvPr>
        </p:nvSpPr>
        <p:spPr>
          <a:xfrm>
            <a:off x="8034132" y="3527855"/>
            <a:ext cx="3445268" cy="598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86" name="Google Shape;586;p14"/>
          <p:cNvSpPr txBox="1"/>
          <p:nvPr>
            <p:ph idx="13" type="body"/>
          </p:nvPr>
        </p:nvSpPr>
        <p:spPr>
          <a:xfrm>
            <a:off x="593332" y="6138835"/>
            <a:ext cx="1651104" cy="213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87" name="Google Shape;587;p14"/>
          <p:cNvSpPr txBox="1"/>
          <p:nvPr>
            <p:ph idx="14" type="body"/>
          </p:nvPr>
        </p:nvSpPr>
        <p:spPr>
          <a:xfrm>
            <a:off x="4283374" y="6137311"/>
            <a:ext cx="1651104" cy="22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88" name="Google Shape;588;p14"/>
          <p:cNvSpPr txBox="1"/>
          <p:nvPr>
            <p:ph idx="15" type="body"/>
          </p:nvPr>
        </p:nvSpPr>
        <p:spPr>
          <a:xfrm>
            <a:off x="8034131" y="6137312"/>
            <a:ext cx="1651103" cy="214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6 references">
  <p:cSld name="Template 6 reference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5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91" name="Google Shape;591;p15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592" name="Google Shape;592;p15"/>
          <p:cNvSpPr txBox="1"/>
          <p:nvPr>
            <p:ph idx="2" type="body"/>
          </p:nvPr>
        </p:nvSpPr>
        <p:spPr>
          <a:xfrm>
            <a:off x="581291" y="1937002"/>
            <a:ext cx="4518683" cy="388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93" name="Google Shape;593;p15"/>
          <p:cNvSpPr txBox="1"/>
          <p:nvPr>
            <p:ph idx="3" type="body"/>
          </p:nvPr>
        </p:nvSpPr>
        <p:spPr>
          <a:xfrm>
            <a:off x="581291" y="3600082"/>
            <a:ext cx="3445268" cy="40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94" name="Google Shape;594;p15"/>
          <p:cNvSpPr txBox="1"/>
          <p:nvPr>
            <p:ph idx="4" type="body"/>
          </p:nvPr>
        </p:nvSpPr>
        <p:spPr>
          <a:xfrm>
            <a:off x="581197" y="3351186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95" name="Google Shape;595;p15"/>
          <p:cNvSpPr txBox="1"/>
          <p:nvPr>
            <p:ph idx="5" type="body"/>
          </p:nvPr>
        </p:nvSpPr>
        <p:spPr>
          <a:xfrm>
            <a:off x="581197" y="4053528"/>
            <a:ext cx="14522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96" name="Google Shape;596;p15"/>
          <p:cNvSpPr txBox="1"/>
          <p:nvPr>
            <p:ph idx="6" type="body"/>
          </p:nvPr>
        </p:nvSpPr>
        <p:spPr>
          <a:xfrm>
            <a:off x="4313732" y="3596498"/>
            <a:ext cx="3445268" cy="40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97" name="Google Shape;597;p15"/>
          <p:cNvSpPr txBox="1"/>
          <p:nvPr>
            <p:ph idx="7" type="body"/>
          </p:nvPr>
        </p:nvSpPr>
        <p:spPr>
          <a:xfrm>
            <a:off x="4313638" y="3347602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98" name="Google Shape;598;p15"/>
          <p:cNvSpPr txBox="1"/>
          <p:nvPr>
            <p:ph idx="8" type="body"/>
          </p:nvPr>
        </p:nvSpPr>
        <p:spPr>
          <a:xfrm>
            <a:off x="4313638" y="4049944"/>
            <a:ext cx="14522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99" name="Google Shape;599;p15"/>
          <p:cNvSpPr txBox="1"/>
          <p:nvPr>
            <p:ph idx="9" type="body"/>
          </p:nvPr>
        </p:nvSpPr>
        <p:spPr>
          <a:xfrm>
            <a:off x="8046173" y="3620443"/>
            <a:ext cx="3445268" cy="40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00" name="Google Shape;600;p15"/>
          <p:cNvSpPr txBox="1"/>
          <p:nvPr>
            <p:ph idx="13" type="body"/>
          </p:nvPr>
        </p:nvSpPr>
        <p:spPr>
          <a:xfrm>
            <a:off x="8056564" y="3347602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01" name="Google Shape;601;p15"/>
          <p:cNvSpPr txBox="1"/>
          <p:nvPr>
            <p:ph idx="14" type="body"/>
          </p:nvPr>
        </p:nvSpPr>
        <p:spPr>
          <a:xfrm>
            <a:off x="8056564" y="4049944"/>
            <a:ext cx="14522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02" name="Google Shape;602;p15"/>
          <p:cNvSpPr txBox="1"/>
          <p:nvPr>
            <p:ph idx="15" type="body"/>
          </p:nvPr>
        </p:nvSpPr>
        <p:spPr>
          <a:xfrm>
            <a:off x="581291" y="5543893"/>
            <a:ext cx="3445268" cy="40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03" name="Google Shape;603;p15"/>
          <p:cNvSpPr txBox="1"/>
          <p:nvPr>
            <p:ph idx="16" type="body"/>
          </p:nvPr>
        </p:nvSpPr>
        <p:spPr>
          <a:xfrm>
            <a:off x="581197" y="5294997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04" name="Google Shape;604;p15"/>
          <p:cNvSpPr txBox="1"/>
          <p:nvPr>
            <p:ph idx="17" type="body"/>
          </p:nvPr>
        </p:nvSpPr>
        <p:spPr>
          <a:xfrm>
            <a:off x="581197" y="5992019"/>
            <a:ext cx="14522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05" name="Google Shape;605;p15"/>
          <p:cNvSpPr txBox="1"/>
          <p:nvPr>
            <p:ph idx="18" type="body"/>
          </p:nvPr>
        </p:nvSpPr>
        <p:spPr>
          <a:xfrm>
            <a:off x="4313732" y="5543893"/>
            <a:ext cx="3445268" cy="40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06" name="Google Shape;606;p15"/>
          <p:cNvSpPr txBox="1"/>
          <p:nvPr>
            <p:ph idx="19" type="body"/>
          </p:nvPr>
        </p:nvSpPr>
        <p:spPr>
          <a:xfrm>
            <a:off x="4313638" y="5294997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07" name="Google Shape;607;p15"/>
          <p:cNvSpPr txBox="1"/>
          <p:nvPr>
            <p:ph idx="20" type="body"/>
          </p:nvPr>
        </p:nvSpPr>
        <p:spPr>
          <a:xfrm>
            <a:off x="4313638" y="5997339"/>
            <a:ext cx="14522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08" name="Google Shape;608;p15"/>
          <p:cNvSpPr txBox="1"/>
          <p:nvPr>
            <p:ph idx="21" type="body"/>
          </p:nvPr>
        </p:nvSpPr>
        <p:spPr>
          <a:xfrm>
            <a:off x="8056658" y="5538573"/>
            <a:ext cx="3445268" cy="40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09" name="Google Shape;609;p15"/>
          <p:cNvSpPr txBox="1"/>
          <p:nvPr>
            <p:ph idx="22" type="body"/>
          </p:nvPr>
        </p:nvSpPr>
        <p:spPr>
          <a:xfrm>
            <a:off x="8056564" y="5289677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10" name="Google Shape;610;p15"/>
          <p:cNvSpPr txBox="1"/>
          <p:nvPr>
            <p:ph idx="23" type="body"/>
          </p:nvPr>
        </p:nvSpPr>
        <p:spPr>
          <a:xfrm>
            <a:off x="8056564" y="5992019"/>
            <a:ext cx="14522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11" name="Google Shape;611;p15"/>
          <p:cNvSpPr txBox="1"/>
          <p:nvPr>
            <p:ph idx="24" type="body"/>
          </p:nvPr>
        </p:nvSpPr>
        <p:spPr>
          <a:xfrm>
            <a:off x="593311" y="1495125"/>
            <a:ext cx="10886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Highlited kpis">
  <p:cSld name="Template Highlited kpis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6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614" name="Google Shape;614;p16"/>
          <p:cNvSpPr txBox="1"/>
          <p:nvPr>
            <p:ph idx="1" type="body"/>
          </p:nvPr>
        </p:nvSpPr>
        <p:spPr>
          <a:xfrm>
            <a:off x="611874" y="2550767"/>
            <a:ext cx="52300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15" name="Google Shape;615;p16"/>
          <p:cNvSpPr txBox="1"/>
          <p:nvPr>
            <p:ph idx="2" type="body"/>
          </p:nvPr>
        </p:nvSpPr>
        <p:spPr>
          <a:xfrm>
            <a:off x="611874" y="3482299"/>
            <a:ext cx="548412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150"/>
              <a:buFont typeface="Arial"/>
              <a:buNone/>
              <a:defRPr b="0" i="0" sz="21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16" name="Google Shape;616;p16"/>
          <p:cNvSpPr txBox="1"/>
          <p:nvPr>
            <p:ph idx="3" type="body"/>
          </p:nvPr>
        </p:nvSpPr>
        <p:spPr>
          <a:xfrm>
            <a:off x="7473229" y="4377012"/>
            <a:ext cx="2554195" cy="369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17" name="Google Shape;617;p16"/>
          <p:cNvSpPr txBox="1"/>
          <p:nvPr>
            <p:ph idx="4" type="body"/>
          </p:nvPr>
        </p:nvSpPr>
        <p:spPr>
          <a:xfrm>
            <a:off x="6966284" y="3656215"/>
            <a:ext cx="3493168" cy="714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18" name="Google Shape;618;p16"/>
          <p:cNvSpPr txBox="1"/>
          <p:nvPr>
            <p:ph idx="5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4 x benefits">
  <p:cSld name="Template 4 x benefits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7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621" name="Google Shape;621;p17"/>
          <p:cNvSpPr txBox="1"/>
          <p:nvPr>
            <p:ph idx="1" type="body"/>
          </p:nvPr>
        </p:nvSpPr>
        <p:spPr>
          <a:xfrm>
            <a:off x="612104" y="1809779"/>
            <a:ext cx="3919556" cy="319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22" name="Google Shape;622;p17"/>
          <p:cNvSpPr txBox="1"/>
          <p:nvPr>
            <p:ph idx="2" type="body"/>
          </p:nvPr>
        </p:nvSpPr>
        <p:spPr>
          <a:xfrm>
            <a:off x="593331" y="3581151"/>
            <a:ext cx="5188903" cy="585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23" name="Google Shape;623;p17"/>
          <p:cNvSpPr txBox="1"/>
          <p:nvPr>
            <p:ph idx="3" type="body"/>
          </p:nvPr>
        </p:nvSpPr>
        <p:spPr>
          <a:xfrm>
            <a:off x="593332" y="3305889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24" name="Google Shape;624;p17"/>
          <p:cNvSpPr txBox="1"/>
          <p:nvPr>
            <p:ph idx="4" type="body"/>
          </p:nvPr>
        </p:nvSpPr>
        <p:spPr>
          <a:xfrm>
            <a:off x="6164897" y="3581151"/>
            <a:ext cx="5188903" cy="585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25" name="Google Shape;625;p17"/>
          <p:cNvSpPr txBox="1"/>
          <p:nvPr>
            <p:ph idx="5" type="body"/>
          </p:nvPr>
        </p:nvSpPr>
        <p:spPr>
          <a:xfrm>
            <a:off x="6164898" y="3305889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26" name="Google Shape;626;p17"/>
          <p:cNvSpPr txBox="1"/>
          <p:nvPr>
            <p:ph idx="6" type="body"/>
          </p:nvPr>
        </p:nvSpPr>
        <p:spPr>
          <a:xfrm>
            <a:off x="593330" y="5587687"/>
            <a:ext cx="5188903" cy="585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27" name="Google Shape;627;p17"/>
          <p:cNvSpPr txBox="1"/>
          <p:nvPr>
            <p:ph idx="7" type="body"/>
          </p:nvPr>
        </p:nvSpPr>
        <p:spPr>
          <a:xfrm>
            <a:off x="593331" y="5312425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28" name="Google Shape;628;p17"/>
          <p:cNvSpPr txBox="1"/>
          <p:nvPr>
            <p:ph idx="8" type="body"/>
          </p:nvPr>
        </p:nvSpPr>
        <p:spPr>
          <a:xfrm>
            <a:off x="6164897" y="5587687"/>
            <a:ext cx="5188903" cy="585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29" name="Google Shape;629;p17"/>
          <p:cNvSpPr txBox="1"/>
          <p:nvPr>
            <p:ph idx="9" type="body"/>
          </p:nvPr>
        </p:nvSpPr>
        <p:spPr>
          <a:xfrm>
            <a:off x="6164898" y="5312425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30" name="Google Shape;630;p17"/>
          <p:cNvSpPr txBox="1"/>
          <p:nvPr>
            <p:ph idx="13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timeline">
  <p:cSld name="Template timeline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8"/>
          <p:cNvSpPr txBox="1"/>
          <p:nvPr>
            <p:ph idx="1" type="body"/>
          </p:nvPr>
        </p:nvSpPr>
        <p:spPr>
          <a:xfrm>
            <a:off x="5732584" y="4262574"/>
            <a:ext cx="1725874" cy="409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33" name="Google Shape;633;p18"/>
          <p:cNvSpPr txBox="1"/>
          <p:nvPr>
            <p:ph idx="2" type="body"/>
          </p:nvPr>
        </p:nvSpPr>
        <p:spPr>
          <a:xfrm>
            <a:off x="5732584" y="3947373"/>
            <a:ext cx="1725873" cy="207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34" name="Google Shape;634;p18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635" name="Google Shape;635;p18"/>
          <p:cNvSpPr txBox="1"/>
          <p:nvPr>
            <p:ph idx="3" type="body"/>
          </p:nvPr>
        </p:nvSpPr>
        <p:spPr>
          <a:xfrm>
            <a:off x="601224" y="1894145"/>
            <a:ext cx="5859384" cy="625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36" name="Google Shape;636;p18"/>
          <p:cNvSpPr txBox="1"/>
          <p:nvPr>
            <p:ph idx="4" type="body"/>
          </p:nvPr>
        </p:nvSpPr>
        <p:spPr>
          <a:xfrm>
            <a:off x="2169674" y="3964394"/>
            <a:ext cx="2280594" cy="472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37" name="Google Shape;637;p18"/>
          <p:cNvSpPr txBox="1"/>
          <p:nvPr>
            <p:ph idx="5" type="body"/>
          </p:nvPr>
        </p:nvSpPr>
        <p:spPr>
          <a:xfrm>
            <a:off x="601224" y="3139159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38" name="Google Shape;638;p18"/>
          <p:cNvSpPr txBox="1"/>
          <p:nvPr>
            <p:ph idx="6" type="body"/>
          </p:nvPr>
        </p:nvSpPr>
        <p:spPr>
          <a:xfrm>
            <a:off x="601224" y="5016175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39" name="Google Shape;639;p18"/>
          <p:cNvSpPr txBox="1"/>
          <p:nvPr>
            <p:ph idx="7" type="body"/>
          </p:nvPr>
        </p:nvSpPr>
        <p:spPr>
          <a:xfrm>
            <a:off x="2169674" y="5744535"/>
            <a:ext cx="2280594" cy="472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40" name="Google Shape;640;p18"/>
          <p:cNvSpPr txBox="1"/>
          <p:nvPr>
            <p:ph idx="8" type="body"/>
          </p:nvPr>
        </p:nvSpPr>
        <p:spPr>
          <a:xfrm>
            <a:off x="8363877" y="4262575"/>
            <a:ext cx="1537355" cy="409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41" name="Google Shape;641;p18"/>
          <p:cNvSpPr txBox="1"/>
          <p:nvPr>
            <p:ph idx="9" type="body"/>
          </p:nvPr>
        </p:nvSpPr>
        <p:spPr>
          <a:xfrm>
            <a:off x="8363877" y="3948480"/>
            <a:ext cx="1537355" cy="206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42" name="Google Shape;642;p18"/>
          <p:cNvSpPr txBox="1"/>
          <p:nvPr>
            <p:ph idx="13" type="body"/>
          </p:nvPr>
        </p:nvSpPr>
        <p:spPr>
          <a:xfrm>
            <a:off x="5732584" y="6091176"/>
            <a:ext cx="17258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43" name="Google Shape;643;p18"/>
          <p:cNvSpPr txBox="1"/>
          <p:nvPr>
            <p:ph idx="14" type="body"/>
          </p:nvPr>
        </p:nvSpPr>
        <p:spPr>
          <a:xfrm>
            <a:off x="5732584" y="5775975"/>
            <a:ext cx="1725873" cy="207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44" name="Google Shape;644;p18"/>
          <p:cNvSpPr txBox="1"/>
          <p:nvPr>
            <p:ph idx="15" type="body"/>
          </p:nvPr>
        </p:nvSpPr>
        <p:spPr>
          <a:xfrm>
            <a:off x="8363877" y="6091177"/>
            <a:ext cx="1537355" cy="365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45" name="Google Shape;645;p18"/>
          <p:cNvSpPr txBox="1"/>
          <p:nvPr>
            <p:ph idx="16" type="body"/>
          </p:nvPr>
        </p:nvSpPr>
        <p:spPr>
          <a:xfrm>
            <a:off x="8363877" y="5777082"/>
            <a:ext cx="1537355" cy="206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46" name="Google Shape;646;p18"/>
          <p:cNvSpPr txBox="1"/>
          <p:nvPr>
            <p:ph idx="17" type="body"/>
          </p:nvPr>
        </p:nvSpPr>
        <p:spPr>
          <a:xfrm>
            <a:off x="10317775" y="4332702"/>
            <a:ext cx="1537355" cy="339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47" name="Google Shape;647;p18"/>
          <p:cNvSpPr txBox="1"/>
          <p:nvPr>
            <p:ph idx="18" type="body"/>
          </p:nvPr>
        </p:nvSpPr>
        <p:spPr>
          <a:xfrm>
            <a:off x="10317775" y="6118973"/>
            <a:ext cx="1537355" cy="339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48" name="Google Shape;648;p18"/>
          <p:cNvSpPr txBox="1"/>
          <p:nvPr>
            <p:ph idx="19" type="body"/>
          </p:nvPr>
        </p:nvSpPr>
        <p:spPr>
          <a:xfrm>
            <a:off x="10317775" y="5774080"/>
            <a:ext cx="1537355" cy="339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49" name="Google Shape;649;p18"/>
          <p:cNvSpPr txBox="1"/>
          <p:nvPr>
            <p:ph idx="20" type="body"/>
          </p:nvPr>
        </p:nvSpPr>
        <p:spPr>
          <a:xfrm>
            <a:off x="10317775" y="3959287"/>
            <a:ext cx="1537355" cy="339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50" name="Google Shape;650;p18"/>
          <p:cNvSpPr txBox="1"/>
          <p:nvPr>
            <p:ph idx="2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business">
  <p:cSld name="Template business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9"/>
          <p:cNvSpPr txBox="1"/>
          <p:nvPr>
            <p:ph idx="1" type="body"/>
          </p:nvPr>
        </p:nvSpPr>
        <p:spPr>
          <a:xfrm>
            <a:off x="6445799" y="3078417"/>
            <a:ext cx="2361187" cy="258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53" name="Google Shape;653;p19"/>
          <p:cNvSpPr txBox="1"/>
          <p:nvPr>
            <p:ph idx="2" type="body"/>
          </p:nvPr>
        </p:nvSpPr>
        <p:spPr>
          <a:xfrm>
            <a:off x="6451468" y="4340744"/>
            <a:ext cx="2361187" cy="269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54" name="Google Shape;654;p19"/>
          <p:cNvSpPr txBox="1"/>
          <p:nvPr>
            <p:ph idx="3" type="body"/>
          </p:nvPr>
        </p:nvSpPr>
        <p:spPr>
          <a:xfrm>
            <a:off x="6454367" y="5630896"/>
            <a:ext cx="2620495" cy="3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55" name="Google Shape;655;p19"/>
          <p:cNvSpPr txBox="1"/>
          <p:nvPr>
            <p:ph idx="4" type="body"/>
          </p:nvPr>
        </p:nvSpPr>
        <p:spPr>
          <a:xfrm>
            <a:off x="6449623" y="2853032"/>
            <a:ext cx="875689" cy="202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56" name="Google Shape;656;p19"/>
          <p:cNvSpPr txBox="1"/>
          <p:nvPr>
            <p:ph idx="5" type="body"/>
          </p:nvPr>
        </p:nvSpPr>
        <p:spPr>
          <a:xfrm>
            <a:off x="6451467" y="4091930"/>
            <a:ext cx="908991" cy="252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57" name="Google Shape;657;p19"/>
          <p:cNvSpPr txBox="1"/>
          <p:nvPr>
            <p:ph idx="6" type="body"/>
          </p:nvPr>
        </p:nvSpPr>
        <p:spPr>
          <a:xfrm>
            <a:off x="6444801" y="5392647"/>
            <a:ext cx="908991" cy="252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58" name="Google Shape;658;p19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659" name="Google Shape;659;p19"/>
          <p:cNvSpPr txBox="1"/>
          <p:nvPr>
            <p:ph idx="7" type="body"/>
          </p:nvPr>
        </p:nvSpPr>
        <p:spPr>
          <a:xfrm>
            <a:off x="617203" y="1725479"/>
            <a:ext cx="5561897" cy="638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60" name="Google Shape;660;p19"/>
          <p:cNvSpPr txBox="1"/>
          <p:nvPr>
            <p:ph idx="8" type="body"/>
          </p:nvPr>
        </p:nvSpPr>
        <p:spPr>
          <a:xfrm>
            <a:off x="610703" y="2498398"/>
            <a:ext cx="5590502" cy="997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61" name="Google Shape;661;p19"/>
          <p:cNvSpPr txBox="1"/>
          <p:nvPr>
            <p:ph idx="9" type="body"/>
          </p:nvPr>
        </p:nvSpPr>
        <p:spPr>
          <a:xfrm>
            <a:off x="617203" y="4156680"/>
            <a:ext cx="5341695" cy="359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62" name="Google Shape;662;p19"/>
          <p:cNvSpPr txBox="1"/>
          <p:nvPr>
            <p:ph idx="13" type="body"/>
          </p:nvPr>
        </p:nvSpPr>
        <p:spPr>
          <a:xfrm>
            <a:off x="610703" y="3831780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63" name="Google Shape;663;p19"/>
          <p:cNvSpPr txBox="1"/>
          <p:nvPr>
            <p:ph idx="14" type="body"/>
          </p:nvPr>
        </p:nvSpPr>
        <p:spPr>
          <a:xfrm>
            <a:off x="610703" y="4978806"/>
            <a:ext cx="5341695" cy="359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64" name="Google Shape;664;p19"/>
          <p:cNvSpPr txBox="1"/>
          <p:nvPr>
            <p:ph idx="15" type="body"/>
          </p:nvPr>
        </p:nvSpPr>
        <p:spPr>
          <a:xfrm>
            <a:off x="621160" y="4680612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65" name="Google Shape;665;p19"/>
          <p:cNvSpPr txBox="1"/>
          <p:nvPr>
            <p:ph idx="16" type="body"/>
          </p:nvPr>
        </p:nvSpPr>
        <p:spPr>
          <a:xfrm>
            <a:off x="610702" y="5809871"/>
            <a:ext cx="5341695" cy="359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66" name="Google Shape;666;p19"/>
          <p:cNvSpPr txBox="1"/>
          <p:nvPr>
            <p:ph idx="17" type="body"/>
          </p:nvPr>
        </p:nvSpPr>
        <p:spPr>
          <a:xfrm>
            <a:off x="617203" y="5485508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67" name="Google Shape;667;p19"/>
          <p:cNvSpPr/>
          <p:nvPr/>
        </p:nvSpPr>
        <p:spPr>
          <a:xfrm>
            <a:off x="10962431" y="5993292"/>
            <a:ext cx="530773" cy="297898"/>
          </a:xfrm>
          <a:custGeom>
            <a:rect b="b" l="l" r="r" t="t"/>
            <a:pathLst>
              <a:path extrusionOk="0" h="318344" w="567202">
                <a:moveTo>
                  <a:pt x="564570" y="0"/>
                </a:moveTo>
                <a:cubicBezTo>
                  <a:pt x="543019" y="155157"/>
                  <a:pt x="399769" y="263466"/>
                  <a:pt x="244612" y="241915"/>
                </a:cubicBezTo>
                <a:cubicBezTo>
                  <a:pt x="118943" y="224460"/>
                  <a:pt x="20152" y="125669"/>
                  <a:pt x="2697" y="0"/>
                </a:cubicBezTo>
                <a:cubicBezTo>
                  <a:pt x="918" y="12917"/>
                  <a:pt x="17" y="25939"/>
                  <a:pt x="0" y="38978"/>
                </a:cubicBezTo>
                <a:cubicBezTo>
                  <a:pt x="2357" y="195607"/>
                  <a:pt x="131240" y="320668"/>
                  <a:pt x="287869" y="318312"/>
                </a:cubicBezTo>
                <a:cubicBezTo>
                  <a:pt x="441175" y="316005"/>
                  <a:pt x="564896" y="192284"/>
                  <a:pt x="567203" y="38978"/>
                </a:cubicBezTo>
                <a:cubicBezTo>
                  <a:pt x="567205" y="25941"/>
                  <a:pt x="566326" y="12918"/>
                  <a:pt x="564570" y="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68" name="Google Shape;668;p19"/>
          <p:cNvSpPr txBox="1"/>
          <p:nvPr>
            <p:ph idx="18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team">
  <p:cSld name="Template team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0"/>
          <p:cNvSpPr txBox="1"/>
          <p:nvPr>
            <p:ph idx="1" type="body"/>
          </p:nvPr>
        </p:nvSpPr>
        <p:spPr>
          <a:xfrm>
            <a:off x="8170237" y="3384736"/>
            <a:ext cx="3345112" cy="18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71" name="Google Shape;671;p20"/>
          <p:cNvSpPr txBox="1"/>
          <p:nvPr>
            <p:ph idx="2" type="body"/>
          </p:nvPr>
        </p:nvSpPr>
        <p:spPr>
          <a:xfrm>
            <a:off x="8629014" y="3168095"/>
            <a:ext cx="2483729" cy="16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72" name="Google Shape;672;p20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673" name="Google Shape;673;p20"/>
          <p:cNvSpPr txBox="1"/>
          <p:nvPr>
            <p:ph idx="3" type="body"/>
          </p:nvPr>
        </p:nvSpPr>
        <p:spPr>
          <a:xfrm>
            <a:off x="618201" y="1328366"/>
            <a:ext cx="4279150" cy="378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74" name="Google Shape;674;p20"/>
          <p:cNvSpPr/>
          <p:nvPr/>
        </p:nvSpPr>
        <p:spPr>
          <a:xfrm>
            <a:off x="1777411" y="3768385"/>
            <a:ext cx="1209200" cy="1209200"/>
          </a:xfrm>
          <a:custGeom>
            <a:rect b="b" l="l" r="r" t="t"/>
            <a:pathLst>
              <a:path extrusionOk="0" h="1209200" w="1209200">
                <a:moveTo>
                  <a:pt x="604537" y="1209201"/>
                </a:moveTo>
                <a:cubicBezTo>
                  <a:pt x="938448" y="1209235"/>
                  <a:pt x="1209165" y="938575"/>
                  <a:pt x="1209200" y="604664"/>
                </a:cubicBezTo>
                <a:cubicBezTo>
                  <a:pt x="1209235" y="270752"/>
                  <a:pt x="938575" y="35"/>
                  <a:pt x="604664" y="0"/>
                </a:cubicBezTo>
                <a:cubicBezTo>
                  <a:pt x="270752" y="-35"/>
                  <a:pt x="35" y="270625"/>
                  <a:pt x="0" y="604537"/>
                </a:cubicBezTo>
                <a:cubicBezTo>
                  <a:pt x="0" y="604558"/>
                  <a:pt x="0" y="604579"/>
                  <a:pt x="0" y="604600"/>
                </a:cubicBezTo>
                <a:cubicBezTo>
                  <a:pt x="0" y="938487"/>
                  <a:pt x="270650" y="1209166"/>
                  <a:pt x="604537" y="1209201"/>
                </a:cubicBezTo>
                <a:close/>
              </a:path>
            </a:pathLst>
          </a:custGeom>
          <a:solidFill>
            <a:srgbClr val="E4E5E4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5" name="Google Shape;675;p20"/>
          <p:cNvSpPr/>
          <p:nvPr>
            <p:ph idx="4" type="pic"/>
          </p:nvPr>
        </p:nvSpPr>
        <p:spPr>
          <a:xfrm>
            <a:off x="1777594" y="3755099"/>
            <a:ext cx="1234628" cy="1235769"/>
          </a:xfrm>
          <a:prstGeom prst="flowChartConnector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20"/>
          <p:cNvSpPr/>
          <p:nvPr>
            <p:ph idx="5" type="pic"/>
          </p:nvPr>
        </p:nvSpPr>
        <p:spPr>
          <a:xfrm>
            <a:off x="5491713" y="3766120"/>
            <a:ext cx="1234800" cy="1234800"/>
          </a:xfrm>
          <a:prstGeom prst="flowChartConnector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p20"/>
          <p:cNvSpPr txBox="1"/>
          <p:nvPr>
            <p:ph idx="6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78" name="Google Shape;678;p20"/>
          <p:cNvSpPr txBox="1"/>
          <p:nvPr>
            <p:ph idx="7" type="body"/>
          </p:nvPr>
        </p:nvSpPr>
        <p:spPr>
          <a:xfrm>
            <a:off x="722352" y="3377856"/>
            <a:ext cx="3345112" cy="18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79" name="Google Shape;679;p20"/>
          <p:cNvSpPr/>
          <p:nvPr>
            <p:ph idx="8" type="pic"/>
          </p:nvPr>
        </p:nvSpPr>
        <p:spPr>
          <a:xfrm>
            <a:off x="8862203" y="3766120"/>
            <a:ext cx="1234800" cy="1234800"/>
          </a:xfrm>
          <a:prstGeom prst="flowChartConnector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20"/>
          <p:cNvSpPr/>
          <p:nvPr>
            <p:ph idx="9" type="pic"/>
          </p:nvPr>
        </p:nvSpPr>
        <p:spPr>
          <a:xfrm>
            <a:off x="2104773" y="1874365"/>
            <a:ext cx="1234800" cy="1234800"/>
          </a:xfrm>
          <a:prstGeom prst="flowChartConnector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20"/>
          <p:cNvSpPr txBox="1"/>
          <p:nvPr>
            <p:ph idx="13" type="body"/>
          </p:nvPr>
        </p:nvSpPr>
        <p:spPr>
          <a:xfrm>
            <a:off x="1181129" y="3161215"/>
            <a:ext cx="2483729" cy="168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82" name="Google Shape;682;p20"/>
          <p:cNvSpPr txBox="1"/>
          <p:nvPr>
            <p:ph idx="14" type="body"/>
          </p:nvPr>
        </p:nvSpPr>
        <p:spPr>
          <a:xfrm>
            <a:off x="4438574" y="3379468"/>
            <a:ext cx="3345112" cy="18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83" name="Google Shape;683;p20"/>
          <p:cNvSpPr txBox="1"/>
          <p:nvPr>
            <p:ph idx="15" type="body"/>
          </p:nvPr>
        </p:nvSpPr>
        <p:spPr>
          <a:xfrm>
            <a:off x="4897351" y="3162827"/>
            <a:ext cx="2483729" cy="168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84" name="Google Shape;684;p20"/>
          <p:cNvSpPr txBox="1"/>
          <p:nvPr>
            <p:ph idx="16" type="body"/>
          </p:nvPr>
        </p:nvSpPr>
        <p:spPr>
          <a:xfrm>
            <a:off x="722352" y="5259559"/>
            <a:ext cx="3345112" cy="18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85" name="Google Shape;685;p20"/>
          <p:cNvSpPr txBox="1"/>
          <p:nvPr>
            <p:ph idx="17" type="body"/>
          </p:nvPr>
        </p:nvSpPr>
        <p:spPr>
          <a:xfrm>
            <a:off x="1181129" y="5042918"/>
            <a:ext cx="2483729" cy="168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86" name="Google Shape;686;p20"/>
          <p:cNvSpPr txBox="1"/>
          <p:nvPr>
            <p:ph idx="18" type="body"/>
          </p:nvPr>
        </p:nvSpPr>
        <p:spPr>
          <a:xfrm>
            <a:off x="4438574" y="5265454"/>
            <a:ext cx="3345112" cy="18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87" name="Google Shape;687;p20"/>
          <p:cNvSpPr txBox="1"/>
          <p:nvPr>
            <p:ph idx="19" type="body"/>
          </p:nvPr>
        </p:nvSpPr>
        <p:spPr>
          <a:xfrm>
            <a:off x="4897351" y="5048813"/>
            <a:ext cx="2483729" cy="168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88" name="Google Shape;688;p20"/>
          <p:cNvSpPr txBox="1"/>
          <p:nvPr>
            <p:ph idx="20" type="body"/>
          </p:nvPr>
        </p:nvSpPr>
        <p:spPr>
          <a:xfrm>
            <a:off x="8171648" y="5258026"/>
            <a:ext cx="3345112" cy="18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89" name="Google Shape;689;p20"/>
          <p:cNvSpPr txBox="1"/>
          <p:nvPr>
            <p:ph idx="21" type="body"/>
          </p:nvPr>
        </p:nvSpPr>
        <p:spPr>
          <a:xfrm>
            <a:off x="8630425" y="5041385"/>
            <a:ext cx="2483729" cy="168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90" name="Google Shape;690;p20"/>
          <p:cNvSpPr txBox="1"/>
          <p:nvPr>
            <p:ph idx="22" type="body"/>
          </p:nvPr>
        </p:nvSpPr>
        <p:spPr>
          <a:xfrm>
            <a:off x="618201" y="5618511"/>
            <a:ext cx="3449263" cy="378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950"/>
              <a:buFont typeface="Arial"/>
              <a:buNone/>
              <a:defRPr b="0" i="0" sz="9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91" name="Google Shape;691;p20"/>
          <p:cNvSpPr txBox="1"/>
          <p:nvPr>
            <p:ph idx="23" type="body"/>
          </p:nvPr>
        </p:nvSpPr>
        <p:spPr>
          <a:xfrm>
            <a:off x="4334423" y="5599333"/>
            <a:ext cx="3449263" cy="378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950"/>
              <a:buFont typeface="Arial"/>
              <a:buNone/>
              <a:defRPr b="0" i="0" sz="9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92" name="Google Shape;692;p20"/>
          <p:cNvSpPr txBox="1"/>
          <p:nvPr>
            <p:ph idx="24" type="body"/>
          </p:nvPr>
        </p:nvSpPr>
        <p:spPr>
          <a:xfrm>
            <a:off x="8050645" y="5599269"/>
            <a:ext cx="3449263" cy="378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950"/>
              <a:buFont typeface="Arial"/>
              <a:buNone/>
              <a:defRPr b="0" i="0" sz="9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93" name="Google Shape;693;p20"/>
          <p:cNvSpPr txBox="1"/>
          <p:nvPr>
            <p:ph idx="25" type="body"/>
          </p:nvPr>
        </p:nvSpPr>
        <p:spPr>
          <a:xfrm>
            <a:off x="1217175" y="5978054"/>
            <a:ext cx="2287887" cy="223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94" name="Google Shape;694;p20"/>
          <p:cNvSpPr txBox="1"/>
          <p:nvPr>
            <p:ph idx="26" type="body"/>
          </p:nvPr>
        </p:nvSpPr>
        <p:spPr>
          <a:xfrm>
            <a:off x="4952056" y="5974531"/>
            <a:ext cx="2287887" cy="223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95" name="Google Shape;695;p20"/>
          <p:cNvSpPr txBox="1"/>
          <p:nvPr>
            <p:ph idx="27" type="body"/>
          </p:nvPr>
        </p:nvSpPr>
        <p:spPr>
          <a:xfrm>
            <a:off x="8668278" y="5974531"/>
            <a:ext cx="2287887" cy="223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96" name="Google Shape;696;p20"/>
          <p:cNvSpPr/>
          <p:nvPr>
            <p:ph idx="28" type="pic"/>
          </p:nvPr>
        </p:nvSpPr>
        <p:spPr>
          <a:xfrm>
            <a:off x="9210107" y="1890368"/>
            <a:ext cx="1234800" cy="1234800"/>
          </a:xfrm>
          <a:prstGeom prst="flowChartConnector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p20"/>
          <p:cNvSpPr/>
          <p:nvPr>
            <p:ph idx="29" type="pic"/>
          </p:nvPr>
        </p:nvSpPr>
        <p:spPr>
          <a:xfrm>
            <a:off x="5824349" y="1879173"/>
            <a:ext cx="1234800" cy="1234800"/>
          </a:xfrm>
          <a:prstGeom prst="flowChartConnector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9" name="Google Shape;69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0" name="Google Shape;700;p21"/>
          <p:cNvGrpSpPr/>
          <p:nvPr/>
        </p:nvGrpSpPr>
        <p:grpSpPr>
          <a:xfrm>
            <a:off x="4491925" y="2984205"/>
            <a:ext cx="3208149" cy="744031"/>
            <a:chOff x="698472" y="661632"/>
            <a:chExt cx="1294862" cy="300303"/>
          </a:xfrm>
        </p:grpSpPr>
        <p:sp>
          <p:nvSpPr>
            <p:cNvPr id="701" name="Google Shape;701;p21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02" name="Google Shape;702;p21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03" name="Google Shape;703;p21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04" name="Google Shape;704;p21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05" name="Google Shape;705;p21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06" name="Google Shape;706;p21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707" name="Google Shape;707;p21"/>
          <p:cNvSpPr/>
          <p:nvPr/>
        </p:nvSpPr>
        <p:spPr>
          <a:xfrm>
            <a:off x="9557601" y="5804886"/>
            <a:ext cx="365680" cy="182915"/>
          </a:xfrm>
          <a:custGeom>
            <a:rect b="b" l="l" r="r" t="t"/>
            <a:pathLst>
              <a:path extrusionOk="0" h="469012" w="937642">
                <a:moveTo>
                  <a:pt x="698411" y="48"/>
                </a:moveTo>
                <a:lnTo>
                  <a:pt x="229781" y="48"/>
                </a:lnTo>
                <a:cubicBezTo>
                  <a:pt x="100293" y="2658"/>
                  <a:pt x="-2561" y="109744"/>
                  <a:pt x="49" y="239231"/>
                </a:cubicBezTo>
                <a:cubicBezTo>
                  <a:pt x="2585" y="365043"/>
                  <a:pt x="103968" y="466427"/>
                  <a:pt x="229781" y="468963"/>
                </a:cubicBezTo>
                <a:lnTo>
                  <a:pt x="698411" y="468963"/>
                </a:lnTo>
                <a:cubicBezTo>
                  <a:pt x="827898" y="471574"/>
                  <a:pt x="934984" y="368719"/>
                  <a:pt x="937594" y="239231"/>
                </a:cubicBezTo>
                <a:cubicBezTo>
                  <a:pt x="940204" y="109744"/>
                  <a:pt x="837350" y="2658"/>
                  <a:pt x="707862" y="48"/>
                </a:cubicBezTo>
                <a:cubicBezTo>
                  <a:pt x="704712" y="-16"/>
                  <a:pt x="701561" y="-16"/>
                  <a:pt x="698411" y="48"/>
                </a:cubicBezTo>
                <a:close/>
                <a:moveTo>
                  <a:pt x="698411" y="421243"/>
                </a:moveTo>
                <a:cubicBezTo>
                  <a:pt x="595252" y="421243"/>
                  <a:pt x="511625" y="337617"/>
                  <a:pt x="511625" y="234458"/>
                </a:cubicBezTo>
                <a:cubicBezTo>
                  <a:pt x="511625" y="131299"/>
                  <a:pt x="595252" y="47673"/>
                  <a:pt x="698411" y="47673"/>
                </a:cubicBezTo>
                <a:cubicBezTo>
                  <a:pt x="801569" y="47673"/>
                  <a:pt x="885196" y="131299"/>
                  <a:pt x="885196" y="234458"/>
                </a:cubicBezTo>
                <a:cubicBezTo>
                  <a:pt x="885196" y="234490"/>
                  <a:pt x="885196" y="234521"/>
                  <a:pt x="885196" y="234553"/>
                </a:cubicBezTo>
                <a:cubicBezTo>
                  <a:pt x="885143" y="337675"/>
                  <a:pt x="801532" y="421243"/>
                  <a:pt x="698411" y="421243"/>
                </a:cubicBezTo>
                <a:close/>
              </a:path>
            </a:pathLst>
          </a:custGeom>
          <a:solidFill>
            <a:srgbClr val="CFDD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708" name="Google Shape;7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1962" y="5792900"/>
            <a:ext cx="1239921" cy="2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" y="5778477"/>
            <a:ext cx="4615629" cy="3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3700" y="5792900"/>
            <a:ext cx="1484242" cy="13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spain map to hospitals">
  <p:cSld name="Template spain map to hospitals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" name="Google Shape;712;p22"/>
          <p:cNvGrpSpPr/>
          <p:nvPr/>
        </p:nvGrpSpPr>
        <p:grpSpPr>
          <a:xfrm>
            <a:off x="1685109" y="2967358"/>
            <a:ext cx="3672978" cy="2792482"/>
            <a:chOff x="1685109" y="2967358"/>
            <a:chExt cx="3672978" cy="2792482"/>
          </a:xfrm>
        </p:grpSpPr>
        <p:sp>
          <p:nvSpPr>
            <p:cNvPr id="713" name="Google Shape;713;p22"/>
            <p:cNvSpPr/>
            <p:nvPr/>
          </p:nvSpPr>
          <p:spPr>
            <a:xfrm>
              <a:off x="1685109" y="2967358"/>
              <a:ext cx="3402061" cy="2732020"/>
            </a:xfrm>
            <a:custGeom>
              <a:rect b="b" l="l" r="r" t="t"/>
              <a:pathLst>
                <a:path extrusionOk="0" h="2725207" w="3385135">
                  <a:moveTo>
                    <a:pt x="2117829" y="279061"/>
                  </a:moveTo>
                  <a:lnTo>
                    <a:pt x="2137360" y="247457"/>
                  </a:lnTo>
                  <a:cubicBezTo>
                    <a:pt x="2173451" y="294041"/>
                    <a:pt x="2221046" y="305924"/>
                    <a:pt x="2271612" y="308705"/>
                  </a:cubicBezTo>
                  <a:cubicBezTo>
                    <a:pt x="2285012" y="309400"/>
                    <a:pt x="2293103" y="310601"/>
                    <a:pt x="2297338" y="324317"/>
                  </a:cubicBezTo>
                  <a:cubicBezTo>
                    <a:pt x="2298918" y="329437"/>
                    <a:pt x="2304733" y="333609"/>
                    <a:pt x="2309284" y="337401"/>
                  </a:cubicBezTo>
                  <a:cubicBezTo>
                    <a:pt x="2320313" y="345524"/>
                    <a:pt x="2330162" y="355139"/>
                    <a:pt x="2338549" y="365971"/>
                  </a:cubicBezTo>
                  <a:cubicBezTo>
                    <a:pt x="2349610" y="365971"/>
                    <a:pt x="2360735" y="365971"/>
                    <a:pt x="2371796" y="365971"/>
                  </a:cubicBezTo>
                  <a:cubicBezTo>
                    <a:pt x="2376006" y="366366"/>
                    <a:pt x="2380233" y="365414"/>
                    <a:pt x="2383868" y="363253"/>
                  </a:cubicBezTo>
                  <a:cubicBezTo>
                    <a:pt x="2403905" y="344670"/>
                    <a:pt x="2420845" y="356490"/>
                    <a:pt x="2437468" y="368373"/>
                  </a:cubicBezTo>
                  <a:cubicBezTo>
                    <a:pt x="2446128" y="374693"/>
                    <a:pt x="2453776" y="382278"/>
                    <a:pt x="2461929" y="389231"/>
                  </a:cubicBezTo>
                  <a:cubicBezTo>
                    <a:pt x="2478743" y="403642"/>
                    <a:pt x="2498147" y="407814"/>
                    <a:pt x="2517805" y="398017"/>
                  </a:cubicBezTo>
                  <a:cubicBezTo>
                    <a:pt x="2537462" y="388220"/>
                    <a:pt x="2553390" y="389863"/>
                    <a:pt x="2568371" y="400608"/>
                  </a:cubicBezTo>
                  <a:cubicBezTo>
                    <a:pt x="2579179" y="400608"/>
                    <a:pt x="2589988" y="399787"/>
                    <a:pt x="2600670" y="400608"/>
                  </a:cubicBezTo>
                  <a:cubicBezTo>
                    <a:pt x="2620264" y="402505"/>
                    <a:pt x="2639732" y="405475"/>
                    <a:pt x="2660780" y="408193"/>
                  </a:cubicBezTo>
                  <a:cubicBezTo>
                    <a:pt x="2660780" y="391190"/>
                    <a:pt x="2660211" y="378675"/>
                    <a:pt x="2660780" y="366160"/>
                  </a:cubicBezTo>
                  <a:cubicBezTo>
                    <a:pt x="2661728" y="350927"/>
                    <a:pt x="2670767" y="343595"/>
                    <a:pt x="2685431" y="347198"/>
                  </a:cubicBezTo>
                  <a:cubicBezTo>
                    <a:pt x="2717919" y="355541"/>
                    <a:pt x="2750155" y="365023"/>
                    <a:pt x="2782454" y="374061"/>
                  </a:cubicBezTo>
                  <a:cubicBezTo>
                    <a:pt x="2783149" y="374061"/>
                    <a:pt x="2784161" y="374061"/>
                    <a:pt x="2784414" y="374883"/>
                  </a:cubicBezTo>
                  <a:cubicBezTo>
                    <a:pt x="2797055" y="401430"/>
                    <a:pt x="2822338" y="391317"/>
                    <a:pt x="2843196" y="396057"/>
                  </a:cubicBezTo>
                  <a:cubicBezTo>
                    <a:pt x="2868795" y="401999"/>
                    <a:pt x="2872335" y="427092"/>
                    <a:pt x="2878529" y="447445"/>
                  </a:cubicBezTo>
                  <a:cubicBezTo>
                    <a:pt x="2882132" y="459202"/>
                    <a:pt x="2878213" y="473107"/>
                    <a:pt x="2880173" y="485685"/>
                  </a:cubicBezTo>
                  <a:cubicBezTo>
                    <a:pt x="2882701" y="491256"/>
                    <a:pt x="2887944" y="495110"/>
                    <a:pt x="2894015" y="495862"/>
                  </a:cubicBezTo>
                  <a:cubicBezTo>
                    <a:pt x="2903749" y="494851"/>
                    <a:pt x="2916707" y="493081"/>
                    <a:pt x="2921889" y="486507"/>
                  </a:cubicBezTo>
                  <a:cubicBezTo>
                    <a:pt x="2937755" y="466091"/>
                    <a:pt x="2954694" y="476520"/>
                    <a:pt x="2971634" y="481324"/>
                  </a:cubicBezTo>
                  <a:cubicBezTo>
                    <a:pt x="2981936" y="484295"/>
                    <a:pt x="2991797" y="488656"/>
                    <a:pt x="3003237" y="492828"/>
                  </a:cubicBezTo>
                  <a:lnTo>
                    <a:pt x="3016574" y="478796"/>
                  </a:lnTo>
                  <a:cubicBezTo>
                    <a:pt x="3035537" y="492891"/>
                    <a:pt x="3035916" y="497316"/>
                    <a:pt x="3018723" y="508883"/>
                  </a:cubicBezTo>
                  <a:cubicBezTo>
                    <a:pt x="3027446" y="531195"/>
                    <a:pt x="3030543" y="532459"/>
                    <a:pt x="3047103" y="517479"/>
                  </a:cubicBezTo>
                  <a:cubicBezTo>
                    <a:pt x="3069605" y="497063"/>
                    <a:pt x="3093624" y="495356"/>
                    <a:pt x="3120424" y="508061"/>
                  </a:cubicBezTo>
                  <a:cubicBezTo>
                    <a:pt x="3142989" y="518680"/>
                    <a:pt x="3161256" y="544784"/>
                    <a:pt x="3189130" y="523547"/>
                  </a:cubicBezTo>
                  <a:cubicBezTo>
                    <a:pt x="3203162" y="516278"/>
                    <a:pt x="3216878" y="508187"/>
                    <a:pt x="3231353" y="501867"/>
                  </a:cubicBezTo>
                  <a:cubicBezTo>
                    <a:pt x="3242414" y="497000"/>
                    <a:pt x="3254613" y="494787"/>
                    <a:pt x="3265927" y="490489"/>
                  </a:cubicBezTo>
                  <a:cubicBezTo>
                    <a:pt x="3294434" y="479744"/>
                    <a:pt x="3319021" y="494534"/>
                    <a:pt x="3344747" y="502056"/>
                  </a:cubicBezTo>
                  <a:cubicBezTo>
                    <a:pt x="3346390" y="502562"/>
                    <a:pt x="3348856" y="505469"/>
                    <a:pt x="3348539" y="506733"/>
                  </a:cubicBezTo>
                  <a:cubicBezTo>
                    <a:pt x="3342218" y="535177"/>
                    <a:pt x="3366490" y="531195"/>
                    <a:pt x="3380965" y="537642"/>
                  </a:cubicBezTo>
                  <a:cubicBezTo>
                    <a:pt x="3382478" y="538693"/>
                    <a:pt x="3383876" y="539901"/>
                    <a:pt x="3385136" y="541245"/>
                  </a:cubicBezTo>
                  <a:cubicBezTo>
                    <a:pt x="3381723" y="572280"/>
                    <a:pt x="3356883" y="575819"/>
                    <a:pt x="3328250" y="580749"/>
                  </a:cubicBezTo>
                  <a:cubicBezTo>
                    <a:pt x="3333433" y="592190"/>
                    <a:pt x="3336214" y="603314"/>
                    <a:pt x="3342598" y="611595"/>
                  </a:cubicBezTo>
                  <a:cubicBezTo>
                    <a:pt x="3367375" y="643830"/>
                    <a:pt x="3360675" y="676698"/>
                    <a:pt x="3339880" y="704889"/>
                  </a:cubicBezTo>
                  <a:cubicBezTo>
                    <a:pt x="3321404" y="729268"/>
                    <a:pt x="3299072" y="750469"/>
                    <a:pt x="3273765" y="767653"/>
                  </a:cubicBezTo>
                  <a:cubicBezTo>
                    <a:pt x="3240897" y="790282"/>
                    <a:pt x="3204237" y="807411"/>
                    <a:pt x="3169220" y="826816"/>
                  </a:cubicBezTo>
                  <a:cubicBezTo>
                    <a:pt x="3124975" y="851087"/>
                    <a:pt x="3081804" y="875801"/>
                    <a:pt x="3050833" y="917329"/>
                  </a:cubicBezTo>
                  <a:cubicBezTo>
                    <a:pt x="3046408" y="923270"/>
                    <a:pt x="3036674" y="926304"/>
                    <a:pt x="3028773" y="928327"/>
                  </a:cubicBezTo>
                  <a:cubicBezTo>
                    <a:pt x="2970686" y="943560"/>
                    <a:pt x="2911903" y="956644"/>
                    <a:pt x="2854321" y="973583"/>
                  </a:cubicBezTo>
                  <a:cubicBezTo>
                    <a:pt x="2822870" y="983259"/>
                    <a:pt x="2792430" y="995960"/>
                    <a:pt x="2763429" y="1011508"/>
                  </a:cubicBezTo>
                  <a:cubicBezTo>
                    <a:pt x="2745257" y="1021383"/>
                    <a:pt x="2728990" y="1034418"/>
                    <a:pt x="2715391" y="1050001"/>
                  </a:cubicBezTo>
                  <a:cubicBezTo>
                    <a:pt x="2692320" y="1075790"/>
                    <a:pt x="2694659" y="1085334"/>
                    <a:pt x="2722533" y="1106382"/>
                  </a:cubicBezTo>
                  <a:cubicBezTo>
                    <a:pt x="2734669" y="1115610"/>
                    <a:pt x="2732710" y="1126671"/>
                    <a:pt x="2718488" y="1136721"/>
                  </a:cubicBezTo>
                  <a:cubicBezTo>
                    <a:pt x="2708249" y="1143927"/>
                    <a:pt x="2699526" y="1153282"/>
                    <a:pt x="2689539" y="1160740"/>
                  </a:cubicBezTo>
                  <a:cubicBezTo>
                    <a:pt x="2679553" y="1168199"/>
                    <a:pt x="2669819" y="1173382"/>
                    <a:pt x="2659895" y="1179702"/>
                  </a:cubicBezTo>
                  <a:cubicBezTo>
                    <a:pt x="2655401" y="1181834"/>
                    <a:pt x="2651161" y="1184463"/>
                    <a:pt x="2647253" y="1187540"/>
                  </a:cubicBezTo>
                  <a:cubicBezTo>
                    <a:pt x="2551431" y="1283489"/>
                    <a:pt x="2473496" y="1391068"/>
                    <a:pt x="2432348" y="1521970"/>
                  </a:cubicBezTo>
                  <a:cubicBezTo>
                    <a:pt x="2424646" y="1548013"/>
                    <a:pt x="2420229" y="1574916"/>
                    <a:pt x="2419201" y="1602054"/>
                  </a:cubicBezTo>
                  <a:cubicBezTo>
                    <a:pt x="2415472" y="1676702"/>
                    <a:pt x="2450299" y="1728469"/>
                    <a:pt x="2516730" y="1761716"/>
                  </a:cubicBezTo>
                  <a:cubicBezTo>
                    <a:pt x="2531246" y="1770093"/>
                    <a:pt x="2544309" y="1780766"/>
                    <a:pt x="2555413" y="1793320"/>
                  </a:cubicBezTo>
                  <a:cubicBezTo>
                    <a:pt x="2557941" y="1795848"/>
                    <a:pt x="2554844" y="1809880"/>
                    <a:pt x="2550862" y="1811966"/>
                  </a:cubicBezTo>
                  <a:cubicBezTo>
                    <a:pt x="2528929" y="1823469"/>
                    <a:pt x="2517425" y="1851154"/>
                    <a:pt x="2488793" y="1852103"/>
                  </a:cubicBezTo>
                  <a:cubicBezTo>
                    <a:pt x="2486688" y="1852539"/>
                    <a:pt x="2484950" y="1854016"/>
                    <a:pt x="2484178" y="1856021"/>
                  </a:cubicBezTo>
                  <a:cubicBezTo>
                    <a:pt x="2482156" y="1881304"/>
                    <a:pt x="2460160" y="1880925"/>
                    <a:pt x="2443726" y="1887119"/>
                  </a:cubicBezTo>
                  <a:cubicBezTo>
                    <a:pt x="2419517" y="1896284"/>
                    <a:pt x="2394298" y="1903553"/>
                    <a:pt x="2385638" y="1932692"/>
                  </a:cubicBezTo>
                  <a:cubicBezTo>
                    <a:pt x="2384153" y="1935884"/>
                    <a:pt x="2381404" y="1938312"/>
                    <a:pt x="2378053" y="1939392"/>
                  </a:cubicBezTo>
                  <a:cubicBezTo>
                    <a:pt x="2361493" y="1944322"/>
                    <a:pt x="2358649" y="1956395"/>
                    <a:pt x="2360418" y="1970996"/>
                  </a:cubicBezTo>
                  <a:cubicBezTo>
                    <a:pt x="2362188" y="1985596"/>
                    <a:pt x="2359407" y="1994698"/>
                    <a:pt x="2342847" y="1999312"/>
                  </a:cubicBezTo>
                  <a:cubicBezTo>
                    <a:pt x="2335894" y="2001272"/>
                    <a:pt x="2330205" y="2013092"/>
                    <a:pt x="2326792" y="2021562"/>
                  </a:cubicBezTo>
                  <a:cubicBezTo>
                    <a:pt x="2320471" y="2037995"/>
                    <a:pt x="2318828" y="2057210"/>
                    <a:pt x="2309537" y="2071622"/>
                  </a:cubicBezTo>
                  <a:cubicBezTo>
                    <a:pt x="2288172" y="2104806"/>
                    <a:pt x="2293355" y="2138432"/>
                    <a:pt x="2304038" y="2171742"/>
                  </a:cubicBezTo>
                  <a:cubicBezTo>
                    <a:pt x="2309410" y="2188619"/>
                    <a:pt x="2305997" y="2197468"/>
                    <a:pt x="2290258" y="2199933"/>
                  </a:cubicBezTo>
                  <a:cubicBezTo>
                    <a:pt x="2266429" y="2203662"/>
                    <a:pt x="2242221" y="2204610"/>
                    <a:pt x="2218328" y="2207518"/>
                  </a:cubicBezTo>
                  <a:cubicBezTo>
                    <a:pt x="2209301" y="2208516"/>
                    <a:pt x="2200758" y="2212117"/>
                    <a:pt x="2193741" y="2217884"/>
                  </a:cubicBezTo>
                  <a:cubicBezTo>
                    <a:pt x="2148042" y="2192601"/>
                    <a:pt x="2118334" y="2226290"/>
                    <a:pt x="2087615" y="2249803"/>
                  </a:cubicBezTo>
                  <a:cubicBezTo>
                    <a:pt x="2038819" y="2287033"/>
                    <a:pt x="2000136" y="2331973"/>
                    <a:pt x="1991098" y="2396318"/>
                  </a:cubicBezTo>
                  <a:cubicBezTo>
                    <a:pt x="1989202" y="2409465"/>
                    <a:pt x="1985915" y="2422549"/>
                    <a:pt x="1969860" y="2427922"/>
                  </a:cubicBezTo>
                  <a:cubicBezTo>
                    <a:pt x="1964614" y="2429755"/>
                    <a:pt x="1961833" y="2438983"/>
                    <a:pt x="1958040" y="2444861"/>
                  </a:cubicBezTo>
                  <a:cubicBezTo>
                    <a:pt x="1951860" y="2456021"/>
                    <a:pt x="1944867" y="2466711"/>
                    <a:pt x="1937119" y="2476844"/>
                  </a:cubicBezTo>
                  <a:cubicBezTo>
                    <a:pt x="1921822" y="2494289"/>
                    <a:pt x="1908738" y="2494037"/>
                    <a:pt x="1891293" y="2478235"/>
                  </a:cubicBezTo>
                  <a:cubicBezTo>
                    <a:pt x="1857414" y="2447516"/>
                    <a:pt x="1819616" y="2450297"/>
                    <a:pt x="1792437" y="2485504"/>
                  </a:cubicBezTo>
                  <a:cubicBezTo>
                    <a:pt x="1771895" y="2512114"/>
                    <a:pt x="1758242" y="2512683"/>
                    <a:pt x="1727965" y="2498714"/>
                  </a:cubicBezTo>
                  <a:cubicBezTo>
                    <a:pt x="1685617" y="2479183"/>
                    <a:pt x="1640803" y="2479436"/>
                    <a:pt x="1595925" y="2491698"/>
                  </a:cubicBezTo>
                  <a:cubicBezTo>
                    <a:pt x="1586607" y="2494942"/>
                    <a:pt x="1576840" y="2496712"/>
                    <a:pt x="1566976" y="2496944"/>
                  </a:cubicBezTo>
                  <a:cubicBezTo>
                    <a:pt x="1516916" y="2494479"/>
                    <a:pt x="1467045" y="2489928"/>
                    <a:pt x="1416985" y="2488095"/>
                  </a:cubicBezTo>
                  <a:cubicBezTo>
                    <a:pt x="1393403" y="2487633"/>
                    <a:pt x="1369824" y="2489198"/>
                    <a:pt x="1346509" y="2492772"/>
                  </a:cubicBezTo>
                  <a:cubicBezTo>
                    <a:pt x="1322680" y="2495996"/>
                    <a:pt x="1302264" y="2505414"/>
                    <a:pt x="1288611" y="2528105"/>
                  </a:cubicBezTo>
                  <a:cubicBezTo>
                    <a:pt x="1274958" y="2550797"/>
                    <a:pt x="1251319" y="2560847"/>
                    <a:pt x="1225972" y="2566030"/>
                  </a:cubicBezTo>
                  <a:cubicBezTo>
                    <a:pt x="1204229" y="2570265"/>
                    <a:pt x="1182107" y="2572856"/>
                    <a:pt x="1160426" y="2577281"/>
                  </a:cubicBezTo>
                  <a:cubicBezTo>
                    <a:pt x="1110745" y="2587394"/>
                    <a:pt x="1082239" y="2620009"/>
                    <a:pt x="1070103" y="2667288"/>
                  </a:cubicBezTo>
                  <a:cubicBezTo>
                    <a:pt x="1065426" y="2685492"/>
                    <a:pt x="1060559" y="2693330"/>
                    <a:pt x="1044820" y="2677717"/>
                  </a:cubicBezTo>
                  <a:cubicBezTo>
                    <a:pt x="1042481" y="2680119"/>
                    <a:pt x="1040838" y="2681067"/>
                    <a:pt x="1040838" y="2682015"/>
                  </a:cubicBezTo>
                  <a:cubicBezTo>
                    <a:pt x="1040838" y="2713619"/>
                    <a:pt x="1028197" y="2729421"/>
                    <a:pt x="996593" y="2724238"/>
                  </a:cubicBezTo>
                  <a:cubicBezTo>
                    <a:pt x="973143" y="2720382"/>
                    <a:pt x="950704" y="2706793"/>
                    <a:pt x="929593" y="2694530"/>
                  </a:cubicBezTo>
                  <a:cubicBezTo>
                    <a:pt x="915119" y="2686187"/>
                    <a:pt x="903488" y="2675568"/>
                    <a:pt x="885348" y="2670828"/>
                  </a:cubicBezTo>
                  <a:cubicBezTo>
                    <a:pt x="870557" y="2667098"/>
                    <a:pt x="855261" y="2653382"/>
                    <a:pt x="846539" y="2639982"/>
                  </a:cubicBezTo>
                  <a:cubicBezTo>
                    <a:pt x="828082" y="2611602"/>
                    <a:pt x="813671" y="2580441"/>
                    <a:pt x="796668" y="2548584"/>
                  </a:cubicBezTo>
                  <a:lnTo>
                    <a:pt x="814619" y="2544982"/>
                  </a:lnTo>
                  <a:cubicBezTo>
                    <a:pt x="815251" y="2543465"/>
                    <a:pt x="815883" y="2541948"/>
                    <a:pt x="816578" y="2540431"/>
                  </a:cubicBezTo>
                  <a:cubicBezTo>
                    <a:pt x="811094" y="2536803"/>
                    <a:pt x="805273" y="2533713"/>
                    <a:pt x="799196" y="2531203"/>
                  </a:cubicBezTo>
                  <a:cubicBezTo>
                    <a:pt x="767909" y="2521595"/>
                    <a:pt x="757543" y="2498019"/>
                    <a:pt x="771385" y="2469006"/>
                  </a:cubicBezTo>
                  <a:cubicBezTo>
                    <a:pt x="773884" y="2463402"/>
                    <a:pt x="773722" y="2456969"/>
                    <a:pt x="770942" y="2451498"/>
                  </a:cubicBezTo>
                  <a:cubicBezTo>
                    <a:pt x="756594" y="2433231"/>
                    <a:pt x="742815" y="2413574"/>
                    <a:pt x="725117" y="2399036"/>
                  </a:cubicBezTo>
                  <a:cubicBezTo>
                    <a:pt x="700496" y="2378388"/>
                    <a:pt x="673881" y="2360243"/>
                    <a:pt x="645666" y="2344867"/>
                  </a:cubicBezTo>
                  <a:cubicBezTo>
                    <a:pt x="629548" y="2336145"/>
                    <a:pt x="609005" y="2333869"/>
                    <a:pt x="590169" y="2332226"/>
                  </a:cubicBezTo>
                  <a:cubicBezTo>
                    <a:pt x="569428" y="2331852"/>
                    <a:pt x="548683" y="2332675"/>
                    <a:pt x="528037" y="2334691"/>
                  </a:cubicBezTo>
                  <a:cubicBezTo>
                    <a:pt x="507494" y="2335512"/>
                    <a:pt x="497128" y="2326600"/>
                    <a:pt x="493841" y="2305236"/>
                  </a:cubicBezTo>
                  <a:cubicBezTo>
                    <a:pt x="489101" y="2274328"/>
                    <a:pt x="479999" y="2244178"/>
                    <a:pt x="474879" y="2213333"/>
                  </a:cubicBezTo>
                  <a:cubicBezTo>
                    <a:pt x="473175" y="2200712"/>
                    <a:pt x="474765" y="2187865"/>
                    <a:pt x="479493" y="2176040"/>
                  </a:cubicBezTo>
                  <a:cubicBezTo>
                    <a:pt x="484613" y="2163020"/>
                    <a:pt x="494473" y="2151895"/>
                    <a:pt x="502438" y="2140012"/>
                  </a:cubicBezTo>
                  <a:cubicBezTo>
                    <a:pt x="511982" y="2125790"/>
                    <a:pt x="527721" y="2112643"/>
                    <a:pt x="530186" y="2097284"/>
                  </a:cubicBezTo>
                  <a:cubicBezTo>
                    <a:pt x="537518" y="2055441"/>
                    <a:pt x="565898" y="2046086"/>
                    <a:pt x="600662" y="2042167"/>
                  </a:cubicBezTo>
                  <a:cubicBezTo>
                    <a:pt x="604087" y="2041367"/>
                    <a:pt x="606954" y="2039036"/>
                    <a:pt x="608436" y="2035846"/>
                  </a:cubicBezTo>
                  <a:cubicBezTo>
                    <a:pt x="613303" y="2023584"/>
                    <a:pt x="617349" y="2010943"/>
                    <a:pt x="622216" y="1997100"/>
                  </a:cubicBezTo>
                  <a:cubicBezTo>
                    <a:pt x="583406" y="2002220"/>
                    <a:pt x="584291" y="2001841"/>
                    <a:pt x="565013" y="1968657"/>
                  </a:cubicBezTo>
                  <a:cubicBezTo>
                    <a:pt x="556495" y="1952073"/>
                    <a:pt x="545425" y="1936929"/>
                    <a:pt x="532208" y="1923780"/>
                  </a:cubicBezTo>
                  <a:cubicBezTo>
                    <a:pt x="514321" y="1907851"/>
                    <a:pt x="518303" y="1892176"/>
                    <a:pt x="523802" y="1873656"/>
                  </a:cubicBezTo>
                  <a:cubicBezTo>
                    <a:pt x="528548" y="1858413"/>
                    <a:pt x="531538" y="1842678"/>
                    <a:pt x="532714" y="1826756"/>
                  </a:cubicBezTo>
                  <a:cubicBezTo>
                    <a:pt x="533725" y="1807162"/>
                    <a:pt x="542448" y="1791992"/>
                    <a:pt x="559387" y="1786240"/>
                  </a:cubicBezTo>
                  <a:cubicBezTo>
                    <a:pt x="594152" y="1774357"/>
                    <a:pt x="599208" y="1740921"/>
                    <a:pt x="613493" y="1715132"/>
                  </a:cubicBezTo>
                  <a:cubicBezTo>
                    <a:pt x="624238" y="1695727"/>
                    <a:pt x="610080" y="1681316"/>
                    <a:pt x="587262" y="1685045"/>
                  </a:cubicBezTo>
                  <a:cubicBezTo>
                    <a:pt x="575252" y="1687005"/>
                    <a:pt x="567288" y="1685045"/>
                    <a:pt x="566720" y="1670950"/>
                  </a:cubicBezTo>
                  <a:cubicBezTo>
                    <a:pt x="566720" y="1668801"/>
                    <a:pt x="567225" y="1665198"/>
                    <a:pt x="566403" y="1664629"/>
                  </a:cubicBezTo>
                  <a:cubicBezTo>
                    <a:pt x="542005" y="1654074"/>
                    <a:pt x="541121" y="1628538"/>
                    <a:pt x="531007" y="1609007"/>
                  </a:cubicBezTo>
                  <a:cubicBezTo>
                    <a:pt x="526899" y="1601169"/>
                    <a:pt x="521589" y="1591119"/>
                    <a:pt x="523296" y="1583724"/>
                  </a:cubicBezTo>
                  <a:cubicBezTo>
                    <a:pt x="527405" y="1566152"/>
                    <a:pt x="521779" y="1556734"/>
                    <a:pt x="507557" y="1546811"/>
                  </a:cubicBezTo>
                  <a:cubicBezTo>
                    <a:pt x="484910" y="1532249"/>
                    <a:pt x="469181" y="1509079"/>
                    <a:pt x="464008" y="1482655"/>
                  </a:cubicBezTo>
                  <a:cubicBezTo>
                    <a:pt x="470723" y="1480566"/>
                    <a:pt x="477591" y="1479002"/>
                    <a:pt x="484550" y="1477978"/>
                  </a:cubicBezTo>
                  <a:cubicBezTo>
                    <a:pt x="505914" y="1476524"/>
                    <a:pt x="527341" y="1474944"/>
                    <a:pt x="548769" y="1475070"/>
                  </a:cubicBezTo>
                  <a:cubicBezTo>
                    <a:pt x="595479" y="1475387"/>
                    <a:pt x="607615" y="1467738"/>
                    <a:pt x="624617" y="1424505"/>
                  </a:cubicBezTo>
                  <a:cubicBezTo>
                    <a:pt x="626703" y="1419132"/>
                    <a:pt x="627841" y="1413443"/>
                    <a:pt x="630306" y="1408323"/>
                  </a:cubicBezTo>
                  <a:cubicBezTo>
                    <a:pt x="643327" y="1381271"/>
                    <a:pt x="641241" y="1358895"/>
                    <a:pt x="619182" y="1335192"/>
                  </a:cubicBezTo>
                  <a:cubicBezTo>
                    <a:pt x="593899" y="1307697"/>
                    <a:pt x="596869" y="1299480"/>
                    <a:pt x="626198" y="1277358"/>
                  </a:cubicBezTo>
                  <a:cubicBezTo>
                    <a:pt x="638839" y="1267940"/>
                    <a:pt x="650090" y="1257195"/>
                    <a:pt x="663427" y="1245754"/>
                  </a:cubicBezTo>
                  <a:cubicBezTo>
                    <a:pt x="648383" y="1228119"/>
                    <a:pt x="651228" y="1211812"/>
                    <a:pt x="657106" y="1191775"/>
                  </a:cubicBezTo>
                  <a:cubicBezTo>
                    <a:pt x="662984" y="1171738"/>
                    <a:pt x="658117" y="1147530"/>
                    <a:pt x="657928" y="1125344"/>
                  </a:cubicBezTo>
                  <a:cubicBezTo>
                    <a:pt x="657928" y="1106382"/>
                    <a:pt x="657928" y="1087420"/>
                    <a:pt x="657169" y="1068015"/>
                  </a:cubicBezTo>
                  <a:cubicBezTo>
                    <a:pt x="656020" y="1063291"/>
                    <a:pt x="653864" y="1058871"/>
                    <a:pt x="650849" y="1055057"/>
                  </a:cubicBezTo>
                  <a:cubicBezTo>
                    <a:pt x="644138" y="1044907"/>
                    <a:pt x="638058" y="1034352"/>
                    <a:pt x="632645" y="1023454"/>
                  </a:cubicBezTo>
                  <a:cubicBezTo>
                    <a:pt x="623543" y="1001963"/>
                    <a:pt x="629358" y="994568"/>
                    <a:pt x="651607" y="989764"/>
                  </a:cubicBezTo>
                  <a:cubicBezTo>
                    <a:pt x="660646" y="986841"/>
                    <a:pt x="668410" y="980907"/>
                    <a:pt x="673603" y="972951"/>
                  </a:cubicBezTo>
                  <a:cubicBezTo>
                    <a:pt x="681125" y="961890"/>
                    <a:pt x="684032" y="947668"/>
                    <a:pt x="691933" y="936796"/>
                  </a:cubicBezTo>
                  <a:cubicBezTo>
                    <a:pt x="698399" y="926795"/>
                    <a:pt x="707806" y="919043"/>
                    <a:pt x="718860" y="914611"/>
                  </a:cubicBezTo>
                  <a:cubicBezTo>
                    <a:pt x="766455" y="901274"/>
                    <a:pt x="793571" y="866573"/>
                    <a:pt x="814176" y="825741"/>
                  </a:cubicBezTo>
                  <a:cubicBezTo>
                    <a:pt x="823784" y="806779"/>
                    <a:pt x="804758" y="784656"/>
                    <a:pt x="780044" y="783392"/>
                  </a:cubicBezTo>
                  <a:cubicBezTo>
                    <a:pt x="772896" y="783502"/>
                    <a:pt x="765761" y="784051"/>
                    <a:pt x="758680" y="785036"/>
                  </a:cubicBezTo>
                  <a:cubicBezTo>
                    <a:pt x="736368" y="786616"/>
                    <a:pt x="720250" y="773026"/>
                    <a:pt x="725307" y="751915"/>
                  </a:cubicBezTo>
                  <a:cubicBezTo>
                    <a:pt x="730869" y="728655"/>
                    <a:pt x="739086" y="706974"/>
                    <a:pt x="721262" y="686306"/>
                  </a:cubicBezTo>
                  <a:lnTo>
                    <a:pt x="667915" y="682640"/>
                  </a:lnTo>
                  <a:cubicBezTo>
                    <a:pt x="667915" y="682008"/>
                    <a:pt x="668231" y="681439"/>
                    <a:pt x="668357" y="680807"/>
                  </a:cubicBezTo>
                  <a:cubicBezTo>
                    <a:pt x="655606" y="682328"/>
                    <a:pt x="642768" y="683003"/>
                    <a:pt x="629927" y="682829"/>
                  </a:cubicBezTo>
                  <a:cubicBezTo>
                    <a:pt x="619293" y="681344"/>
                    <a:pt x="608833" y="678803"/>
                    <a:pt x="598702" y="675244"/>
                  </a:cubicBezTo>
                  <a:cubicBezTo>
                    <a:pt x="582774" y="670883"/>
                    <a:pt x="571839" y="669998"/>
                    <a:pt x="565392" y="691552"/>
                  </a:cubicBezTo>
                  <a:cubicBezTo>
                    <a:pt x="562105" y="702676"/>
                    <a:pt x="544344" y="710514"/>
                    <a:pt x="531892" y="717530"/>
                  </a:cubicBezTo>
                  <a:cubicBezTo>
                    <a:pt x="520427" y="722732"/>
                    <a:pt x="508544" y="726961"/>
                    <a:pt x="496370" y="730172"/>
                  </a:cubicBezTo>
                  <a:lnTo>
                    <a:pt x="482843" y="713232"/>
                  </a:lnTo>
                  <a:cubicBezTo>
                    <a:pt x="465967" y="732700"/>
                    <a:pt x="451745" y="725874"/>
                    <a:pt x="438598" y="708491"/>
                  </a:cubicBezTo>
                  <a:cubicBezTo>
                    <a:pt x="435204" y="704728"/>
                    <a:pt x="430249" y="702765"/>
                    <a:pt x="425198" y="703182"/>
                  </a:cubicBezTo>
                  <a:cubicBezTo>
                    <a:pt x="397071" y="710767"/>
                    <a:pt x="365151" y="703182"/>
                    <a:pt x="340500" y="725305"/>
                  </a:cubicBezTo>
                  <a:cubicBezTo>
                    <a:pt x="324762" y="739463"/>
                    <a:pt x="308201" y="731183"/>
                    <a:pt x="294675" y="717846"/>
                  </a:cubicBezTo>
                  <a:cubicBezTo>
                    <a:pt x="268697" y="692563"/>
                    <a:pt x="288860" y="677899"/>
                    <a:pt x="302323" y="660391"/>
                  </a:cubicBezTo>
                  <a:cubicBezTo>
                    <a:pt x="306558" y="654892"/>
                    <a:pt x="310666" y="649329"/>
                    <a:pt x="317177" y="640670"/>
                  </a:cubicBezTo>
                  <a:cubicBezTo>
                    <a:pt x="292526" y="644210"/>
                    <a:pt x="286079" y="631694"/>
                    <a:pt x="287216" y="613680"/>
                  </a:cubicBezTo>
                  <a:cubicBezTo>
                    <a:pt x="252516" y="624173"/>
                    <a:pt x="219205" y="632011"/>
                    <a:pt x="187855" y="644652"/>
                  </a:cubicBezTo>
                  <a:cubicBezTo>
                    <a:pt x="174328" y="650088"/>
                    <a:pt x="164910" y="665447"/>
                    <a:pt x="153343" y="676256"/>
                  </a:cubicBezTo>
                  <a:cubicBezTo>
                    <a:pt x="146517" y="682576"/>
                    <a:pt x="139817" y="690288"/>
                    <a:pt x="131537" y="693132"/>
                  </a:cubicBezTo>
                  <a:cubicBezTo>
                    <a:pt x="125595" y="695155"/>
                    <a:pt x="111247" y="691109"/>
                    <a:pt x="110805" y="688202"/>
                  </a:cubicBezTo>
                  <a:cubicBezTo>
                    <a:pt x="107139" y="664373"/>
                    <a:pt x="100818" y="639216"/>
                    <a:pt x="105432" y="616588"/>
                  </a:cubicBezTo>
                  <a:cubicBezTo>
                    <a:pt x="108782" y="600091"/>
                    <a:pt x="127555" y="586754"/>
                    <a:pt x="141524" y="569498"/>
                  </a:cubicBezTo>
                  <a:cubicBezTo>
                    <a:pt x="134507" y="570004"/>
                    <a:pt x="130652" y="570131"/>
                    <a:pt x="126859" y="570636"/>
                  </a:cubicBezTo>
                  <a:cubicBezTo>
                    <a:pt x="111879" y="572532"/>
                    <a:pt x="107897" y="564315"/>
                    <a:pt x="113902" y="553001"/>
                  </a:cubicBezTo>
                  <a:cubicBezTo>
                    <a:pt x="119338" y="543078"/>
                    <a:pt x="119338" y="526644"/>
                    <a:pt x="137415" y="527213"/>
                  </a:cubicBezTo>
                  <a:cubicBezTo>
                    <a:pt x="139438" y="527213"/>
                    <a:pt x="141650" y="522409"/>
                    <a:pt x="140070" y="524368"/>
                  </a:cubicBezTo>
                  <a:cubicBezTo>
                    <a:pt x="127428" y="514950"/>
                    <a:pt x="114091" y="507808"/>
                    <a:pt x="104231" y="497442"/>
                  </a:cubicBezTo>
                  <a:cubicBezTo>
                    <a:pt x="89693" y="481956"/>
                    <a:pt x="91590" y="477785"/>
                    <a:pt x="112322" y="474245"/>
                  </a:cubicBezTo>
                  <a:cubicBezTo>
                    <a:pt x="114417" y="473979"/>
                    <a:pt x="116531" y="473873"/>
                    <a:pt x="118642" y="473929"/>
                  </a:cubicBezTo>
                  <a:lnTo>
                    <a:pt x="134697" y="428862"/>
                  </a:lnTo>
                  <a:lnTo>
                    <a:pt x="130209" y="426081"/>
                  </a:lnTo>
                  <a:cubicBezTo>
                    <a:pt x="115988" y="438722"/>
                    <a:pt x="101387" y="450605"/>
                    <a:pt x="87734" y="464005"/>
                  </a:cubicBezTo>
                  <a:cubicBezTo>
                    <a:pt x="78885" y="472475"/>
                    <a:pt x="72943" y="470010"/>
                    <a:pt x="66812" y="461540"/>
                  </a:cubicBezTo>
                  <a:cubicBezTo>
                    <a:pt x="56193" y="447273"/>
                    <a:pt x="55588" y="427900"/>
                    <a:pt x="65295" y="412997"/>
                  </a:cubicBezTo>
                  <a:cubicBezTo>
                    <a:pt x="73457" y="400694"/>
                    <a:pt x="80582" y="387734"/>
                    <a:pt x="86596" y="374251"/>
                  </a:cubicBezTo>
                  <a:cubicBezTo>
                    <a:pt x="81729" y="376716"/>
                    <a:pt x="76989" y="379497"/>
                    <a:pt x="71932" y="381520"/>
                  </a:cubicBezTo>
                  <a:cubicBezTo>
                    <a:pt x="65611" y="383922"/>
                    <a:pt x="58343" y="388662"/>
                    <a:pt x="53602" y="386766"/>
                  </a:cubicBezTo>
                  <a:cubicBezTo>
                    <a:pt x="47851" y="383394"/>
                    <a:pt x="43720" y="377826"/>
                    <a:pt x="42161" y="371343"/>
                  </a:cubicBezTo>
                  <a:cubicBezTo>
                    <a:pt x="39738" y="356689"/>
                    <a:pt x="38050" y="341922"/>
                    <a:pt x="37105" y="327098"/>
                  </a:cubicBezTo>
                  <a:cubicBezTo>
                    <a:pt x="30626" y="327893"/>
                    <a:pt x="24262" y="329442"/>
                    <a:pt x="18143" y="331712"/>
                  </a:cubicBezTo>
                  <a:cubicBezTo>
                    <a:pt x="2467" y="340182"/>
                    <a:pt x="-1578" y="333672"/>
                    <a:pt x="508" y="319071"/>
                  </a:cubicBezTo>
                  <a:cubicBezTo>
                    <a:pt x="4490" y="291070"/>
                    <a:pt x="7587" y="262563"/>
                    <a:pt x="21240" y="237407"/>
                  </a:cubicBezTo>
                  <a:cubicBezTo>
                    <a:pt x="25728" y="229127"/>
                    <a:pt x="38495" y="217813"/>
                    <a:pt x="44437" y="219393"/>
                  </a:cubicBezTo>
                  <a:cubicBezTo>
                    <a:pt x="61377" y="223754"/>
                    <a:pt x="69151" y="211808"/>
                    <a:pt x="80465" y="205930"/>
                  </a:cubicBezTo>
                  <a:cubicBezTo>
                    <a:pt x="82298" y="204982"/>
                    <a:pt x="84005" y="203781"/>
                    <a:pt x="85775" y="202643"/>
                  </a:cubicBezTo>
                  <a:cubicBezTo>
                    <a:pt x="75345" y="188611"/>
                    <a:pt x="87039" y="182796"/>
                    <a:pt x="96393" y="179130"/>
                  </a:cubicBezTo>
                  <a:cubicBezTo>
                    <a:pt x="105748" y="175464"/>
                    <a:pt x="119401" y="170533"/>
                    <a:pt x="129008" y="173315"/>
                  </a:cubicBezTo>
                  <a:cubicBezTo>
                    <a:pt x="165542" y="183681"/>
                    <a:pt x="197083" y="177170"/>
                    <a:pt x="227865" y="155364"/>
                  </a:cubicBezTo>
                  <a:cubicBezTo>
                    <a:pt x="238736" y="147589"/>
                    <a:pt x="254601" y="146767"/>
                    <a:pt x="263830" y="144050"/>
                  </a:cubicBezTo>
                  <a:cubicBezTo>
                    <a:pt x="261681" y="121485"/>
                    <a:pt x="260037" y="104166"/>
                    <a:pt x="258457" y="87163"/>
                  </a:cubicBezTo>
                  <a:cubicBezTo>
                    <a:pt x="289429" y="76228"/>
                    <a:pt x="313132" y="63271"/>
                    <a:pt x="329629" y="35839"/>
                  </a:cubicBezTo>
                  <a:cubicBezTo>
                    <a:pt x="337782" y="22375"/>
                    <a:pt x="359463" y="16181"/>
                    <a:pt x="376086" y="9355"/>
                  </a:cubicBezTo>
                  <a:cubicBezTo>
                    <a:pt x="379879" y="7838"/>
                    <a:pt x="388222" y="17192"/>
                    <a:pt x="397766" y="23829"/>
                  </a:cubicBezTo>
                  <a:lnTo>
                    <a:pt x="436323" y="0"/>
                  </a:lnTo>
                  <a:lnTo>
                    <a:pt x="456170" y="26547"/>
                  </a:lnTo>
                  <a:cubicBezTo>
                    <a:pt x="481958" y="18077"/>
                    <a:pt x="516533" y="29455"/>
                    <a:pt x="528985" y="53221"/>
                  </a:cubicBezTo>
                  <a:cubicBezTo>
                    <a:pt x="542511" y="78946"/>
                    <a:pt x="563306" y="84824"/>
                    <a:pt x="589474" y="84319"/>
                  </a:cubicBezTo>
                  <a:cubicBezTo>
                    <a:pt x="640735" y="83813"/>
                    <a:pt x="692060" y="85330"/>
                    <a:pt x="743321" y="84319"/>
                  </a:cubicBezTo>
                  <a:cubicBezTo>
                    <a:pt x="786744" y="83560"/>
                    <a:pt x="830357" y="82359"/>
                    <a:pt x="873528" y="77682"/>
                  </a:cubicBezTo>
                  <a:cubicBezTo>
                    <a:pt x="887687" y="76165"/>
                    <a:pt x="901971" y="65040"/>
                    <a:pt x="913791" y="55054"/>
                  </a:cubicBezTo>
                  <a:cubicBezTo>
                    <a:pt x="927950" y="43487"/>
                    <a:pt x="939074" y="45573"/>
                    <a:pt x="947797" y="59036"/>
                  </a:cubicBezTo>
                  <a:cubicBezTo>
                    <a:pt x="956519" y="72499"/>
                    <a:pt x="970299" y="75975"/>
                    <a:pt x="985721" y="79325"/>
                  </a:cubicBezTo>
                  <a:cubicBezTo>
                    <a:pt x="1049877" y="93737"/>
                    <a:pt x="1113400" y="111308"/>
                    <a:pt x="1177872" y="124329"/>
                  </a:cubicBezTo>
                  <a:cubicBezTo>
                    <a:pt x="1223498" y="133085"/>
                    <a:pt x="1269556" y="139415"/>
                    <a:pt x="1315853" y="143291"/>
                  </a:cubicBezTo>
                  <a:cubicBezTo>
                    <a:pt x="1359277" y="147463"/>
                    <a:pt x="1399477" y="133178"/>
                    <a:pt x="1438792" y="115733"/>
                  </a:cubicBezTo>
                  <a:cubicBezTo>
                    <a:pt x="1448946" y="110501"/>
                    <a:pt x="1460524" y="108704"/>
                    <a:pt x="1471786" y="110613"/>
                  </a:cubicBezTo>
                  <a:cubicBezTo>
                    <a:pt x="1486104" y="114614"/>
                    <a:pt x="1501390" y="113243"/>
                    <a:pt x="1514767" y="106757"/>
                  </a:cubicBezTo>
                  <a:cubicBezTo>
                    <a:pt x="1538217" y="97276"/>
                    <a:pt x="1565333" y="108970"/>
                    <a:pt x="1579997" y="132040"/>
                  </a:cubicBezTo>
                  <a:cubicBezTo>
                    <a:pt x="1582146" y="135453"/>
                    <a:pt x="1587898" y="136970"/>
                    <a:pt x="1592322" y="138361"/>
                  </a:cubicBezTo>
                  <a:cubicBezTo>
                    <a:pt x="1609861" y="145353"/>
                    <a:pt x="1627828" y="151222"/>
                    <a:pt x="1646112" y="155933"/>
                  </a:cubicBezTo>
                  <a:cubicBezTo>
                    <a:pt x="1658753" y="158587"/>
                    <a:pt x="1672975" y="164845"/>
                    <a:pt x="1685237" y="148601"/>
                  </a:cubicBezTo>
                  <a:cubicBezTo>
                    <a:pt x="1704200" y="123318"/>
                    <a:pt x="1740986" y="120284"/>
                    <a:pt x="1771010" y="137602"/>
                  </a:cubicBezTo>
                  <a:cubicBezTo>
                    <a:pt x="1777330" y="141205"/>
                    <a:pt x="1786559" y="139246"/>
                    <a:pt x="1793448" y="142217"/>
                  </a:cubicBezTo>
                  <a:cubicBezTo>
                    <a:pt x="1809503" y="149359"/>
                    <a:pt x="1825052" y="157955"/>
                    <a:pt x="1840601" y="165919"/>
                  </a:cubicBezTo>
                  <a:cubicBezTo>
                    <a:pt x="1845434" y="168932"/>
                    <a:pt x="1850612" y="171351"/>
                    <a:pt x="1856024" y="173125"/>
                  </a:cubicBezTo>
                  <a:cubicBezTo>
                    <a:pt x="1904756" y="183554"/>
                    <a:pt x="1951593" y="181532"/>
                    <a:pt x="1994384" y="152203"/>
                  </a:cubicBezTo>
                  <a:cubicBezTo>
                    <a:pt x="2005699" y="144429"/>
                    <a:pt x="2014232" y="141837"/>
                    <a:pt x="2017834" y="161305"/>
                  </a:cubicBezTo>
                  <a:cubicBezTo>
                    <a:pt x="2019162" y="168764"/>
                    <a:pt x="2032625" y="173947"/>
                    <a:pt x="2041031" y="179951"/>
                  </a:cubicBezTo>
                  <a:cubicBezTo>
                    <a:pt x="2047352" y="184439"/>
                    <a:pt x="2054811" y="187852"/>
                    <a:pt x="2063407" y="192593"/>
                  </a:cubicBezTo>
                  <a:cubicBezTo>
                    <a:pt x="2079146" y="179951"/>
                    <a:pt x="2097729" y="187031"/>
                    <a:pt x="2112772" y="198471"/>
                  </a:cubicBezTo>
                  <a:cubicBezTo>
                    <a:pt x="2119093" y="203528"/>
                    <a:pt x="2121621" y="218318"/>
                    <a:pt x="2120547" y="228115"/>
                  </a:cubicBezTo>
                  <a:cubicBezTo>
                    <a:pt x="2119472" y="237913"/>
                    <a:pt x="2112140" y="247520"/>
                    <a:pt x="2107336" y="257128"/>
                  </a:cubicBezTo>
                  <a:cubicBezTo>
                    <a:pt x="2101015" y="270148"/>
                    <a:pt x="2104997" y="277101"/>
                    <a:pt x="2118271" y="279124"/>
                  </a:cubicBezTo>
                  <a:close/>
                  <a:moveTo>
                    <a:pt x="2672220" y="355794"/>
                  </a:moveTo>
                  <a:cubicBezTo>
                    <a:pt x="2672220" y="370395"/>
                    <a:pt x="2670514" y="381077"/>
                    <a:pt x="2672600" y="391064"/>
                  </a:cubicBezTo>
                  <a:cubicBezTo>
                    <a:pt x="2676203" y="408320"/>
                    <a:pt x="2668175" y="416347"/>
                    <a:pt x="2653132" y="417042"/>
                  </a:cubicBezTo>
                  <a:cubicBezTo>
                    <a:pt x="2638154" y="417151"/>
                    <a:pt x="2623197" y="415903"/>
                    <a:pt x="2608444" y="413313"/>
                  </a:cubicBezTo>
                  <a:cubicBezTo>
                    <a:pt x="2596119" y="411480"/>
                    <a:pt x="2583983" y="404274"/>
                    <a:pt x="2572858" y="417611"/>
                  </a:cubicBezTo>
                  <a:cubicBezTo>
                    <a:pt x="2571405" y="419381"/>
                    <a:pt x="2559522" y="416031"/>
                    <a:pt x="2556045" y="411986"/>
                  </a:cubicBezTo>
                  <a:cubicBezTo>
                    <a:pt x="2549994" y="402557"/>
                    <a:pt x="2537490" y="399741"/>
                    <a:pt x="2527981" y="405665"/>
                  </a:cubicBezTo>
                  <a:cubicBezTo>
                    <a:pt x="2497894" y="419823"/>
                    <a:pt x="2471095" y="413882"/>
                    <a:pt x="2447392" y="390874"/>
                  </a:cubicBezTo>
                  <a:cubicBezTo>
                    <a:pt x="2441276" y="384830"/>
                    <a:pt x="2434681" y="379292"/>
                    <a:pt x="2427671" y="374314"/>
                  </a:cubicBezTo>
                  <a:cubicBezTo>
                    <a:pt x="2415598" y="365781"/>
                    <a:pt x="2404916" y="362178"/>
                    <a:pt x="2388925" y="371407"/>
                  </a:cubicBezTo>
                  <a:cubicBezTo>
                    <a:pt x="2375209" y="379307"/>
                    <a:pt x="2356310" y="378296"/>
                    <a:pt x="2339623" y="380888"/>
                  </a:cubicBezTo>
                  <a:cubicBezTo>
                    <a:pt x="2337448" y="380893"/>
                    <a:pt x="2335368" y="380001"/>
                    <a:pt x="2333871" y="378423"/>
                  </a:cubicBezTo>
                  <a:cubicBezTo>
                    <a:pt x="2315731" y="359840"/>
                    <a:pt x="2297780" y="341193"/>
                    <a:pt x="2277490" y="320209"/>
                  </a:cubicBezTo>
                  <a:cubicBezTo>
                    <a:pt x="2225897" y="320038"/>
                    <a:pt x="2176004" y="301737"/>
                    <a:pt x="2136538" y="268505"/>
                  </a:cubicBezTo>
                  <a:cubicBezTo>
                    <a:pt x="2131734" y="284496"/>
                    <a:pt x="2124781" y="296253"/>
                    <a:pt x="2106009" y="286961"/>
                  </a:cubicBezTo>
                  <a:cubicBezTo>
                    <a:pt x="2087236" y="277670"/>
                    <a:pt x="2092356" y="263006"/>
                    <a:pt x="2098487" y="248658"/>
                  </a:cubicBezTo>
                  <a:cubicBezTo>
                    <a:pt x="2100383" y="244044"/>
                    <a:pt x="2104492" y="239935"/>
                    <a:pt x="2105124" y="235321"/>
                  </a:cubicBezTo>
                  <a:cubicBezTo>
                    <a:pt x="2106325" y="225714"/>
                    <a:pt x="2109928" y="211492"/>
                    <a:pt x="2105124" y="207131"/>
                  </a:cubicBezTo>
                  <a:cubicBezTo>
                    <a:pt x="2096148" y="198914"/>
                    <a:pt x="2082812" y="191076"/>
                    <a:pt x="2069348" y="205424"/>
                  </a:cubicBezTo>
                  <a:cubicBezTo>
                    <a:pt x="2066757" y="208268"/>
                    <a:pt x="2055632" y="204413"/>
                    <a:pt x="2049122" y="201821"/>
                  </a:cubicBezTo>
                  <a:cubicBezTo>
                    <a:pt x="2046088" y="200620"/>
                    <a:pt x="2044002" y="191961"/>
                    <a:pt x="2042801" y="192214"/>
                  </a:cubicBezTo>
                  <a:cubicBezTo>
                    <a:pt x="2017898" y="197081"/>
                    <a:pt x="2012588" y="174200"/>
                    <a:pt x="1999757" y="160610"/>
                  </a:cubicBezTo>
                  <a:cubicBezTo>
                    <a:pt x="1989012" y="172683"/>
                    <a:pt x="1975359" y="175337"/>
                    <a:pt x="1962781" y="180647"/>
                  </a:cubicBezTo>
                  <a:cubicBezTo>
                    <a:pt x="1932884" y="193288"/>
                    <a:pt x="1904567" y="191139"/>
                    <a:pt x="1875618" y="186335"/>
                  </a:cubicBezTo>
                  <a:cubicBezTo>
                    <a:pt x="1858381" y="183469"/>
                    <a:pt x="1841870" y="177264"/>
                    <a:pt x="1827011" y="168068"/>
                  </a:cubicBezTo>
                  <a:cubicBezTo>
                    <a:pt x="1804320" y="153847"/>
                    <a:pt x="1785294" y="150434"/>
                    <a:pt x="1771578" y="163328"/>
                  </a:cubicBezTo>
                  <a:cubicBezTo>
                    <a:pt x="1751036" y="135327"/>
                    <a:pt x="1746295" y="133368"/>
                    <a:pt x="1715893" y="140384"/>
                  </a:cubicBezTo>
                  <a:cubicBezTo>
                    <a:pt x="1694529" y="145314"/>
                    <a:pt x="1686438" y="159915"/>
                    <a:pt x="1689030" y="178750"/>
                  </a:cubicBezTo>
                  <a:cubicBezTo>
                    <a:pt x="1672153" y="174516"/>
                    <a:pt x="1656099" y="171229"/>
                    <a:pt x="1640550" y="166109"/>
                  </a:cubicBezTo>
                  <a:cubicBezTo>
                    <a:pt x="1625001" y="160989"/>
                    <a:pt x="1610652" y="153467"/>
                    <a:pt x="1595230" y="149422"/>
                  </a:cubicBezTo>
                  <a:cubicBezTo>
                    <a:pt x="1577153" y="144366"/>
                    <a:pt x="1555536" y="151382"/>
                    <a:pt x="1547635" y="122812"/>
                  </a:cubicBezTo>
                  <a:cubicBezTo>
                    <a:pt x="1543210" y="106694"/>
                    <a:pt x="1509710" y="113584"/>
                    <a:pt x="1494857" y="129954"/>
                  </a:cubicBezTo>
                  <a:cubicBezTo>
                    <a:pt x="1488536" y="137160"/>
                    <a:pt x="1476274" y="139372"/>
                    <a:pt x="1466729" y="143860"/>
                  </a:cubicBezTo>
                  <a:cubicBezTo>
                    <a:pt x="1463569" y="136970"/>
                    <a:pt x="1460409" y="130081"/>
                    <a:pt x="1456300" y="121232"/>
                  </a:cubicBezTo>
                  <a:cubicBezTo>
                    <a:pt x="1451710" y="121775"/>
                    <a:pt x="1447219" y="122967"/>
                    <a:pt x="1442964" y="124771"/>
                  </a:cubicBezTo>
                  <a:cubicBezTo>
                    <a:pt x="1409214" y="143897"/>
                    <a:pt x="1371014" y="153774"/>
                    <a:pt x="1332224" y="153404"/>
                  </a:cubicBezTo>
                  <a:cubicBezTo>
                    <a:pt x="1296440" y="153881"/>
                    <a:pt x="1260692" y="150939"/>
                    <a:pt x="1225467" y="144618"/>
                  </a:cubicBezTo>
                  <a:cubicBezTo>
                    <a:pt x="1151198" y="129575"/>
                    <a:pt x="1077941" y="109602"/>
                    <a:pt x="1003862" y="94053"/>
                  </a:cubicBezTo>
                  <a:cubicBezTo>
                    <a:pt x="976746" y="88301"/>
                    <a:pt x="948871" y="87732"/>
                    <a:pt x="932627" y="60237"/>
                  </a:cubicBezTo>
                  <a:cubicBezTo>
                    <a:pt x="932185" y="59478"/>
                    <a:pt x="930036" y="59731"/>
                    <a:pt x="928645" y="59541"/>
                  </a:cubicBezTo>
                  <a:lnTo>
                    <a:pt x="930794" y="65230"/>
                  </a:lnTo>
                  <a:cubicBezTo>
                    <a:pt x="909683" y="73573"/>
                    <a:pt x="888951" y="87795"/>
                    <a:pt x="867587" y="89122"/>
                  </a:cubicBezTo>
                  <a:cubicBezTo>
                    <a:pt x="810258" y="92725"/>
                    <a:pt x="752486" y="91019"/>
                    <a:pt x="694904" y="90829"/>
                  </a:cubicBezTo>
                  <a:cubicBezTo>
                    <a:pt x="660709" y="90829"/>
                    <a:pt x="623922" y="82233"/>
                    <a:pt x="601168" y="123381"/>
                  </a:cubicBezTo>
                  <a:cubicBezTo>
                    <a:pt x="600535" y="114216"/>
                    <a:pt x="599967" y="105114"/>
                    <a:pt x="599334" y="95190"/>
                  </a:cubicBezTo>
                  <a:cubicBezTo>
                    <a:pt x="591370" y="95190"/>
                    <a:pt x="583596" y="95190"/>
                    <a:pt x="575821" y="95190"/>
                  </a:cubicBezTo>
                  <a:cubicBezTo>
                    <a:pt x="555595" y="95570"/>
                    <a:pt x="539351" y="91967"/>
                    <a:pt x="527089" y="71614"/>
                  </a:cubicBezTo>
                  <a:cubicBezTo>
                    <a:pt x="504650" y="34195"/>
                    <a:pt x="488722" y="30150"/>
                    <a:pt x="451240" y="44940"/>
                  </a:cubicBezTo>
                  <a:cubicBezTo>
                    <a:pt x="439357" y="21301"/>
                    <a:pt x="418309" y="19657"/>
                    <a:pt x="401622" y="40516"/>
                  </a:cubicBezTo>
                  <a:cubicBezTo>
                    <a:pt x="393847" y="50187"/>
                    <a:pt x="385441" y="61501"/>
                    <a:pt x="369386" y="50250"/>
                  </a:cubicBezTo>
                  <a:cubicBezTo>
                    <a:pt x="373305" y="41717"/>
                    <a:pt x="377161" y="33500"/>
                    <a:pt x="382596" y="21617"/>
                  </a:cubicBezTo>
                  <a:lnTo>
                    <a:pt x="336708" y="43487"/>
                  </a:lnTo>
                  <a:lnTo>
                    <a:pt x="336708" y="63144"/>
                  </a:lnTo>
                  <a:cubicBezTo>
                    <a:pt x="311425" y="66684"/>
                    <a:pt x="278304" y="92788"/>
                    <a:pt x="272742" y="109538"/>
                  </a:cubicBezTo>
                  <a:lnTo>
                    <a:pt x="308581" y="115037"/>
                  </a:lnTo>
                  <a:lnTo>
                    <a:pt x="290314" y="133494"/>
                  </a:lnTo>
                  <a:lnTo>
                    <a:pt x="303587" y="138867"/>
                  </a:lnTo>
                  <a:cubicBezTo>
                    <a:pt x="301185" y="154795"/>
                    <a:pt x="299036" y="168890"/>
                    <a:pt x="296066" y="188295"/>
                  </a:cubicBezTo>
                  <a:lnTo>
                    <a:pt x="268507" y="155806"/>
                  </a:lnTo>
                  <a:cubicBezTo>
                    <a:pt x="267749" y="158334"/>
                    <a:pt x="267053" y="160863"/>
                    <a:pt x="266358" y="163454"/>
                  </a:cubicBezTo>
                  <a:cubicBezTo>
                    <a:pt x="258476" y="163158"/>
                    <a:pt x="250584" y="163306"/>
                    <a:pt x="242719" y="163897"/>
                  </a:cubicBezTo>
                  <a:cubicBezTo>
                    <a:pt x="236775" y="164286"/>
                    <a:pt x="231000" y="166037"/>
                    <a:pt x="225842" y="169017"/>
                  </a:cubicBezTo>
                  <a:cubicBezTo>
                    <a:pt x="199469" y="188121"/>
                    <a:pt x="165855" y="194235"/>
                    <a:pt x="134444" y="185640"/>
                  </a:cubicBezTo>
                  <a:cubicBezTo>
                    <a:pt x="123004" y="182796"/>
                    <a:pt x="109920" y="186651"/>
                    <a:pt x="97594" y="187473"/>
                  </a:cubicBezTo>
                  <a:cubicBezTo>
                    <a:pt x="97594" y="189749"/>
                    <a:pt x="97594" y="192024"/>
                    <a:pt x="97594" y="194236"/>
                  </a:cubicBezTo>
                  <a:lnTo>
                    <a:pt x="111690" y="209912"/>
                  </a:lnTo>
                  <a:lnTo>
                    <a:pt x="40265" y="234689"/>
                  </a:lnTo>
                  <a:lnTo>
                    <a:pt x="63210" y="242843"/>
                  </a:lnTo>
                  <a:cubicBezTo>
                    <a:pt x="30784" y="259529"/>
                    <a:pt x="6323" y="277228"/>
                    <a:pt x="16815" y="312371"/>
                  </a:cubicBezTo>
                  <a:cubicBezTo>
                    <a:pt x="23136" y="312371"/>
                    <a:pt x="32048" y="309590"/>
                    <a:pt x="36157" y="312813"/>
                  </a:cubicBezTo>
                  <a:cubicBezTo>
                    <a:pt x="56762" y="328805"/>
                    <a:pt x="55814" y="353456"/>
                    <a:pt x="56699" y="375262"/>
                  </a:cubicBezTo>
                  <a:lnTo>
                    <a:pt x="114218" y="350485"/>
                  </a:lnTo>
                  <a:cubicBezTo>
                    <a:pt x="112258" y="359334"/>
                    <a:pt x="112511" y="368057"/>
                    <a:pt x="108592" y="374061"/>
                  </a:cubicBezTo>
                  <a:cubicBezTo>
                    <a:pt x="100439" y="386703"/>
                    <a:pt x="89251" y="397132"/>
                    <a:pt x="80844" y="409521"/>
                  </a:cubicBezTo>
                  <a:cubicBezTo>
                    <a:pt x="71490" y="423300"/>
                    <a:pt x="64410" y="438343"/>
                    <a:pt x="77178" y="455219"/>
                  </a:cubicBezTo>
                  <a:lnTo>
                    <a:pt x="130652" y="414893"/>
                  </a:lnTo>
                  <a:lnTo>
                    <a:pt x="124331" y="406929"/>
                  </a:lnTo>
                  <a:lnTo>
                    <a:pt x="141460" y="419571"/>
                  </a:lnTo>
                  <a:lnTo>
                    <a:pt x="149677" y="401999"/>
                  </a:lnTo>
                  <a:lnTo>
                    <a:pt x="157894" y="408320"/>
                  </a:lnTo>
                  <a:lnTo>
                    <a:pt x="123004" y="508693"/>
                  </a:lnTo>
                  <a:lnTo>
                    <a:pt x="175782" y="495609"/>
                  </a:lnTo>
                  <a:lnTo>
                    <a:pt x="178626" y="501108"/>
                  </a:lnTo>
                  <a:lnTo>
                    <a:pt x="130652" y="553317"/>
                  </a:lnTo>
                  <a:lnTo>
                    <a:pt x="136973" y="560207"/>
                  </a:lnTo>
                  <a:lnTo>
                    <a:pt x="183809" y="528603"/>
                  </a:lnTo>
                  <a:cubicBezTo>
                    <a:pt x="193543" y="547565"/>
                    <a:pt x="182355" y="556162"/>
                    <a:pt x="171547" y="564948"/>
                  </a:cubicBezTo>
                  <a:cubicBezTo>
                    <a:pt x="155492" y="577905"/>
                    <a:pt x="132485" y="584858"/>
                    <a:pt x="132042" y="611531"/>
                  </a:cubicBezTo>
                  <a:cubicBezTo>
                    <a:pt x="132042" y="613870"/>
                    <a:pt x="125722" y="615829"/>
                    <a:pt x="122308" y="618547"/>
                  </a:cubicBezTo>
                  <a:cubicBezTo>
                    <a:pt x="118895" y="621265"/>
                    <a:pt x="114724" y="624299"/>
                    <a:pt x="114787" y="627080"/>
                  </a:cubicBezTo>
                  <a:cubicBezTo>
                    <a:pt x="115672" y="646548"/>
                    <a:pt x="117505" y="665953"/>
                    <a:pt x="119085" y="685421"/>
                  </a:cubicBezTo>
                  <a:lnTo>
                    <a:pt x="125406" y="687127"/>
                  </a:lnTo>
                  <a:cubicBezTo>
                    <a:pt x="135203" y="678215"/>
                    <a:pt x="144810" y="668987"/>
                    <a:pt x="154923" y="660327"/>
                  </a:cubicBezTo>
                  <a:cubicBezTo>
                    <a:pt x="166111" y="650783"/>
                    <a:pt x="176351" y="638458"/>
                    <a:pt x="189435" y="633022"/>
                  </a:cubicBezTo>
                  <a:cubicBezTo>
                    <a:pt x="217562" y="621202"/>
                    <a:pt x="247269" y="613048"/>
                    <a:pt x="276408" y="603504"/>
                  </a:cubicBezTo>
                  <a:cubicBezTo>
                    <a:pt x="288354" y="599585"/>
                    <a:pt x="296950" y="600217"/>
                    <a:pt x="299416" y="616146"/>
                  </a:cubicBezTo>
                  <a:cubicBezTo>
                    <a:pt x="301730" y="622554"/>
                    <a:pt x="306930" y="627497"/>
                    <a:pt x="313448" y="629482"/>
                  </a:cubicBezTo>
                  <a:cubicBezTo>
                    <a:pt x="329945" y="633338"/>
                    <a:pt x="331651" y="641618"/>
                    <a:pt x="323118" y="653943"/>
                  </a:cubicBezTo>
                  <a:cubicBezTo>
                    <a:pt x="317430" y="662160"/>
                    <a:pt x="310477" y="669366"/>
                    <a:pt x="304156" y="677204"/>
                  </a:cubicBezTo>
                  <a:cubicBezTo>
                    <a:pt x="289998" y="695091"/>
                    <a:pt x="290061" y="703372"/>
                    <a:pt x="309718" y="719553"/>
                  </a:cubicBezTo>
                  <a:cubicBezTo>
                    <a:pt x="321285" y="729034"/>
                    <a:pt x="331525" y="720374"/>
                    <a:pt x="340943" y="711083"/>
                  </a:cubicBezTo>
                  <a:cubicBezTo>
                    <a:pt x="351549" y="701785"/>
                    <a:pt x="362670" y="693091"/>
                    <a:pt x="374253" y="685042"/>
                  </a:cubicBezTo>
                  <a:lnTo>
                    <a:pt x="384493" y="700591"/>
                  </a:lnTo>
                  <a:cubicBezTo>
                    <a:pt x="413758" y="690288"/>
                    <a:pt x="441379" y="684915"/>
                    <a:pt x="462554" y="711968"/>
                  </a:cubicBezTo>
                  <a:cubicBezTo>
                    <a:pt x="473236" y="708365"/>
                    <a:pt x="485119" y="705141"/>
                    <a:pt x="493715" y="709060"/>
                  </a:cubicBezTo>
                  <a:cubicBezTo>
                    <a:pt x="511539" y="717088"/>
                    <a:pt x="550602" y="705521"/>
                    <a:pt x="557870" y="687127"/>
                  </a:cubicBezTo>
                  <a:cubicBezTo>
                    <a:pt x="568679" y="660580"/>
                    <a:pt x="571397" y="659000"/>
                    <a:pt x="600219" y="664942"/>
                  </a:cubicBezTo>
                  <a:cubicBezTo>
                    <a:pt x="611407" y="667280"/>
                    <a:pt x="622342" y="672147"/>
                    <a:pt x="633530" y="672590"/>
                  </a:cubicBezTo>
                  <a:cubicBezTo>
                    <a:pt x="641873" y="672969"/>
                    <a:pt x="650343" y="667659"/>
                    <a:pt x="658813" y="665574"/>
                  </a:cubicBezTo>
                  <a:cubicBezTo>
                    <a:pt x="664185" y="664246"/>
                    <a:pt x="673919" y="661908"/>
                    <a:pt x="674867" y="663677"/>
                  </a:cubicBezTo>
                  <a:cubicBezTo>
                    <a:pt x="684791" y="681944"/>
                    <a:pt x="698949" y="676319"/>
                    <a:pt x="714182" y="673917"/>
                  </a:cubicBezTo>
                  <a:cubicBezTo>
                    <a:pt x="721262" y="672843"/>
                    <a:pt x="734598" y="677204"/>
                    <a:pt x="736242" y="682071"/>
                  </a:cubicBezTo>
                  <a:cubicBezTo>
                    <a:pt x="742878" y="702171"/>
                    <a:pt x="751538" y="721955"/>
                    <a:pt x="739528" y="744836"/>
                  </a:cubicBezTo>
                  <a:cubicBezTo>
                    <a:pt x="729415" y="764177"/>
                    <a:pt x="740224" y="775870"/>
                    <a:pt x="762157" y="774670"/>
                  </a:cubicBezTo>
                  <a:cubicBezTo>
                    <a:pt x="771378" y="773658"/>
                    <a:pt x="780683" y="773658"/>
                    <a:pt x="789905" y="774670"/>
                  </a:cubicBezTo>
                  <a:cubicBezTo>
                    <a:pt x="815188" y="779031"/>
                    <a:pt x="833834" y="801659"/>
                    <a:pt x="827260" y="823023"/>
                  </a:cubicBezTo>
                  <a:cubicBezTo>
                    <a:pt x="813630" y="868463"/>
                    <a:pt x="779854" y="905106"/>
                    <a:pt x="735673" y="922385"/>
                  </a:cubicBezTo>
                  <a:cubicBezTo>
                    <a:pt x="715288" y="929206"/>
                    <a:pt x="699044" y="944823"/>
                    <a:pt x="691428" y="964924"/>
                  </a:cubicBezTo>
                  <a:cubicBezTo>
                    <a:pt x="682073" y="986541"/>
                    <a:pt x="672465" y="1007778"/>
                    <a:pt x="634857" y="1001710"/>
                  </a:cubicBezTo>
                  <a:cubicBezTo>
                    <a:pt x="645855" y="1021874"/>
                    <a:pt x="653819" y="1036222"/>
                    <a:pt x="661594" y="1050696"/>
                  </a:cubicBezTo>
                  <a:cubicBezTo>
                    <a:pt x="664817" y="1057017"/>
                    <a:pt x="671391" y="1063717"/>
                    <a:pt x="670316" y="1068963"/>
                  </a:cubicBezTo>
                  <a:cubicBezTo>
                    <a:pt x="660140" y="1118138"/>
                    <a:pt x="679608" y="1168831"/>
                    <a:pt x="662226" y="1217500"/>
                  </a:cubicBezTo>
                  <a:cubicBezTo>
                    <a:pt x="661576" y="1221074"/>
                    <a:pt x="662681" y="1224741"/>
                    <a:pt x="665197" y="1227361"/>
                  </a:cubicBezTo>
                  <a:cubicBezTo>
                    <a:pt x="686245" y="1244553"/>
                    <a:pt x="670000" y="1255235"/>
                    <a:pt x="658433" y="1266296"/>
                  </a:cubicBezTo>
                  <a:cubicBezTo>
                    <a:pt x="650549" y="1273564"/>
                    <a:pt x="642278" y="1280400"/>
                    <a:pt x="633656" y="1286776"/>
                  </a:cubicBezTo>
                  <a:cubicBezTo>
                    <a:pt x="610585" y="1304221"/>
                    <a:pt x="607804" y="1308329"/>
                    <a:pt x="627904" y="1328177"/>
                  </a:cubicBezTo>
                  <a:cubicBezTo>
                    <a:pt x="655399" y="1355293"/>
                    <a:pt x="656095" y="1382914"/>
                    <a:pt x="640925" y="1414707"/>
                  </a:cubicBezTo>
                  <a:cubicBezTo>
                    <a:pt x="638460" y="1419827"/>
                    <a:pt x="636943" y="1425453"/>
                    <a:pt x="634604" y="1430762"/>
                  </a:cubicBezTo>
                  <a:cubicBezTo>
                    <a:pt x="616211" y="1477536"/>
                    <a:pt x="600662" y="1487649"/>
                    <a:pt x="550412" y="1486764"/>
                  </a:cubicBezTo>
                  <a:cubicBezTo>
                    <a:pt x="527152" y="1486321"/>
                    <a:pt x="503955" y="1486764"/>
                    <a:pt x="477471" y="1486764"/>
                  </a:cubicBezTo>
                  <a:cubicBezTo>
                    <a:pt x="487141" y="1517419"/>
                    <a:pt x="506104" y="1531894"/>
                    <a:pt x="525003" y="1547064"/>
                  </a:cubicBezTo>
                  <a:cubicBezTo>
                    <a:pt x="531323" y="1552057"/>
                    <a:pt x="537644" y="1564509"/>
                    <a:pt x="535748" y="1570450"/>
                  </a:cubicBezTo>
                  <a:cubicBezTo>
                    <a:pt x="525319" y="1599083"/>
                    <a:pt x="559893" y="1614190"/>
                    <a:pt x="554710" y="1640484"/>
                  </a:cubicBezTo>
                  <a:cubicBezTo>
                    <a:pt x="554710" y="1641685"/>
                    <a:pt x="559324" y="1643518"/>
                    <a:pt x="561031" y="1645541"/>
                  </a:cubicBezTo>
                  <a:cubicBezTo>
                    <a:pt x="568679" y="1653947"/>
                    <a:pt x="576137" y="1662544"/>
                    <a:pt x="585429" y="1672973"/>
                  </a:cubicBezTo>
                  <a:cubicBezTo>
                    <a:pt x="618360" y="1669433"/>
                    <a:pt x="638523" y="1692377"/>
                    <a:pt x="622974" y="1723539"/>
                  </a:cubicBezTo>
                  <a:cubicBezTo>
                    <a:pt x="608563" y="1752488"/>
                    <a:pt x="598955" y="1785798"/>
                    <a:pt x="562295" y="1798123"/>
                  </a:cubicBezTo>
                  <a:cubicBezTo>
                    <a:pt x="547568" y="1803054"/>
                    <a:pt x="543712" y="1817654"/>
                    <a:pt x="544091" y="1833709"/>
                  </a:cubicBezTo>
                  <a:cubicBezTo>
                    <a:pt x="544192" y="1846003"/>
                    <a:pt x="542050" y="1858212"/>
                    <a:pt x="537771" y="1869737"/>
                  </a:cubicBezTo>
                  <a:cubicBezTo>
                    <a:pt x="531450" y="1887815"/>
                    <a:pt x="525129" y="1903237"/>
                    <a:pt x="543333" y="1919798"/>
                  </a:cubicBezTo>
                  <a:cubicBezTo>
                    <a:pt x="557579" y="1931888"/>
                    <a:pt x="568629" y="1947301"/>
                    <a:pt x="575505" y="1964675"/>
                  </a:cubicBezTo>
                  <a:cubicBezTo>
                    <a:pt x="583153" y="1988125"/>
                    <a:pt x="593077" y="1995014"/>
                    <a:pt x="615705" y="1985470"/>
                  </a:cubicBezTo>
                  <a:cubicBezTo>
                    <a:pt x="629168" y="1979781"/>
                    <a:pt x="635679" y="1987240"/>
                    <a:pt x="632392" y="2000134"/>
                  </a:cubicBezTo>
                  <a:cubicBezTo>
                    <a:pt x="627918" y="2015936"/>
                    <a:pt x="622428" y="2031433"/>
                    <a:pt x="615958" y="2046528"/>
                  </a:cubicBezTo>
                  <a:cubicBezTo>
                    <a:pt x="614179" y="2050414"/>
                    <a:pt x="610892" y="2053404"/>
                    <a:pt x="606856" y="2054808"/>
                  </a:cubicBezTo>
                  <a:cubicBezTo>
                    <a:pt x="588589" y="2059739"/>
                    <a:pt x="570133" y="2063721"/>
                    <a:pt x="560462" y="2065996"/>
                  </a:cubicBezTo>
                  <a:cubicBezTo>
                    <a:pt x="542574" y="2096083"/>
                    <a:pt x="528858" y="2119786"/>
                    <a:pt x="514447" y="2143172"/>
                  </a:cubicBezTo>
                  <a:cubicBezTo>
                    <a:pt x="506609" y="2155814"/>
                    <a:pt x="495990" y="2167318"/>
                    <a:pt x="490112" y="2181097"/>
                  </a:cubicBezTo>
                  <a:cubicBezTo>
                    <a:pt x="486142" y="2191578"/>
                    <a:pt x="485136" y="2202950"/>
                    <a:pt x="487205" y="2213965"/>
                  </a:cubicBezTo>
                  <a:cubicBezTo>
                    <a:pt x="491376" y="2238426"/>
                    <a:pt x="499846" y="2262255"/>
                    <a:pt x="503259" y="2286843"/>
                  </a:cubicBezTo>
                  <a:cubicBezTo>
                    <a:pt x="508758" y="2325842"/>
                    <a:pt x="508000" y="2326284"/>
                    <a:pt x="548389" y="2323693"/>
                  </a:cubicBezTo>
                  <a:lnTo>
                    <a:pt x="623669" y="2318952"/>
                  </a:lnTo>
                  <a:lnTo>
                    <a:pt x="655842" y="2292848"/>
                  </a:lnTo>
                  <a:cubicBezTo>
                    <a:pt x="655842" y="2308396"/>
                    <a:pt x="650975" y="2325399"/>
                    <a:pt x="657106" y="2336018"/>
                  </a:cubicBezTo>
                  <a:cubicBezTo>
                    <a:pt x="664248" y="2348660"/>
                    <a:pt x="680493" y="2356181"/>
                    <a:pt x="693830" y="2364335"/>
                  </a:cubicBezTo>
                  <a:cubicBezTo>
                    <a:pt x="729099" y="2385889"/>
                    <a:pt x="764622" y="2406937"/>
                    <a:pt x="785227" y="2448970"/>
                  </a:cubicBezTo>
                  <a:cubicBezTo>
                    <a:pt x="791548" y="2407758"/>
                    <a:pt x="798311" y="2416608"/>
                    <a:pt x="836931" y="2421791"/>
                  </a:cubicBezTo>
                  <a:cubicBezTo>
                    <a:pt x="831558" y="2426974"/>
                    <a:pt x="824985" y="2432852"/>
                    <a:pt x="818601" y="2432599"/>
                  </a:cubicBezTo>
                  <a:cubicBezTo>
                    <a:pt x="805264" y="2432093"/>
                    <a:pt x="801851" y="2437466"/>
                    <a:pt x="799639" y="2449602"/>
                  </a:cubicBezTo>
                  <a:cubicBezTo>
                    <a:pt x="798101" y="2459099"/>
                    <a:pt x="793213" y="2467732"/>
                    <a:pt x="785860" y="2473937"/>
                  </a:cubicBezTo>
                  <a:cubicBezTo>
                    <a:pt x="769489" y="2485693"/>
                    <a:pt x="772839" y="2500231"/>
                    <a:pt x="784153" y="2507689"/>
                  </a:cubicBezTo>
                  <a:cubicBezTo>
                    <a:pt x="804442" y="2521026"/>
                    <a:pt x="827197" y="2530254"/>
                    <a:pt x="837626" y="2554526"/>
                  </a:cubicBezTo>
                  <a:cubicBezTo>
                    <a:pt x="838567" y="2556165"/>
                    <a:pt x="839691" y="2557692"/>
                    <a:pt x="840976" y="2559077"/>
                  </a:cubicBezTo>
                  <a:cubicBezTo>
                    <a:pt x="828335" y="2581073"/>
                    <a:pt x="827892" y="2581263"/>
                    <a:pt x="839965" y="2604966"/>
                  </a:cubicBezTo>
                  <a:cubicBezTo>
                    <a:pt x="845394" y="2617408"/>
                    <a:pt x="852382" y="2629111"/>
                    <a:pt x="860760" y="2639793"/>
                  </a:cubicBezTo>
                  <a:cubicBezTo>
                    <a:pt x="869718" y="2648684"/>
                    <a:pt x="880020" y="2656107"/>
                    <a:pt x="891289" y="2661789"/>
                  </a:cubicBezTo>
                  <a:cubicBezTo>
                    <a:pt x="903615" y="2668995"/>
                    <a:pt x="917331" y="2673925"/>
                    <a:pt x="929656" y="2681257"/>
                  </a:cubicBezTo>
                  <a:cubicBezTo>
                    <a:pt x="943119" y="2689221"/>
                    <a:pt x="954939" y="2702115"/>
                    <a:pt x="968971" y="2706540"/>
                  </a:cubicBezTo>
                  <a:cubicBezTo>
                    <a:pt x="985172" y="2710673"/>
                    <a:pt x="1002011" y="2711681"/>
                    <a:pt x="1018589" y="2709511"/>
                  </a:cubicBezTo>
                  <a:cubicBezTo>
                    <a:pt x="1022887" y="2709194"/>
                    <a:pt x="1029714" y="2697880"/>
                    <a:pt x="1029714" y="2691623"/>
                  </a:cubicBezTo>
                  <a:cubicBezTo>
                    <a:pt x="1029714" y="2667857"/>
                    <a:pt x="1034201" y="2662990"/>
                    <a:pt x="1058536" y="2666719"/>
                  </a:cubicBezTo>
                  <a:cubicBezTo>
                    <a:pt x="1076740" y="2599656"/>
                    <a:pt x="1122312" y="2566409"/>
                    <a:pt x="1190576" y="2560973"/>
                  </a:cubicBezTo>
                  <a:cubicBezTo>
                    <a:pt x="1204916" y="2560629"/>
                    <a:pt x="1219090" y="2557828"/>
                    <a:pt x="1232483" y="2552693"/>
                  </a:cubicBezTo>
                  <a:cubicBezTo>
                    <a:pt x="1249486" y="2544855"/>
                    <a:pt x="1269586" y="2536070"/>
                    <a:pt x="1279256" y="2521595"/>
                  </a:cubicBezTo>
                  <a:cubicBezTo>
                    <a:pt x="1296891" y="2495301"/>
                    <a:pt x="1321036" y="2485251"/>
                    <a:pt x="1348784" y="2481206"/>
                  </a:cubicBezTo>
                  <a:cubicBezTo>
                    <a:pt x="1373553" y="2477563"/>
                    <a:pt x="1398603" y="2476188"/>
                    <a:pt x="1423622" y="2477097"/>
                  </a:cubicBezTo>
                  <a:cubicBezTo>
                    <a:pt x="1470775" y="2478930"/>
                    <a:pt x="1517864" y="2483418"/>
                    <a:pt x="1565017" y="2486009"/>
                  </a:cubicBezTo>
                  <a:cubicBezTo>
                    <a:pt x="1573535" y="2485742"/>
                    <a:pt x="1582005" y="2484620"/>
                    <a:pt x="1590300" y="2482659"/>
                  </a:cubicBezTo>
                  <a:cubicBezTo>
                    <a:pt x="1610463" y="2479752"/>
                    <a:pt x="1630500" y="2475580"/>
                    <a:pt x="1650726" y="2474126"/>
                  </a:cubicBezTo>
                  <a:cubicBezTo>
                    <a:pt x="1667145" y="2473411"/>
                    <a:pt x="1683596" y="2474087"/>
                    <a:pt x="1699901" y="2476149"/>
                  </a:cubicBezTo>
                  <a:cubicBezTo>
                    <a:pt x="1708750" y="2476551"/>
                    <a:pt x="1717394" y="2478949"/>
                    <a:pt x="1725184" y="2483165"/>
                  </a:cubicBezTo>
                  <a:cubicBezTo>
                    <a:pt x="1758558" y="2504213"/>
                    <a:pt x="1764626" y="2503644"/>
                    <a:pt x="1788392" y="2473052"/>
                  </a:cubicBezTo>
                  <a:cubicBezTo>
                    <a:pt x="1814424" y="2441762"/>
                    <a:pt x="1860893" y="2437499"/>
                    <a:pt x="1892183" y="2463531"/>
                  </a:cubicBezTo>
                  <a:cubicBezTo>
                    <a:pt x="1892500" y="2463794"/>
                    <a:pt x="1892814" y="2464061"/>
                    <a:pt x="1893126" y="2464329"/>
                  </a:cubicBezTo>
                  <a:cubicBezTo>
                    <a:pt x="1915628" y="2484429"/>
                    <a:pt x="1921759" y="2483860"/>
                    <a:pt x="1939141" y="2458008"/>
                  </a:cubicBezTo>
                  <a:cubicBezTo>
                    <a:pt x="1947042" y="2446315"/>
                    <a:pt x="1950708" y="2429818"/>
                    <a:pt x="1961201" y="2422359"/>
                  </a:cubicBezTo>
                  <a:cubicBezTo>
                    <a:pt x="1975928" y="2411867"/>
                    <a:pt x="1980732" y="2398720"/>
                    <a:pt x="1983829" y="2383361"/>
                  </a:cubicBezTo>
                  <a:cubicBezTo>
                    <a:pt x="2001401" y="2296640"/>
                    <a:pt x="2063154" y="2247591"/>
                    <a:pt x="2134579" y="2207138"/>
                  </a:cubicBezTo>
                  <a:cubicBezTo>
                    <a:pt x="2147978" y="2199553"/>
                    <a:pt x="2162706" y="2191716"/>
                    <a:pt x="2178824" y="2203662"/>
                  </a:cubicBezTo>
                  <a:cubicBezTo>
                    <a:pt x="2180973" y="2205242"/>
                    <a:pt x="2186156" y="2202840"/>
                    <a:pt x="2189885" y="2202082"/>
                  </a:cubicBezTo>
                  <a:cubicBezTo>
                    <a:pt x="2199240" y="2200312"/>
                    <a:pt x="2208847" y="2196393"/>
                    <a:pt x="2217823" y="2196962"/>
                  </a:cubicBezTo>
                  <a:cubicBezTo>
                    <a:pt x="2241841" y="2198353"/>
                    <a:pt x="2265291" y="2198479"/>
                    <a:pt x="2289500" y="2187544"/>
                  </a:cubicBezTo>
                  <a:cubicBezTo>
                    <a:pt x="2283874" y="2183562"/>
                    <a:pt x="2280335" y="2181223"/>
                    <a:pt x="2276858" y="2178569"/>
                  </a:cubicBezTo>
                  <a:cubicBezTo>
                    <a:pt x="2256632" y="2162324"/>
                    <a:pt x="2257517" y="2154360"/>
                    <a:pt x="2269147" y="2130910"/>
                  </a:cubicBezTo>
                  <a:cubicBezTo>
                    <a:pt x="2287040" y="2095633"/>
                    <a:pt x="2302417" y="2059134"/>
                    <a:pt x="2315162" y="2021688"/>
                  </a:cubicBezTo>
                  <a:cubicBezTo>
                    <a:pt x="2320029" y="2006834"/>
                    <a:pt x="2325212" y="1996405"/>
                    <a:pt x="2337853" y="1988188"/>
                  </a:cubicBezTo>
                  <a:cubicBezTo>
                    <a:pt x="2342657" y="1985154"/>
                    <a:pt x="2349736" y="1979718"/>
                    <a:pt x="2349547" y="1975547"/>
                  </a:cubicBezTo>
                  <a:cubicBezTo>
                    <a:pt x="2348536" y="1953803"/>
                    <a:pt x="2349547" y="1934209"/>
                    <a:pt x="2375399" y="1927130"/>
                  </a:cubicBezTo>
                  <a:cubicBezTo>
                    <a:pt x="2376347" y="1927130"/>
                    <a:pt x="2376916" y="1924854"/>
                    <a:pt x="2377484" y="1923590"/>
                  </a:cubicBezTo>
                  <a:cubicBezTo>
                    <a:pt x="2388230" y="1896790"/>
                    <a:pt x="2411869" y="1886867"/>
                    <a:pt x="2436520" y="1878081"/>
                  </a:cubicBezTo>
                  <a:cubicBezTo>
                    <a:pt x="2452701" y="1872329"/>
                    <a:pt x="2472422" y="1871128"/>
                    <a:pt x="2475835" y="1848184"/>
                  </a:cubicBezTo>
                  <a:cubicBezTo>
                    <a:pt x="2475835" y="1845971"/>
                    <a:pt x="2479501" y="1843885"/>
                    <a:pt x="2482156" y="1842495"/>
                  </a:cubicBezTo>
                  <a:cubicBezTo>
                    <a:pt x="2503583" y="1829853"/>
                    <a:pt x="2525074" y="1817591"/>
                    <a:pt x="2551684" y="1802106"/>
                  </a:cubicBezTo>
                  <a:cubicBezTo>
                    <a:pt x="2535692" y="1789464"/>
                    <a:pt x="2525706" y="1778213"/>
                    <a:pt x="2513254" y="1772082"/>
                  </a:cubicBezTo>
                  <a:cubicBezTo>
                    <a:pt x="2434940" y="1733778"/>
                    <a:pt x="2398596" y="1667916"/>
                    <a:pt x="2409278" y="1581259"/>
                  </a:cubicBezTo>
                  <a:cubicBezTo>
                    <a:pt x="2419581" y="1497509"/>
                    <a:pt x="2454850" y="1423241"/>
                    <a:pt x="2500043" y="1354028"/>
                  </a:cubicBezTo>
                  <a:cubicBezTo>
                    <a:pt x="2527084" y="1312743"/>
                    <a:pt x="2556504" y="1273066"/>
                    <a:pt x="2588155" y="1235199"/>
                  </a:cubicBezTo>
                  <a:cubicBezTo>
                    <a:pt x="2619189" y="1197969"/>
                    <a:pt x="2650477" y="1160045"/>
                    <a:pt x="2694722" y="1136595"/>
                  </a:cubicBezTo>
                  <a:cubicBezTo>
                    <a:pt x="2703066" y="1132171"/>
                    <a:pt x="2710967" y="1126861"/>
                    <a:pt x="2722344" y="1120035"/>
                  </a:cubicBezTo>
                  <a:lnTo>
                    <a:pt x="2687390" y="1098291"/>
                  </a:lnTo>
                  <a:cubicBezTo>
                    <a:pt x="2685936" y="1063401"/>
                    <a:pt x="2703382" y="1035969"/>
                    <a:pt x="2732015" y="1018776"/>
                  </a:cubicBezTo>
                  <a:cubicBezTo>
                    <a:pt x="2765280" y="998013"/>
                    <a:pt x="2800772" y="981051"/>
                    <a:pt x="2837824" y="968211"/>
                  </a:cubicBezTo>
                  <a:cubicBezTo>
                    <a:pt x="2898945" y="948490"/>
                    <a:pt x="2962026" y="934837"/>
                    <a:pt x="3024222" y="918214"/>
                  </a:cubicBezTo>
                  <a:cubicBezTo>
                    <a:pt x="3031912" y="916793"/>
                    <a:pt x="3038988" y="913067"/>
                    <a:pt x="3044512" y="907531"/>
                  </a:cubicBezTo>
                  <a:cubicBezTo>
                    <a:pt x="3071754" y="871882"/>
                    <a:pt x="3108414" y="848496"/>
                    <a:pt x="3146529" y="826942"/>
                  </a:cubicBezTo>
                  <a:cubicBezTo>
                    <a:pt x="3186412" y="804440"/>
                    <a:pt x="3228066" y="784783"/>
                    <a:pt x="3266180" y="759689"/>
                  </a:cubicBezTo>
                  <a:cubicBezTo>
                    <a:pt x="3291033" y="743127"/>
                    <a:pt x="3312969" y="722558"/>
                    <a:pt x="3331094" y="698821"/>
                  </a:cubicBezTo>
                  <a:cubicBezTo>
                    <a:pt x="3349424" y="674865"/>
                    <a:pt x="3356377" y="645727"/>
                    <a:pt x="3333433" y="617852"/>
                  </a:cubicBezTo>
                  <a:cubicBezTo>
                    <a:pt x="3328802" y="611469"/>
                    <a:pt x="3325177" y="604413"/>
                    <a:pt x="3322688" y="596930"/>
                  </a:cubicBezTo>
                  <a:cubicBezTo>
                    <a:pt x="3315166" y="577968"/>
                    <a:pt x="3318958" y="572280"/>
                    <a:pt x="3339374" y="567033"/>
                  </a:cubicBezTo>
                  <a:cubicBezTo>
                    <a:pt x="3350575" y="563484"/>
                    <a:pt x="3361550" y="559263"/>
                    <a:pt x="3372242" y="554392"/>
                  </a:cubicBezTo>
                  <a:cubicBezTo>
                    <a:pt x="3355302" y="539917"/>
                    <a:pt x="3332421" y="538716"/>
                    <a:pt x="3334950" y="512738"/>
                  </a:cubicBezTo>
                  <a:cubicBezTo>
                    <a:pt x="3334950" y="511790"/>
                    <a:pt x="3331853" y="510210"/>
                    <a:pt x="3329956" y="509388"/>
                  </a:cubicBezTo>
                  <a:cubicBezTo>
                    <a:pt x="3310109" y="500223"/>
                    <a:pt x="3289946" y="493586"/>
                    <a:pt x="3267887" y="501361"/>
                  </a:cubicBezTo>
                  <a:cubicBezTo>
                    <a:pt x="3256493" y="505595"/>
                    <a:pt x="3244889" y="509245"/>
                    <a:pt x="3233123" y="512296"/>
                  </a:cubicBezTo>
                  <a:cubicBezTo>
                    <a:pt x="3220481" y="515330"/>
                    <a:pt x="3207397" y="516467"/>
                    <a:pt x="3205627" y="533913"/>
                  </a:cubicBezTo>
                  <a:cubicBezTo>
                    <a:pt x="3205627" y="536757"/>
                    <a:pt x="3198675" y="540613"/>
                    <a:pt x="3194503" y="541245"/>
                  </a:cubicBezTo>
                  <a:cubicBezTo>
                    <a:pt x="3170105" y="545127"/>
                    <a:pt x="3145176" y="538946"/>
                    <a:pt x="3125417" y="524115"/>
                  </a:cubicBezTo>
                  <a:cubicBezTo>
                    <a:pt x="3095457" y="502815"/>
                    <a:pt x="3077696" y="505975"/>
                    <a:pt x="3050517" y="529867"/>
                  </a:cubicBezTo>
                  <a:cubicBezTo>
                    <a:pt x="3035094" y="543457"/>
                    <a:pt x="3019735" y="542509"/>
                    <a:pt x="3012592" y="523989"/>
                  </a:cubicBezTo>
                  <a:cubicBezTo>
                    <a:pt x="3000709" y="492891"/>
                    <a:pt x="2971254" y="495356"/>
                    <a:pt x="2947741" y="486065"/>
                  </a:cubicBezTo>
                  <a:cubicBezTo>
                    <a:pt x="2945150" y="485053"/>
                    <a:pt x="2940978" y="487013"/>
                    <a:pt x="2937944" y="488340"/>
                  </a:cubicBezTo>
                  <a:cubicBezTo>
                    <a:pt x="2924544" y="494345"/>
                    <a:pt x="2911587" y="500982"/>
                    <a:pt x="2897997" y="506670"/>
                  </a:cubicBezTo>
                  <a:cubicBezTo>
                    <a:pt x="2880931" y="513497"/>
                    <a:pt x="2871829" y="502941"/>
                    <a:pt x="2867658" y="488783"/>
                  </a:cubicBezTo>
                  <a:cubicBezTo>
                    <a:pt x="2865184" y="478803"/>
                    <a:pt x="2864605" y="468447"/>
                    <a:pt x="2865951" y="458253"/>
                  </a:cubicBezTo>
                  <a:cubicBezTo>
                    <a:pt x="2869491" y="424121"/>
                    <a:pt x="2850023" y="404527"/>
                    <a:pt x="2815385" y="405286"/>
                  </a:cubicBezTo>
                  <a:cubicBezTo>
                    <a:pt x="2805778" y="405286"/>
                    <a:pt x="2795854" y="398143"/>
                    <a:pt x="2786436" y="393466"/>
                  </a:cubicBezTo>
                  <a:cubicBezTo>
                    <a:pt x="2782896" y="391633"/>
                    <a:pt x="2781064" y="385818"/>
                    <a:pt x="2777524" y="384806"/>
                  </a:cubicBezTo>
                  <a:cubicBezTo>
                    <a:pt x="2744087" y="375073"/>
                    <a:pt x="2710461" y="365844"/>
                    <a:pt x="2672094" y="35541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14" name="Google Shape;714;p22"/>
            <p:cNvSpPr/>
            <p:nvPr/>
          </p:nvSpPr>
          <p:spPr>
            <a:xfrm>
              <a:off x="4818855" y="4344975"/>
              <a:ext cx="309069" cy="248740"/>
            </a:xfrm>
            <a:custGeom>
              <a:rect b="b" l="l" r="r" t="t"/>
              <a:pathLst>
                <a:path extrusionOk="0" h="248120" w="307531">
                  <a:moveTo>
                    <a:pt x="215580" y="61147"/>
                  </a:moveTo>
                  <a:cubicBezTo>
                    <a:pt x="226136" y="78719"/>
                    <a:pt x="242886" y="79477"/>
                    <a:pt x="258751" y="69996"/>
                  </a:cubicBezTo>
                  <a:cubicBezTo>
                    <a:pt x="276702" y="59188"/>
                    <a:pt x="289280" y="68290"/>
                    <a:pt x="300910" y="78150"/>
                  </a:cubicBezTo>
                  <a:cubicBezTo>
                    <a:pt x="313552" y="89022"/>
                    <a:pt x="305335" y="101537"/>
                    <a:pt x="298951" y="112851"/>
                  </a:cubicBezTo>
                  <a:cubicBezTo>
                    <a:pt x="281506" y="143696"/>
                    <a:pt x="265894" y="176058"/>
                    <a:pt x="245857" y="204881"/>
                  </a:cubicBezTo>
                  <a:cubicBezTo>
                    <a:pt x="234100" y="221884"/>
                    <a:pt x="215896" y="234778"/>
                    <a:pt x="199020" y="247419"/>
                  </a:cubicBezTo>
                  <a:cubicBezTo>
                    <a:pt x="195670" y="249948"/>
                    <a:pt x="182207" y="245207"/>
                    <a:pt x="178731" y="240151"/>
                  </a:cubicBezTo>
                  <a:cubicBezTo>
                    <a:pt x="169502" y="226687"/>
                    <a:pt x="160211" y="218786"/>
                    <a:pt x="142260" y="221188"/>
                  </a:cubicBezTo>
                  <a:cubicBezTo>
                    <a:pt x="118810" y="224096"/>
                    <a:pt x="108002" y="210253"/>
                    <a:pt x="103261" y="188068"/>
                  </a:cubicBezTo>
                  <a:cubicBezTo>
                    <a:pt x="100606" y="175742"/>
                    <a:pt x="93211" y="164365"/>
                    <a:pt x="87965" y="152545"/>
                  </a:cubicBezTo>
                  <a:cubicBezTo>
                    <a:pt x="76575" y="159660"/>
                    <a:pt x="65621" y="167448"/>
                    <a:pt x="55160" y="175869"/>
                  </a:cubicBezTo>
                  <a:cubicBezTo>
                    <a:pt x="45932" y="184149"/>
                    <a:pt x="39737" y="187688"/>
                    <a:pt x="31584" y="174984"/>
                  </a:cubicBezTo>
                  <a:cubicBezTo>
                    <a:pt x="27547" y="168860"/>
                    <a:pt x="21966" y="163910"/>
                    <a:pt x="15403" y="160636"/>
                  </a:cubicBezTo>
                  <a:cubicBezTo>
                    <a:pt x="-399" y="153051"/>
                    <a:pt x="-4571" y="141989"/>
                    <a:pt x="5353" y="128021"/>
                  </a:cubicBezTo>
                  <a:cubicBezTo>
                    <a:pt x="13104" y="116915"/>
                    <a:pt x="22381" y="106957"/>
                    <a:pt x="32911" y="98440"/>
                  </a:cubicBezTo>
                  <a:cubicBezTo>
                    <a:pt x="84267" y="58405"/>
                    <a:pt x="141517" y="26571"/>
                    <a:pt x="202623" y="4071"/>
                  </a:cubicBezTo>
                  <a:cubicBezTo>
                    <a:pt x="214506" y="-353"/>
                    <a:pt x="227084" y="-4399"/>
                    <a:pt x="237450" y="10392"/>
                  </a:cubicBezTo>
                  <a:lnTo>
                    <a:pt x="220258" y="23602"/>
                  </a:lnTo>
                  <a:lnTo>
                    <a:pt x="235364" y="32830"/>
                  </a:lnTo>
                  <a:lnTo>
                    <a:pt x="215580" y="61147"/>
                  </a:lnTo>
                  <a:close/>
                  <a:moveTo>
                    <a:pt x="191246" y="243185"/>
                  </a:moveTo>
                  <a:cubicBezTo>
                    <a:pt x="208059" y="228078"/>
                    <a:pt x="224240" y="218344"/>
                    <a:pt x="233468" y="204122"/>
                  </a:cubicBezTo>
                  <a:cubicBezTo>
                    <a:pt x="254769" y="171444"/>
                    <a:pt x="272467" y="136427"/>
                    <a:pt x="292188" y="102990"/>
                  </a:cubicBezTo>
                  <a:cubicBezTo>
                    <a:pt x="299393" y="90665"/>
                    <a:pt x="294400" y="83143"/>
                    <a:pt x="283276" y="80362"/>
                  </a:cubicBezTo>
                  <a:cubicBezTo>
                    <a:pt x="275353" y="79065"/>
                    <a:pt x="267225" y="80029"/>
                    <a:pt x="259825" y="83143"/>
                  </a:cubicBezTo>
                  <a:cubicBezTo>
                    <a:pt x="236439" y="91676"/>
                    <a:pt x="211346" y="83839"/>
                    <a:pt x="205404" y="64181"/>
                  </a:cubicBezTo>
                  <a:cubicBezTo>
                    <a:pt x="200979" y="49580"/>
                    <a:pt x="197946" y="34600"/>
                    <a:pt x="194027" y="18545"/>
                  </a:cubicBezTo>
                  <a:cubicBezTo>
                    <a:pt x="136129" y="43828"/>
                    <a:pt x="82782" y="72145"/>
                    <a:pt x="35439" y="110955"/>
                  </a:cubicBezTo>
                  <a:cubicBezTo>
                    <a:pt x="27480" y="116984"/>
                    <a:pt x="20762" y="124496"/>
                    <a:pt x="15655" y="133077"/>
                  </a:cubicBezTo>
                  <a:cubicBezTo>
                    <a:pt x="13696" y="136806"/>
                    <a:pt x="17741" y="146351"/>
                    <a:pt x="21976" y="150270"/>
                  </a:cubicBezTo>
                  <a:cubicBezTo>
                    <a:pt x="29872" y="156471"/>
                    <a:pt x="38337" y="161910"/>
                    <a:pt x="47259" y="166514"/>
                  </a:cubicBezTo>
                  <a:cubicBezTo>
                    <a:pt x="48334" y="164997"/>
                    <a:pt x="50040" y="160193"/>
                    <a:pt x="53580" y="158360"/>
                  </a:cubicBezTo>
                  <a:cubicBezTo>
                    <a:pt x="65716" y="152039"/>
                    <a:pt x="78863" y="142116"/>
                    <a:pt x="90746" y="143190"/>
                  </a:cubicBezTo>
                  <a:cubicBezTo>
                    <a:pt x="98457" y="143823"/>
                    <a:pt x="105410" y="160762"/>
                    <a:pt x="111415" y="171191"/>
                  </a:cubicBezTo>
                  <a:cubicBezTo>
                    <a:pt x="114048" y="177181"/>
                    <a:pt x="115528" y="183615"/>
                    <a:pt x="115776" y="190153"/>
                  </a:cubicBezTo>
                  <a:cubicBezTo>
                    <a:pt x="117862" y="204944"/>
                    <a:pt x="127596" y="212845"/>
                    <a:pt x="141059" y="210759"/>
                  </a:cubicBezTo>
                  <a:cubicBezTo>
                    <a:pt x="165457" y="206903"/>
                    <a:pt x="180627" y="217080"/>
                    <a:pt x="191625" y="243564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5207349" y="4308552"/>
              <a:ext cx="150738" cy="96948"/>
            </a:xfrm>
            <a:custGeom>
              <a:rect b="b" l="l" r="r" t="t"/>
              <a:pathLst>
                <a:path extrusionOk="0" h="96706" w="149988">
                  <a:moveTo>
                    <a:pt x="45862" y="5921"/>
                  </a:moveTo>
                  <a:cubicBezTo>
                    <a:pt x="56291" y="4025"/>
                    <a:pt x="66657" y="2381"/>
                    <a:pt x="77023" y="295"/>
                  </a:cubicBezTo>
                  <a:cubicBezTo>
                    <a:pt x="91182" y="-2675"/>
                    <a:pt x="123544" y="17298"/>
                    <a:pt x="133531" y="35881"/>
                  </a:cubicBezTo>
                  <a:cubicBezTo>
                    <a:pt x="137171" y="45053"/>
                    <a:pt x="141394" y="53984"/>
                    <a:pt x="146172" y="62618"/>
                  </a:cubicBezTo>
                  <a:cubicBezTo>
                    <a:pt x="156096" y="76334"/>
                    <a:pt x="144213" y="84993"/>
                    <a:pt x="138271" y="92199"/>
                  </a:cubicBezTo>
                  <a:cubicBezTo>
                    <a:pt x="134289" y="97003"/>
                    <a:pt x="121015" y="97888"/>
                    <a:pt x="113873" y="95233"/>
                  </a:cubicBezTo>
                  <a:cubicBezTo>
                    <a:pt x="101362" y="89915"/>
                    <a:pt x="89575" y="83034"/>
                    <a:pt x="78793" y="74754"/>
                  </a:cubicBezTo>
                  <a:cubicBezTo>
                    <a:pt x="63181" y="63882"/>
                    <a:pt x="47568" y="55792"/>
                    <a:pt x="27279" y="59458"/>
                  </a:cubicBezTo>
                  <a:cubicBezTo>
                    <a:pt x="-975" y="64641"/>
                    <a:pt x="5788" y="37841"/>
                    <a:pt x="1174" y="25452"/>
                  </a:cubicBezTo>
                  <a:cubicBezTo>
                    <a:pt x="-4451" y="10345"/>
                    <a:pt x="11287" y="6047"/>
                    <a:pt x="23866" y="4467"/>
                  </a:cubicBezTo>
                  <a:cubicBezTo>
                    <a:pt x="31001" y="4024"/>
                    <a:pt x="38158" y="4024"/>
                    <a:pt x="45293" y="4467"/>
                  </a:cubicBezTo>
                  <a:cubicBezTo>
                    <a:pt x="45293" y="4973"/>
                    <a:pt x="45293" y="5479"/>
                    <a:pt x="45609" y="6047"/>
                  </a:cubicBezTo>
                  <a:close/>
                  <a:moveTo>
                    <a:pt x="127336" y="88091"/>
                  </a:moveTo>
                  <a:cubicBezTo>
                    <a:pt x="135680" y="63882"/>
                    <a:pt x="122975" y="33795"/>
                    <a:pt x="104708" y="24883"/>
                  </a:cubicBezTo>
                  <a:cubicBezTo>
                    <a:pt x="80057" y="12811"/>
                    <a:pt x="54458" y="15528"/>
                    <a:pt x="28859" y="15781"/>
                  </a:cubicBezTo>
                  <a:cubicBezTo>
                    <a:pt x="22918" y="16361"/>
                    <a:pt x="17051" y="17547"/>
                    <a:pt x="11351" y="19321"/>
                  </a:cubicBezTo>
                  <a:lnTo>
                    <a:pt x="22539" y="49850"/>
                  </a:lnTo>
                  <a:cubicBezTo>
                    <a:pt x="67289" y="33606"/>
                    <a:pt x="90360" y="80253"/>
                    <a:pt x="127652" y="87774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16" name="Google Shape;716;p22"/>
            <p:cNvSpPr/>
            <p:nvPr/>
          </p:nvSpPr>
          <p:spPr>
            <a:xfrm>
              <a:off x="4510984" y="4642381"/>
              <a:ext cx="114990" cy="104761"/>
            </a:xfrm>
            <a:custGeom>
              <a:rect b="b" l="l" r="r" t="t"/>
              <a:pathLst>
                <a:path extrusionOk="0" h="104500" w="114418">
                  <a:moveTo>
                    <a:pt x="50738" y="104501"/>
                  </a:moveTo>
                  <a:cubicBezTo>
                    <a:pt x="39299" y="102763"/>
                    <a:pt x="28029" y="100056"/>
                    <a:pt x="17048" y="96410"/>
                  </a:cubicBezTo>
                  <a:cubicBezTo>
                    <a:pt x="10095" y="93566"/>
                    <a:pt x="993" y="86550"/>
                    <a:pt x="172" y="80356"/>
                  </a:cubicBezTo>
                  <a:cubicBezTo>
                    <a:pt x="-966" y="71886"/>
                    <a:pt x="3775" y="62026"/>
                    <a:pt x="7757" y="53556"/>
                  </a:cubicBezTo>
                  <a:cubicBezTo>
                    <a:pt x="11107" y="46476"/>
                    <a:pt x="18312" y="41230"/>
                    <a:pt x="21536" y="34088"/>
                  </a:cubicBezTo>
                  <a:cubicBezTo>
                    <a:pt x="33166" y="8236"/>
                    <a:pt x="80319" y="-9399"/>
                    <a:pt x="104653" y="5392"/>
                  </a:cubicBezTo>
                  <a:cubicBezTo>
                    <a:pt x="111433" y="10834"/>
                    <a:pt x="115059" y="19294"/>
                    <a:pt x="114324" y="27957"/>
                  </a:cubicBezTo>
                  <a:cubicBezTo>
                    <a:pt x="110773" y="39362"/>
                    <a:pt x="104629" y="49789"/>
                    <a:pt x="96373" y="58423"/>
                  </a:cubicBezTo>
                  <a:cubicBezTo>
                    <a:pt x="82025" y="74604"/>
                    <a:pt x="65971" y="89268"/>
                    <a:pt x="50738" y="104501"/>
                  </a:cubicBezTo>
                  <a:close/>
                  <a:moveTo>
                    <a:pt x="30385" y="58992"/>
                  </a:moveTo>
                  <a:cubicBezTo>
                    <a:pt x="16732" y="60319"/>
                    <a:pt x="5102" y="63669"/>
                    <a:pt x="11802" y="80735"/>
                  </a:cubicBezTo>
                  <a:lnTo>
                    <a:pt x="46882" y="89647"/>
                  </a:lnTo>
                  <a:cubicBezTo>
                    <a:pt x="58323" y="78839"/>
                    <a:pt x="68373" y="69800"/>
                    <a:pt x="77854" y="60192"/>
                  </a:cubicBezTo>
                  <a:cubicBezTo>
                    <a:pt x="86910" y="52281"/>
                    <a:pt x="94880" y="43206"/>
                    <a:pt x="101556" y="33203"/>
                  </a:cubicBezTo>
                  <a:cubicBezTo>
                    <a:pt x="102618" y="26098"/>
                    <a:pt x="99970" y="18944"/>
                    <a:pt x="94540" y="14241"/>
                  </a:cubicBezTo>
                  <a:cubicBezTo>
                    <a:pt x="65086" y="2990"/>
                    <a:pt x="32344" y="25239"/>
                    <a:pt x="30385" y="59244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17" name="Google Shape;717;p22"/>
            <p:cNvSpPr/>
            <p:nvPr/>
          </p:nvSpPr>
          <p:spPr>
            <a:xfrm>
              <a:off x="4553970" y="4769603"/>
              <a:ext cx="64002" cy="42138"/>
            </a:xfrm>
            <a:custGeom>
              <a:rect b="b" l="l" r="r" t="t"/>
              <a:pathLst>
                <a:path extrusionOk="0" h="42033" w="63684">
                  <a:moveTo>
                    <a:pt x="16152" y="0"/>
                  </a:moveTo>
                  <a:cubicBezTo>
                    <a:pt x="31512" y="7711"/>
                    <a:pt x="44153" y="13337"/>
                    <a:pt x="55910" y="20479"/>
                  </a:cubicBezTo>
                  <a:cubicBezTo>
                    <a:pt x="59702" y="22691"/>
                    <a:pt x="61156" y="28823"/>
                    <a:pt x="63684" y="33121"/>
                  </a:cubicBezTo>
                  <a:cubicBezTo>
                    <a:pt x="57364" y="36281"/>
                    <a:pt x="51043" y="41654"/>
                    <a:pt x="44722" y="42033"/>
                  </a:cubicBezTo>
                  <a:cubicBezTo>
                    <a:pt x="31200" y="42056"/>
                    <a:pt x="17689" y="41233"/>
                    <a:pt x="4270" y="39568"/>
                  </a:cubicBezTo>
                  <a:cubicBezTo>
                    <a:pt x="-3442" y="23071"/>
                    <a:pt x="-1419" y="14980"/>
                    <a:pt x="16216" y="0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2725707" y="5722328"/>
              <a:ext cx="50183" cy="37512"/>
            </a:xfrm>
            <a:custGeom>
              <a:rect b="b" l="l" r="r" t="t"/>
              <a:pathLst>
                <a:path extrusionOk="0" h="37418" w="49933">
                  <a:moveTo>
                    <a:pt x="25283" y="37419"/>
                  </a:moveTo>
                  <a:lnTo>
                    <a:pt x="0" y="7332"/>
                  </a:lnTo>
                  <a:cubicBezTo>
                    <a:pt x="695" y="4867"/>
                    <a:pt x="1327" y="2402"/>
                    <a:pt x="2023" y="0"/>
                  </a:cubicBezTo>
                  <a:lnTo>
                    <a:pt x="49934" y="4741"/>
                  </a:lnTo>
                  <a:lnTo>
                    <a:pt x="25283" y="37419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719" name="Google Shape;719;p22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720" name="Google Shape;720;p22"/>
          <p:cNvSpPr txBox="1"/>
          <p:nvPr>
            <p:ph idx="1" type="body"/>
          </p:nvPr>
        </p:nvSpPr>
        <p:spPr>
          <a:xfrm>
            <a:off x="6323939" y="1564822"/>
            <a:ext cx="5340800" cy="22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21" name="Google Shape;721;p22"/>
          <p:cNvSpPr txBox="1"/>
          <p:nvPr>
            <p:ph idx="2" type="body"/>
          </p:nvPr>
        </p:nvSpPr>
        <p:spPr>
          <a:xfrm>
            <a:off x="5979326" y="1570277"/>
            <a:ext cx="413481" cy="256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22" name="Google Shape;722;p22"/>
          <p:cNvSpPr txBox="1"/>
          <p:nvPr>
            <p:ph idx="3" type="body"/>
          </p:nvPr>
        </p:nvSpPr>
        <p:spPr>
          <a:xfrm>
            <a:off x="5981513" y="1826807"/>
            <a:ext cx="413481" cy="246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23" name="Google Shape;723;p22"/>
          <p:cNvSpPr txBox="1"/>
          <p:nvPr>
            <p:ph idx="4" type="body"/>
          </p:nvPr>
        </p:nvSpPr>
        <p:spPr>
          <a:xfrm>
            <a:off x="6321685" y="1828345"/>
            <a:ext cx="5343053" cy="243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24" name="Google Shape;724;p22"/>
          <p:cNvSpPr txBox="1"/>
          <p:nvPr>
            <p:ph idx="5" type="body"/>
          </p:nvPr>
        </p:nvSpPr>
        <p:spPr>
          <a:xfrm>
            <a:off x="5981513" y="2087259"/>
            <a:ext cx="413481" cy="264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25" name="Google Shape;725;p22"/>
          <p:cNvSpPr txBox="1"/>
          <p:nvPr>
            <p:ph idx="6" type="body"/>
          </p:nvPr>
        </p:nvSpPr>
        <p:spPr>
          <a:xfrm>
            <a:off x="6323939" y="2110159"/>
            <a:ext cx="5340799" cy="37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26" name="Google Shape;726;p22"/>
          <p:cNvSpPr txBox="1"/>
          <p:nvPr>
            <p:ph idx="7" type="body"/>
          </p:nvPr>
        </p:nvSpPr>
        <p:spPr>
          <a:xfrm>
            <a:off x="5981514" y="2500913"/>
            <a:ext cx="413481" cy="23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27" name="Google Shape;727;p22"/>
          <p:cNvSpPr txBox="1"/>
          <p:nvPr>
            <p:ph idx="8" type="body"/>
          </p:nvPr>
        </p:nvSpPr>
        <p:spPr>
          <a:xfrm>
            <a:off x="6323938" y="2523814"/>
            <a:ext cx="5338545" cy="20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28" name="Google Shape;728;p22"/>
          <p:cNvSpPr txBox="1"/>
          <p:nvPr>
            <p:ph idx="9" type="body"/>
          </p:nvPr>
        </p:nvSpPr>
        <p:spPr>
          <a:xfrm>
            <a:off x="5981514" y="2762864"/>
            <a:ext cx="411293" cy="255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29" name="Google Shape;729;p22"/>
          <p:cNvSpPr txBox="1"/>
          <p:nvPr>
            <p:ph idx="13" type="body"/>
          </p:nvPr>
        </p:nvSpPr>
        <p:spPr>
          <a:xfrm>
            <a:off x="6321752" y="2785763"/>
            <a:ext cx="5342986" cy="219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30" name="Google Shape;730;p22"/>
          <p:cNvSpPr txBox="1"/>
          <p:nvPr>
            <p:ph idx="14" type="body"/>
          </p:nvPr>
        </p:nvSpPr>
        <p:spPr>
          <a:xfrm>
            <a:off x="5971920" y="3023795"/>
            <a:ext cx="420821" cy="22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31" name="Google Shape;731;p22"/>
          <p:cNvSpPr txBox="1"/>
          <p:nvPr>
            <p:ph idx="15" type="body"/>
          </p:nvPr>
        </p:nvSpPr>
        <p:spPr>
          <a:xfrm>
            <a:off x="6321685" y="3046696"/>
            <a:ext cx="5340799" cy="1319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32" name="Google Shape;732;p22"/>
          <p:cNvSpPr txBox="1"/>
          <p:nvPr>
            <p:ph idx="16" type="body"/>
          </p:nvPr>
        </p:nvSpPr>
        <p:spPr>
          <a:xfrm>
            <a:off x="5975812" y="4421836"/>
            <a:ext cx="414454" cy="278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33" name="Google Shape;733;p22"/>
          <p:cNvSpPr txBox="1"/>
          <p:nvPr>
            <p:ph idx="17" type="body"/>
          </p:nvPr>
        </p:nvSpPr>
        <p:spPr>
          <a:xfrm>
            <a:off x="6321686" y="4402325"/>
            <a:ext cx="5345312" cy="5270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34" name="Google Shape;734;p22"/>
          <p:cNvSpPr txBox="1"/>
          <p:nvPr>
            <p:ph idx="18" type="body"/>
          </p:nvPr>
        </p:nvSpPr>
        <p:spPr>
          <a:xfrm>
            <a:off x="5981514" y="5009805"/>
            <a:ext cx="414453" cy="260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35" name="Google Shape;735;p22"/>
          <p:cNvSpPr txBox="1"/>
          <p:nvPr>
            <p:ph idx="19" type="body"/>
          </p:nvPr>
        </p:nvSpPr>
        <p:spPr>
          <a:xfrm>
            <a:off x="6321685" y="5004478"/>
            <a:ext cx="5345311" cy="383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36" name="Google Shape;736;p22"/>
          <p:cNvSpPr txBox="1"/>
          <p:nvPr>
            <p:ph idx="20" type="body"/>
          </p:nvPr>
        </p:nvSpPr>
        <p:spPr>
          <a:xfrm>
            <a:off x="5979326" y="5455660"/>
            <a:ext cx="410939" cy="260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37" name="Google Shape;737;p22"/>
          <p:cNvSpPr txBox="1"/>
          <p:nvPr>
            <p:ph idx="21" type="body"/>
          </p:nvPr>
        </p:nvSpPr>
        <p:spPr>
          <a:xfrm>
            <a:off x="6321686" y="5455654"/>
            <a:ext cx="5345310" cy="225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38" name="Google Shape;738;p22"/>
          <p:cNvSpPr txBox="1"/>
          <p:nvPr>
            <p:ph idx="22" type="body"/>
          </p:nvPr>
        </p:nvSpPr>
        <p:spPr>
          <a:xfrm>
            <a:off x="5981514" y="5717604"/>
            <a:ext cx="408751" cy="262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39" name="Google Shape;739;p22"/>
          <p:cNvSpPr txBox="1"/>
          <p:nvPr>
            <p:ph idx="23" type="body"/>
          </p:nvPr>
        </p:nvSpPr>
        <p:spPr>
          <a:xfrm>
            <a:off x="6321686" y="5734092"/>
            <a:ext cx="5345310" cy="25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40" name="Google Shape;740;p22"/>
          <p:cNvSpPr txBox="1"/>
          <p:nvPr>
            <p:ph idx="24" type="body"/>
          </p:nvPr>
        </p:nvSpPr>
        <p:spPr>
          <a:xfrm>
            <a:off x="5981514" y="5966212"/>
            <a:ext cx="408752" cy="280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41" name="Google Shape;741;p22"/>
          <p:cNvSpPr txBox="1"/>
          <p:nvPr>
            <p:ph idx="25" type="body"/>
          </p:nvPr>
        </p:nvSpPr>
        <p:spPr>
          <a:xfrm>
            <a:off x="6321685" y="6002974"/>
            <a:ext cx="5345309" cy="262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42" name="Google Shape;742;p22"/>
          <p:cNvSpPr txBox="1"/>
          <p:nvPr>
            <p:ph idx="26" type="body"/>
          </p:nvPr>
        </p:nvSpPr>
        <p:spPr>
          <a:xfrm>
            <a:off x="604242" y="1587318"/>
            <a:ext cx="5263822" cy="38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43" name="Google Shape;743;p22"/>
          <p:cNvSpPr txBox="1"/>
          <p:nvPr>
            <p:ph idx="27" type="body"/>
          </p:nvPr>
        </p:nvSpPr>
        <p:spPr>
          <a:xfrm>
            <a:off x="606384" y="2061851"/>
            <a:ext cx="5263822" cy="65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44" name="Google Shape;744;p22"/>
          <p:cNvSpPr txBox="1"/>
          <p:nvPr>
            <p:ph idx="28" type="body"/>
          </p:nvPr>
        </p:nvSpPr>
        <p:spPr>
          <a:xfrm>
            <a:off x="611513" y="5980069"/>
            <a:ext cx="3301416" cy="18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45" name="Google Shape;745;p22"/>
          <p:cNvSpPr txBox="1"/>
          <p:nvPr>
            <p:ph idx="29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Europe map with hospitals">
  <p:cSld name="Template Europe map with hospitals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3"/>
          <p:cNvSpPr/>
          <p:nvPr/>
        </p:nvSpPr>
        <p:spPr>
          <a:xfrm>
            <a:off x="1566283" y="2787357"/>
            <a:ext cx="3672193" cy="2981535"/>
          </a:xfrm>
          <a:custGeom>
            <a:rect b="b" l="l" r="r" t="t"/>
            <a:pathLst>
              <a:path extrusionOk="0" h="2974100" w="3681396">
                <a:moveTo>
                  <a:pt x="2600311" y="2138548"/>
                </a:moveTo>
                <a:lnTo>
                  <a:pt x="2614101" y="2130951"/>
                </a:lnTo>
                <a:lnTo>
                  <a:pt x="2614548" y="2137335"/>
                </a:lnTo>
                <a:lnTo>
                  <a:pt x="2623166" y="2143720"/>
                </a:lnTo>
                <a:lnTo>
                  <a:pt x="2627827" y="2122524"/>
                </a:lnTo>
                <a:lnTo>
                  <a:pt x="2627380" y="2115821"/>
                </a:lnTo>
                <a:lnTo>
                  <a:pt x="2640595" y="2100627"/>
                </a:lnTo>
                <a:lnTo>
                  <a:pt x="2654895" y="2099605"/>
                </a:lnTo>
                <a:lnTo>
                  <a:pt x="2655406" y="2106756"/>
                </a:lnTo>
                <a:lnTo>
                  <a:pt x="2668685" y="2105798"/>
                </a:lnTo>
                <a:lnTo>
                  <a:pt x="2682922" y="2104776"/>
                </a:lnTo>
                <a:lnTo>
                  <a:pt x="2696264" y="2096732"/>
                </a:lnTo>
                <a:lnTo>
                  <a:pt x="2695754" y="2089646"/>
                </a:lnTo>
                <a:lnTo>
                  <a:pt x="2688476" y="2083390"/>
                </a:lnTo>
                <a:lnTo>
                  <a:pt x="2688029" y="2077005"/>
                </a:lnTo>
                <a:lnTo>
                  <a:pt x="2694732" y="2076559"/>
                </a:lnTo>
                <a:lnTo>
                  <a:pt x="2694221" y="2068898"/>
                </a:lnTo>
                <a:lnTo>
                  <a:pt x="2687454" y="2069408"/>
                </a:lnTo>
                <a:lnTo>
                  <a:pt x="2672835" y="2070430"/>
                </a:lnTo>
                <a:lnTo>
                  <a:pt x="2659109" y="2079048"/>
                </a:lnTo>
                <a:lnTo>
                  <a:pt x="2653810" y="2086007"/>
                </a:lnTo>
                <a:lnTo>
                  <a:pt x="2647426" y="2093604"/>
                </a:lnTo>
                <a:lnTo>
                  <a:pt x="2619847" y="2095583"/>
                </a:lnTo>
                <a:lnTo>
                  <a:pt x="2619336" y="2088433"/>
                </a:lnTo>
                <a:lnTo>
                  <a:pt x="2610845" y="2082432"/>
                </a:lnTo>
                <a:lnTo>
                  <a:pt x="2596864" y="2089774"/>
                </a:lnTo>
                <a:lnTo>
                  <a:pt x="2590480" y="2083390"/>
                </a:lnTo>
                <a:lnTo>
                  <a:pt x="2589905" y="2075729"/>
                </a:lnTo>
                <a:lnTo>
                  <a:pt x="2582755" y="2076239"/>
                </a:lnTo>
                <a:lnTo>
                  <a:pt x="2576371" y="2076750"/>
                </a:lnTo>
                <a:lnTo>
                  <a:pt x="2575924" y="2070366"/>
                </a:lnTo>
                <a:lnTo>
                  <a:pt x="2575541" y="2063982"/>
                </a:lnTo>
                <a:lnTo>
                  <a:pt x="2567178" y="2057853"/>
                </a:lnTo>
                <a:lnTo>
                  <a:pt x="2558687" y="2051469"/>
                </a:lnTo>
                <a:lnTo>
                  <a:pt x="2553516" y="2066089"/>
                </a:lnTo>
                <a:lnTo>
                  <a:pt x="2547132" y="2072473"/>
                </a:lnTo>
                <a:lnTo>
                  <a:pt x="2546685" y="2066089"/>
                </a:lnTo>
                <a:lnTo>
                  <a:pt x="2539471" y="2059002"/>
                </a:lnTo>
                <a:lnTo>
                  <a:pt x="2531363" y="2059577"/>
                </a:lnTo>
                <a:lnTo>
                  <a:pt x="2530916" y="2053193"/>
                </a:lnTo>
                <a:lnTo>
                  <a:pt x="2524532" y="2053576"/>
                </a:lnTo>
                <a:lnTo>
                  <a:pt x="2525553" y="2067812"/>
                </a:lnTo>
                <a:lnTo>
                  <a:pt x="2526000" y="2074196"/>
                </a:lnTo>
                <a:lnTo>
                  <a:pt x="2519297" y="2080900"/>
                </a:lnTo>
                <a:lnTo>
                  <a:pt x="2506529" y="2089774"/>
                </a:lnTo>
                <a:lnTo>
                  <a:pt x="2507039" y="2096158"/>
                </a:lnTo>
                <a:lnTo>
                  <a:pt x="2492228" y="2097179"/>
                </a:lnTo>
                <a:lnTo>
                  <a:pt x="2485844" y="2104776"/>
                </a:lnTo>
                <a:lnTo>
                  <a:pt x="2486355" y="2111927"/>
                </a:lnTo>
                <a:lnTo>
                  <a:pt x="2473587" y="2119907"/>
                </a:lnTo>
                <a:lnTo>
                  <a:pt x="2474098" y="2127057"/>
                </a:lnTo>
                <a:lnTo>
                  <a:pt x="2486866" y="2119013"/>
                </a:lnTo>
                <a:lnTo>
                  <a:pt x="2494016" y="2118502"/>
                </a:lnTo>
                <a:lnTo>
                  <a:pt x="2501102" y="2117992"/>
                </a:lnTo>
                <a:lnTo>
                  <a:pt x="2509274" y="2124376"/>
                </a:lnTo>
                <a:lnTo>
                  <a:pt x="2523510" y="2130057"/>
                </a:lnTo>
                <a:lnTo>
                  <a:pt x="2529895" y="2122907"/>
                </a:lnTo>
                <a:lnTo>
                  <a:pt x="2530341" y="2129611"/>
                </a:lnTo>
                <a:lnTo>
                  <a:pt x="2537555" y="2142826"/>
                </a:lnTo>
                <a:lnTo>
                  <a:pt x="2531810" y="2150359"/>
                </a:lnTo>
                <a:lnTo>
                  <a:pt x="2539024" y="2163702"/>
                </a:lnTo>
                <a:lnTo>
                  <a:pt x="2533342" y="2171618"/>
                </a:lnTo>
                <a:lnTo>
                  <a:pt x="2533853" y="2178321"/>
                </a:lnTo>
                <a:lnTo>
                  <a:pt x="2554793" y="2176853"/>
                </a:lnTo>
                <a:lnTo>
                  <a:pt x="2561879" y="2183237"/>
                </a:lnTo>
                <a:lnTo>
                  <a:pt x="2582755" y="2174619"/>
                </a:lnTo>
                <a:lnTo>
                  <a:pt x="2587990" y="2153296"/>
                </a:lnTo>
                <a:lnTo>
                  <a:pt x="2594374" y="2145699"/>
                </a:lnTo>
                <a:lnTo>
                  <a:pt x="2600056" y="2138165"/>
                </a:lnTo>
                <a:close/>
                <a:moveTo>
                  <a:pt x="2459861" y="250512"/>
                </a:moveTo>
                <a:lnTo>
                  <a:pt x="2474034" y="256194"/>
                </a:lnTo>
                <a:lnTo>
                  <a:pt x="2474544" y="263727"/>
                </a:lnTo>
                <a:lnTo>
                  <a:pt x="2489866" y="270112"/>
                </a:lnTo>
                <a:lnTo>
                  <a:pt x="2503592" y="275347"/>
                </a:lnTo>
                <a:lnTo>
                  <a:pt x="2510295" y="268962"/>
                </a:lnTo>
                <a:lnTo>
                  <a:pt x="2502634" y="262578"/>
                </a:lnTo>
                <a:lnTo>
                  <a:pt x="2509019" y="247895"/>
                </a:lnTo>
                <a:lnTo>
                  <a:pt x="2508508" y="240809"/>
                </a:lnTo>
                <a:lnTo>
                  <a:pt x="2508061" y="233722"/>
                </a:lnTo>
                <a:lnTo>
                  <a:pt x="2500017" y="221465"/>
                </a:lnTo>
                <a:lnTo>
                  <a:pt x="2486674" y="222422"/>
                </a:lnTo>
                <a:lnTo>
                  <a:pt x="2471416" y="215911"/>
                </a:lnTo>
                <a:lnTo>
                  <a:pt x="2463883" y="216485"/>
                </a:lnTo>
                <a:lnTo>
                  <a:pt x="2464330" y="222869"/>
                </a:lnTo>
                <a:lnTo>
                  <a:pt x="2459095" y="236084"/>
                </a:lnTo>
                <a:lnTo>
                  <a:pt x="2460116" y="250257"/>
                </a:lnTo>
                <a:close/>
                <a:moveTo>
                  <a:pt x="3679928" y="1141925"/>
                </a:moveTo>
                <a:lnTo>
                  <a:pt x="3672778" y="1128646"/>
                </a:lnTo>
                <a:lnTo>
                  <a:pt x="3657519" y="1115878"/>
                </a:lnTo>
                <a:lnTo>
                  <a:pt x="3651135" y="1116389"/>
                </a:lnTo>
                <a:lnTo>
                  <a:pt x="3644751" y="1122773"/>
                </a:lnTo>
                <a:lnTo>
                  <a:pt x="3630515" y="1131455"/>
                </a:lnTo>
                <a:lnTo>
                  <a:pt x="3610086" y="1132860"/>
                </a:lnTo>
                <a:lnTo>
                  <a:pt x="3596743" y="1133817"/>
                </a:lnTo>
                <a:lnTo>
                  <a:pt x="3589656" y="1134328"/>
                </a:lnTo>
                <a:lnTo>
                  <a:pt x="3567759" y="1127944"/>
                </a:lnTo>
                <a:lnTo>
                  <a:pt x="3567312" y="1121560"/>
                </a:lnTo>
                <a:lnTo>
                  <a:pt x="3559140" y="1107451"/>
                </a:lnTo>
                <a:lnTo>
                  <a:pt x="3552756" y="1107898"/>
                </a:lnTo>
                <a:lnTo>
                  <a:pt x="3546053" y="1108409"/>
                </a:lnTo>
                <a:lnTo>
                  <a:pt x="3531880" y="1124050"/>
                </a:lnTo>
                <a:lnTo>
                  <a:pt x="3525496" y="1130434"/>
                </a:lnTo>
                <a:lnTo>
                  <a:pt x="3512728" y="1131392"/>
                </a:lnTo>
                <a:lnTo>
                  <a:pt x="3497917" y="1119070"/>
                </a:lnTo>
                <a:lnTo>
                  <a:pt x="3482659" y="1098258"/>
                </a:lnTo>
                <a:lnTo>
                  <a:pt x="3481701" y="1084532"/>
                </a:lnTo>
                <a:lnTo>
                  <a:pt x="3481318" y="1078850"/>
                </a:lnTo>
                <a:lnTo>
                  <a:pt x="3473146" y="1072466"/>
                </a:lnTo>
                <a:lnTo>
                  <a:pt x="3465486" y="1066082"/>
                </a:lnTo>
                <a:lnTo>
                  <a:pt x="3465039" y="1059698"/>
                </a:lnTo>
                <a:lnTo>
                  <a:pt x="3449717" y="1046036"/>
                </a:lnTo>
                <a:lnTo>
                  <a:pt x="3447802" y="1018584"/>
                </a:lnTo>
                <a:lnTo>
                  <a:pt x="3453420" y="997261"/>
                </a:lnTo>
                <a:lnTo>
                  <a:pt x="3445823" y="990877"/>
                </a:lnTo>
                <a:lnTo>
                  <a:pt x="3431969" y="984493"/>
                </a:lnTo>
                <a:lnTo>
                  <a:pt x="3430501" y="963170"/>
                </a:lnTo>
                <a:lnTo>
                  <a:pt x="3429479" y="949381"/>
                </a:lnTo>
                <a:lnTo>
                  <a:pt x="3423095" y="956595"/>
                </a:lnTo>
                <a:lnTo>
                  <a:pt x="3423606" y="963681"/>
                </a:lnTo>
                <a:lnTo>
                  <a:pt x="3411923" y="993048"/>
                </a:lnTo>
                <a:lnTo>
                  <a:pt x="3398580" y="1014818"/>
                </a:lnTo>
                <a:lnTo>
                  <a:pt x="3378151" y="1023436"/>
                </a:lnTo>
                <a:lnTo>
                  <a:pt x="3357786" y="1031991"/>
                </a:lnTo>
                <a:lnTo>
                  <a:pt x="3344443" y="1039652"/>
                </a:lnTo>
                <a:lnTo>
                  <a:pt x="3320502" y="1013541"/>
                </a:lnTo>
                <a:lnTo>
                  <a:pt x="3319034" y="992729"/>
                </a:lnTo>
                <a:lnTo>
                  <a:pt x="3333271" y="985323"/>
                </a:lnTo>
                <a:lnTo>
                  <a:pt x="3352870" y="977343"/>
                </a:lnTo>
                <a:lnTo>
                  <a:pt x="3360403" y="983727"/>
                </a:lnTo>
                <a:lnTo>
                  <a:pt x="3368447" y="990111"/>
                </a:lnTo>
                <a:lnTo>
                  <a:pt x="3374193" y="982961"/>
                </a:lnTo>
                <a:lnTo>
                  <a:pt x="3373107" y="968341"/>
                </a:lnTo>
                <a:lnTo>
                  <a:pt x="3372597" y="961255"/>
                </a:lnTo>
                <a:lnTo>
                  <a:pt x="3379300" y="946955"/>
                </a:lnTo>
                <a:lnTo>
                  <a:pt x="3384982" y="933740"/>
                </a:lnTo>
                <a:lnTo>
                  <a:pt x="3377385" y="919950"/>
                </a:lnTo>
                <a:lnTo>
                  <a:pt x="3363084" y="914843"/>
                </a:lnTo>
                <a:lnTo>
                  <a:pt x="3362574" y="907246"/>
                </a:lnTo>
                <a:lnTo>
                  <a:pt x="3355040" y="907756"/>
                </a:lnTo>
                <a:lnTo>
                  <a:pt x="3348656" y="915864"/>
                </a:lnTo>
                <a:lnTo>
                  <a:pt x="3334803" y="916822"/>
                </a:lnTo>
                <a:lnTo>
                  <a:pt x="3328419" y="917269"/>
                </a:lnTo>
                <a:lnTo>
                  <a:pt x="3321332" y="923653"/>
                </a:lnTo>
                <a:lnTo>
                  <a:pt x="3294200" y="939932"/>
                </a:lnTo>
                <a:lnTo>
                  <a:pt x="3280474" y="940890"/>
                </a:lnTo>
                <a:lnTo>
                  <a:pt x="3271920" y="921035"/>
                </a:lnTo>
                <a:lnTo>
                  <a:pt x="3256661" y="899074"/>
                </a:lnTo>
                <a:lnTo>
                  <a:pt x="3249064" y="892690"/>
                </a:lnTo>
                <a:lnTo>
                  <a:pt x="3255448" y="885476"/>
                </a:lnTo>
                <a:lnTo>
                  <a:pt x="3263109" y="884965"/>
                </a:lnTo>
                <a:lnTo>
                  <a:pt x="3261577" y="864153"/>
                </a:lnTo>
                <a:lnTo>
                  <a:pt x="3252448" y="843404"/>
                </a:lnTo>
                <a:lnTo>
                  <a:pt x="3236168" y="823614"/>
                </a:lnTo>
                <a:lnTo>
                  <a:pt x="3242552" y="808866"/>
                </a:lnTo>
                <a:lnTo>
                  <a:pt x="3248936" y="801780"/>
                </a:lnTo>
                <a:lnTo>
                  <a:pt x="3256534" y="801206"/>
                </a:lnTo>
                <a:lnTo>
                  <a:pt x="3256661" y="793800"/>
                </a:lnTo>
                <a:lnTo>
                  <a:pt x="3248170" y="781989"/>
                </a:lnTo>
                <a:lnTo>
                  <a:pt x="3247660" y="774967"/>
                </a:lnTo>
                <a:lnTo>
                  <a:pt x="3246191" y="754155"/>
                </a:lnTo>
                <a:lnTo>
                  <a:pt x="3245617" y="746558"/>
                </a:lnTo>
                <a:lnTo>
                  <a:pt x="3230870" y="747579"/>
                </a:lnTo>
                <a:lnTo>
                  <a:pt x="3229912" y="734300"/>
                </a:lnTo>
                <a:lnTo>
                  <a:pt x="3222826" y="720574"/>
                </a:lnTo>
                <a:lnTo>
                  <a:pt x="3215101" y="714190"/>
                </a:lnTo>
                <a:lnTo>
                  <a:pt x="3207440" y="700464"/>
                </a:lnTo>
                <a:lnTo>
                  <a:pt x="3199843" y="701039"/>
                </a:lnTo>
                <a:lnTo>
                  <a:pt x="3199332" y="694655"/>
                </a:lnTo>
                <a:lnTo>
                  <a:pt x="3192309" y="688271"/>
                </a:lnTo>
                <a:lnTo>
                  <a:pt x="3185606" y="695293"/>
                </a:lnTo>
                <a:lnTo>
                  <a:pt x="3177435" y="674992"/>
                </a:lnTo>
                <a:lnTo>
                  <a:pt x="3161155" y="647604"/>
                </a:lnTo>
                <a:lnTo>
                  <a:pt x="3152856" y="621429"/>
                </a:lnTo>
                <a:lnTo>
                  <a:pt x="3144748" y="607767"/>
                </a:lnTo>
                <a:lnTo>
                  <a:pt x="3122340" y="594999"/>
                </a:lnTo>
                <a:lnTo>
                  <a:pt x="3120871" y="574123"/>
                </a:lnTo>
                <a:lnTo>
                  <a:pt x="3113274" y="567739"/>
                </a:lnTo>
                <a:lnTo>
                  <a:pt x="3098910" y="554077"/>
                </a:lnTo>
                <a:lnTo>
                  <a:pt x="3098016" y="541308"/>
                </a:lnTo>
                <a:lnTo>
                  <a:pt x="3089781" y="526689"/>
                </a:lnTo>
                <a:lnTo>
                  <a:pt x="3082631" y="520305"/>
                </a:lnTo>
                <a:lnTo>
                  <a:pt x="3074587" y="513921"/>
                </a:lnTo>
                <a:lnTo>
                  <a:pt x="3065521" y="487427"/>
                </a:lnTo>
                <a:lnTo>
                  <a:pt x="3059137" y="481043"/>
                </a:lnTo>
                <a:lnTo>
                  <a:pt x="3044390" y="474658"/>
                </a:lnTo>
                <a:lnTo>
                  <a:pt x="3043879" y="467572"/>
                </a:lnTo>
                <a:lnTo>
                  <a:pt x="3030089" y="461188"/>
                </a:lnTo>
                <a:lnTo>
                  <a:pt x="3022428" y="454804"/>
                </a:lnTo>
                <a:lnTo>
                  <a:pt x="3012724" y="420266"/>
                </a:lnTo>
                <a:lnTo>
                  <a:pt x="3005191" y="420777"/>
                </a:lnTo>
                <a:lnTo>
                  <a:pt x="3004170" y="406987"/>
                </a:lnTo>
                <a:lnTo>
                  <a:pt x="2996062" y="393836"/>
                </a:lnTo>
                <a:lnTo>
                  <a:pt x="2996573" y="400220"/>
                </a:lnTo>
                <a:lnTo>
                  <a:pt x="2988529" y="387962"/>
                </a:lnTo>
                <a:lnTo>
                  <a:pt x="2987508" y="373215"/>
                </a:lnTo>
                <a:lnTo>
                  <a:pt x="2980485" y="367533"/>
                </a:lnTo>
                <a:lnTo>
                  <a:pt x="2972760" y="353297"/>
                </a:lnTo>
                <a:lnTo>
                  <a:pt x="2964397" y="341933"/>
                </a:lnTo>
                <a:lnTo>
                  <a:pt x="2950160" y="342890"/>
                </a:lnTo>
                <a:lnTo>
                  <a:pt x="2949649" y="335421"/>
                </a:lnTo>
                <a:lnTo>
                  <a:pt x="2949139" y="329037"/>
                </a:lnTo>
                <a:lnTo>
                  <a:pt x="2963375" y="328015"/>
                </a:lnTo>
                <a:lnTo>
                  <a:pt x="2970398" y="319971"/>
                </a:lnTo>
                <a:lnTo>
                  <a:pt x="2968419" y="292009"/>
                </a:lnTo>
                <a:lnTo>
                  <a:pt x="2966951" y="271644"/>
                </a:lnTo>
                <a:lnTo>
                  <a:pt x="2965993" y="257535"/>
                </a:lnTo>
                <a:lnTo>
                  <a:pt x="2972377" y="257088"/>
                </a:lnTo>
                <a:lnTo>
                  <a:pt x="2977484" y="235701"/>
                </a:lnTo>
                <a:lnTo>
                  <a:pt x="2975761" y="207037"/>
                </a:lnTo>
                <a:lnTo>
                  <a:pt x="2960056" y="173967"/>
                </a:lnTo>
                <a:lnTo>
                  <a:pt x="2965801" y="159730"/>
                </a:lnTo>
                <a:lnTo>
                  <a:pt x="2978059" y="144600"/>
                </a:lnTo>
                <a:lnTo>
                  <a:pt x="2984443" y="129917"/>
                </a:lnTo>
                <a:lnTo>
                  <a:pt x="2975761" y="110062"/>
                </a:lnTo>
                <a:lnTo>
                  <a:pt x="2974292" y="89250"/>
                </a:lnTo>
                <a:lnTo>
                  <a:pt x="2966631" y="75971"/>
                </a:lnTo>
                <a:lnTo>
                  <a:pt x="2952714" y="68885"/>
                </a:lnTo>
                <a:lnTo>
                  <a:pt x="2958460" y="54648"/>
                </a:lnTo>
                <a:lnTo>
                  <a:pt x="2952075" y="55095"/>
                </a:lnTo>
                <a:lnTo>
                  <a:pt x="2943840" y="49030"/>
                </a:lnTo>
                <a:lnTo>
                  <a:pt x="2936179" y="49605"/>
                </a:lnTo>
                <a:lnTo>
                  <a:pt x="2930561" y="63713"/>
                </a:lnTo>
                <a:lnTo>
                  <a:pt x="2924177" y="64160"/>
                </a:lnTo>
                <a:lnTo>
                  <a:pt x="2916452" y="50945"/>
                </a:lnTo>
                <a:lnTo>
                  <a:pt x="2907834" y="43923"/>
                </a:lnTo>
                <a:lnTo>
                  <a:pt x="2901450" y="44370"/>
                </a:lnTo>
                <a:lnTo>
                  <a:pt x="2893916" y="39198"/>
                </a:lnTo>
                <a:lnTo>
                  <a:pt x="2893023" y="25919"/>
                </a:lnTo>
                <a:lnTo>
                  <a:pt x="2886383" y="26430"/>
                </a:lnTo>
                <a:lnTo>
                  <a:pt x="2871700" y="27452"/>
                </a:lnTo>
                <a:lnTo>
                  <a:pt x="2866018" y="34474"/>
                </a:lnTo>
                <a:lnTo>
                  <a:pt x="2858357" y="35049"/>
                </a:lnTo>
                <a:lnTo>
                  <a:pt x="2851973" y="35496"/>
                </a:lnTo>
                <a:lnTo>
                  <a:pt x="2844184" y="21323"/>
                </a:lnTo>
                <a:lnTo>
                  <a:pt x="2835693" y="15705"/>
                </a:lnTo>
                <a:lnTo>
                  <a:pt x="2843226" y="8044"/>
                </a:lnTo>
                <a:lnTo>
                  <a:pt x="2842716" y="0"/>
                </a:lnTo>
                <a:lnTo>
                  <a:pt x="2834608" y="575"/>
                </a:lnTo>
                <a:lnTo>
                  <a:pt x="2806518" y="2554"/>
                </a:lnTo>
                <a:lnTo>
                  <a:pt x="2780471" y="19599"/>
                </a:lnTo>
                <a:lnTo>
                  <a:pt x="2766617" y="26749"/>
                </a:lnTo>
                <a:lnTo>
                  <a:pt x="2746188" y="28218"/>
                </a:lnTo>
                <a:lnTo>
                  <a:pt x="2731505" y="29239"/>
                </a:lnTo>
                <a:lnTo>
                  <a:pt x="2739549" y="36772"/>
                </a:lnTo>
                <a:lnTo>
                  <a:pt x="2740889" y="55925"/>
                </a:lnTo>
                <a:lnTo>
                  <a:pt x="2734505" y="64033"/>
                </a:lnTo>
                <a:lnTo>
                  <a:pt x="2742102" y="70417"/>
                </a:lnTo>
                <a:lnTo>
                  <a:pt x="2750146" y="76801"/>
                </a:lnTo>
                <a:lnTo>
                  <a:pt x="2757360" y="91101"/>
                </a:lnTo>
                <a:lnTo>
                  <a:pt x="2771597" y="90080"/>
                </a:lnTo>
                <a:lnTo>
                  <a:pt x="2778811" y="96464"/>
                </a:lnTo>
                <a:lnTo>
                  <a:pt x="2765085" y="110700"/>
                </a:lnTo>
                <a:lnTo>
                  <a:pt x="2759850" y="132087"/>
                </a:lnTo>
                <a:lnTo>
                  <a:pt x="2766553" y="131640"/>
                </a:lnTo>
                <a:lnTo>
                  <a:pt x="2774661" y="138599"/>
                </a:lnTo>
                <a:lnTo>
                  <a:pt x="2761318" y="152836"/>
                </a:lnTo>
                <a:lnTo>
                  <a:pt x="2747593" y="153793"/>
                </a:lnTo>
                <a:lnTo>
                  <a:pt x="2732398" y="141600"/>
                </a:lnTo>
                <a:lnTo>
                  <a:pt x="2738783" y="133556"/>
                </a:lnTo>
                <a:lnTo>
                  <a:pt x="2730675" y="119830"/>
                </a:lnTo>
                <a:lnTo>
                  <a:pt x="2723461" y="113446"/>
                </a:lnTo>
                <a:lnTo>
                  <a:pt x="2717077" y="120596"/>
                </a:lnTo>
                <a:lnTo>
                  <a:pt x="2710693" y="135279"/>
                </a:lnTo>
                <a:lnTo>
                  <a:pt x="2711267" y="142812"/>
                </a:lnTo>
                <a:lnTo>
                  <a:pt x="2712161" y="156091"/>
                </a:lnTo>
                <a:lnTo>
                  <a:pt x="2712672" y="163178"/>
                </a:lnTo>
                <a:lnTo>
                  <a:pt x="2706990" y="177861"/>
                </a:lnTo>
                <a:lnTo>
                  <a:pt x="2686114" y="179330"/>
                </a:lnTo>
                <a:lnTo>
                  <a:pt x="2671366" y="180351"/>
                </a:lnTo>
                <a:lnTo>
                  <a:pt x="2672516" y="187310"/>
                </a:lnTo>
                <a:lnTo>
                  <a:pt x="2667280" y="214314"/>
                </a:lnTo>
                <a:lnTo>
                  <a:pt x="2667791" y="221465"/>
                </a:lnTo>
                <a:lnTo>
                  <a:pt x="2655981" y="236531"/>
                </a:lnTo>
                <a:lnTo>
                  <a:pt x="2656428" y="243235"/>
                </a:lnTo>
                <a:lnTo>
                  <a:pt x="2657002" y="250704"/>
                </a:lnTo>
                <a:lnTo>
                  <a:pt x="2648256" y="243809"/>
                </a:lnTo>
                <a:lnTo>
                  <a:pt x="2641872" y="237425"/>
                </a:lnTo>
                <a:lnTo>
                  <a:pt x="2629678" y="259705"/>
                </a:lnTo>
                <a:lnTo>
                  <a:pt x="2628593" y="245086"/>
                </a:lnTo>
                <a:lnTo>
                  <a:pt x="2627635" y="231296"/>
                </a:lnTo>
                <a:lnTo>
                  <a:pt x="2633317" y="223763"/>
                </a:lnTo>
                <a:lnTo>
                  <a:pt x="2626614" y="217379"/>
                </a:lnTo>
                <a:lnTo>
                  <a:pt x="2625784" y="205058"/>
                </a:lnTo>
                <a:lnTo>
                  <a:pt x="2618634" y="205568"/>
                </a:lnTo>
                <a:lnTo>
                  <a:pt x="2610973" y="206143"/>
                </a:lnTo>
                <a:lnTo>
                  <a:pt x="2604269" y="199056"/>
                </a:lnTo>
                <a:lnTo>
                  <a:pt x="2597885" y="219422"/>
                </a:lnTo>
                <a:lnTo>
                  <a:pt x="2605418" y="218847"/>
                </a:lnTo>
                <a:lnTo>
                  <a:pt x="2606440" y="233084"/>
                </a:lnTo>
                <a:lnTo>
                  <a:pt x="2598907" y="233594"/>
                </a:lnTo>
                <a:lnTo>
                  <a:pt x="2598396" y="226508"/>
                </a:lnTo>
                <a:lnTo>
                  <a:pt x="2591693" y="226955"/>
                </a:lnTo>
                <a:lnTo>
                  <a:pt x="2592140" y="234041"/>
                </a:lnTo>
                <a:lnTo>
                  <a:pt x="2592650" y="241192"/>
                </a:lnTo>
                <a:lnTo>
                  <a:pt x="2608419" y="261493"/>
                </a:lnTo>
                <a:lnTo>
                  <a:pt x="2594183" y="262451"/>
                </a:lnTo>
                <a:lnTo>
                  <a:pt x="2587096" y="256067"/>
                </a:lnTo>
                <a:lnTo>
                  <a:pt x="2586330" y="248342"/>
                </a:lnTo>
                <a:lnTo>
                  <a:pt x="2579244" y="256386"/>
                </a:lnTo>
                <a:lnTo>
                  <a:pt x="2573562" y="270303"/>
                </a:lnTo>
                <a:lnTo>
                  <a:pt x="2567178" y="270814"/>
                </a:lnTo>
                <a:lnTo>
                  <a:pt x="2555367" y="300691"/>
                </a:lnTo>
                <a:lnTo>
                  <a:pt x="2548025" y="307714"/>
                </a:lnTo>
                <a:lnTo>
                  <a:pt x="2541641" y="314992"/>
                </a:lnTo>
                <a:lnTo>
                  <a:pt x="2548855" y="321376"/>
                </a:lnTo>
                <a:lnTo>
                  <a:pt x="2556899" y="327760"/>
                </a:lnTo>
                <a:lnTo>
                  <a:pt x="2543620" y="342954"/>
                </a:lnTo>
                <a:lnTo>
                  <a:pt x="2536534" y="350168"/>
                </a:lnTo>
                <a:lnTo>
                  <a:pt x="2530788" y="350551"/>
                </a:lnTo>
                <a:lnTo>
                  <a:pt x="2545089" y="363830"/>
                </a:lnTo>
                <a:lnTo>
                  <a:pt x="2546046" y="376599"/>
                </a:lnTo>
                <a:lnTo>
                  <a:pt x="2547004" y="390388"/>
                </a:lnTo>
                <a:lnTo>
                  <a:pt x="2547515" y="397921"/>
                </a:lnTo>
                <a:lnTo>
                  <a:pt x="2540428" y="404306"/>
                </a:lnTo>
                <a:lnTo>
                  <a:pt x="2528043" y="412796"/>
                </a:lnTo>
                <a:lnTo>
                  <a:pt x="2507167" y="421415"/>
                </a:lnTo>
                <a:lnTo>
                  <a:pt x="2501485" y="428948"/>
                </a:lnTo>
                <a:lnTo>
                  <a:pt x="2478183" y="416180"/>
                </a:lnTo>
                <a:lnTo>
                  <a:pt x="2464330" y="409796"/>
                </a:lnTo>
                <a:lnTo>
                  <a:pt x="2450476" y="410817"/>
                </a:lnTo>
                <a:lnTo>
                  <a:pt x="2435793" y="405646"/>
                </a:lnTo>
                <a:lnTo>
                  <a:pt x="2435282" y="398113"/>
                </a:lnTo>
                <a:lnTo>
                  <a:pt x="2434261" y="384387"/>
                </a:lnTo>
                <a:lnTo>
                  <a:pt x="2433941" y="379152"/>
                </a:lnTo>
                <a:lnTo>
                  <a:pt x="2454754" y="370087"/>
                </a:lnTo>
                <a:lnTo>
                  <a:pt x="2454307" y="363703"/>
                </a:lnTo>
                <a:lnTo>
                  <a:pt x="2468096" y="362681"/>
                </a:lnTo>
                <a:lnTo>
                  <a:pt x="2473778" y="354765"/>
                </a:lnTo>
                <a:lnTo>
                  <a:pt x="2459988" y="349019"/>
                </a:lnTo>
                <a:lnTo>
                  <a:pt x="2452774" y="342635"/>
                </a:lnTo>
                <a:lnTo>
                  <a:pt x="2445114" y="336251"/>
                </a:lnTo>
                <a:lnTo>
                  <a:pt x="2430877" y="337272"/>
                </a:lnTo>
                <a:lnTo>
                  <a:pt x="2423280" y="323547"/>
                </a:lnTo>
                <a:lnTo>
                  <a:pt x="2416577" y="323993"/>
                </a:lnTo>
                <a:lnTo>
                  <a:pt x="2395701" y="332612"/>
                </a:lnTo>
                <a:lnTo>
                  <a:pt x="2381975" y="333570"/>
                </a:lnTo>
                <a:lnTo>
                  <a:pt x="2382486" y="340656"/>
                </a:lnTo>
                <a:lnTo>
                  <a:pt x="2367674" y="341677"/>
                </a:lnTo>
                <a:lnTo>
                  <a:pt x="2382996" y="348062"/>
                </a:lnTo>
                <a:lnTo>
                  <a:pt x="2390083" y="354446"/>
                </a:lnTo>
                <a:lnTo>
                  <a:pt x="2397680" y="360830"/>
                </a:lnTo>
                <a:lnTo>
                  <a:pt x="2398190" y="368363"/>
                </a:lnTo>
                <a:lnTo>
                  <a:pt x="2399212" y="382536"/>
                </a:lnTo>
                <a:lnTo>
                  <a:pt x="2406681" y="387260"/>
                </a:lnTo>
                <a:lnTo>
                  <a:pt x="2407192" y="393963"/>
                </a:lnTo>
                <a:lnTo>
                  <a:pt x="2413576" y="393516"/>
                </a:lnTo>
                <a:lnTo>
                  <a:pt x="2408405" y="408519"/>
                </a:lnTo>
                <a:lnTo>
                  <a:pt x="2408852" y="414903"/>
                </a:lnTo>
                <a:lnTo>
                  <a:pt x="2410384" y="436737"/>
                </a:lnTo>
                <a:lnTo>
                  <a:pt x="2424684" y="435715"/>
                </a:lnTo>
                <a:lnTo>
                  <a:pt x="2437963" y="434758"/>
                </a:lnTo>
                <a:lnTo>
                  <a:pt x="2444348" y="441142"/>
                </a:lnTo>
                <a:lnTo>
                  <a:pt x="2444858" y="448292"/>
                </a:lnTo>
                <a:lnTo>
                  <a:pt x="2453477" y="455315"/>
                </a:lnTo>
                <a:lnTo>
                  <a:pt x="2453924" y="461699"/>
                </a:lnTo>
                <a:lnTo>
                  <a:pt x="2461585" y="468785"/>
                </a:lnTo>
                <a:lnTo>
                  <a:pt x="2455200" y="475871"/>
                </a:lnTo>
                <a:lnTo>
                  <a:pt x="2448050" y="490236"/>
                </a:lnTo>
                <a:lnTo>
                  <a:pt x="2464266" y="503323"/>
                </a:lnTo>
                <a:lnTo>
                  <a:pt x="2471480" y="509707"/>
                </a:lnTo>
                <a:lnTo>
                  <a:pt x="2458137" y="517751"/>
                </a:lnTo>
                <a:lnTo>
                  <a:pt x="2449582" y="511367"/>
                </a:lnTo>
                <a:lnTo>
                  <a:pt x="2437325" y="519347"/>
                </a:lnTo>
                <a:lnTo>
                  <a:pt x="2422514" y="520432"/>
                </a:lnTo>
                <a:lnTo>
                  <a:pt x="2429600" y="505621"/>
                </a:lnTo>
                <a:lnTo>
                  <a:pt x="2435984" y="505174"/>
                </a:lnTo>
                <a:lnTo>
                  <a:pt x="2420343" y="490810"/>
                </a:lnTo>
                <a:lnTo>
                  <a:pt x="2414661" y="498343"/>
                </a:lnTo>
                <a:lnTo>
                  <a:pt x="2400425" y="499365"/>
                </a:lnTo>
                <a:lnTo>
                  <a:pt x="2385614" y="492981"/>
                </a:lnTo>
                <a:lnTo>
                  <a:pt x="2386125" y="500067"/>
                </a:lnTo>
                <a:lnTo>
                  <a:pt x="2380060" y="514814"/>
                </a:lnTo>
                <a:lnTo>
                  <a:pt x="2374378" y="536073"/>
                </a:lnTo>
                <a:lnTo>
                  <a:pt x="2361609" y="543160"/>
                </a:lnTo>
                <a:lnTo>
                  <a:pt x="2354459" y="550374"/>
                </a:lnTo>
                <a:lnTo>
                  <a:pt x="2355417" y="564547"/>
                </a:lnTo>
                <a:lnTo>
                  <a:pt x="2349799" y="578719"/>
                </a:lnTo>
                <a:lnTo>
                  <a:pt x="2343415" y="586827"/>
                </a:lnTo>
                <a:lnTo>
                  <a:pt x="2337797" y="594807"/>
                </a:lnTo>
                <a:lnTo>
                  <a:pt x="2344181" y="600489"/>
                </a:lnTo>
                <a:lnTo>
                  <a:pt x="2366589" y="613257"/>
                </a:lnTo>
                <a:lnTo>
                  <a:pt x="2380379" y="619641"/>
                </a:lnTo>
                <a:lnTo>
                  <a:pt x="2380889" y="626345"/>
                </a:lnTo>
                <a:lnTo>
                  <a:pt x="2396147" y="639560"/>
                </a:lnTo>
                <a:lnTo>
                  <a:pt x="2405277" y="659861"/>
                </a:lnTo>
                <a:lnTo>
                  <a:pt x="2405724" y="666245"/>
                </a:lnTo>
                <a:lnTo>
                  <a:pt x="2397616" y="660244"/>
                </a:lnTo>
                <a:lnTo>
                  <a:pt x="2390529" y="660755"/>
                </a:lnTo>
                <a:lnTo>
                  <a:pt x="2383826" y="667842"/>
                </a:lnTo>
                <a:lnTo>
                  <a:pt x="2377442" y="661457"/>
                </a:lnTo>
                <a:lnTo>
                  <a:pt x="2362631" y="669118"/>
                </a:lnTo>
                <a:lnTo>
                  <a:pt x="2342266" y="663947"/>
                </a:lnTo>
                <a:lnTo>
                  <a:pt x="2327455" y="657563"/>
                </a:lnTo>
                <a:lnTo>
                  <a:pt x="2313218" y="658585"/>
                </a:lnTo>
                <a:lnTo>
                  <a:pt x="2312707" y="652200"/>
                </a:lnTo>
                <a:lnTo>
                  <a:pt x="2306323" y="652647"/>
                </a:lnTo>
                <a:lnTo>
                  <a:pt x="2284936" y="654180"/>
                </a:lnTo>
                <a:lnTo>
                  <a:pt x="2264060" y="648945"/>
                </a:lnTo>
                <a:lnTo>
                  <a:pt x="2264954" y="662160"/>
                </a:lnTo>
                <a:lnTo>
                  <a:pt x="2257995" y="670331"/>
                </a:lnTo>
                <a:lnTo>
                  <a:pt x="2258442" y="676715"/>
                </a:lnTo>
                <a:lnTo>
                  <a:pt x="2273636" y="683100"/>
                </a:lnTo>
                <a:lnTo>
                  <a:pt x="2280020" y="689484"/>
                </a:lnTo>
                <a:lnTo>
                  <a:pt x="2301918" y="695102"/>
                </a:lnTo>
                <a:lnTo>
                  <a:pt x="2301407" y="688015"/>
                </a:lnTo>
                <a:lnTo>
                  <a:pt x="2308557" y="687505"/>
                </a:lnTo>
                <a:lnTo>
                  <a:pt x="2323752" y="699315"/>
                </a:lnTo>
                <a:lnTo>
                  <a:pt x="2332434" y="726703"/>
                </a:lnTo>
                <a:lnTo>
                  <a:pt x="2318708" y="735321"/>
                </a:lnTo>
                <a:lnTo>
                  <a:pt x="2312324" y="742408"/>
                </a:lnTo>
                <a:lnTo>
                  <a:pt x="2297641" y="736854"/>
                </a:lnTo>
                <a:lnTo>
                  <a:pt x="2283340" y="737811"/>
                </a:lnTo>
                <a:lnTo>
                  <a:pt x="2276956" y="738258"/>
                </a:lnTo>
                <a:lnTo>
                  <a:pt x="2261315" y="725107"/>
                </a:lnTo>
                <a:lnTo>
                  <a:pt x="2254101" y="718723"/>
                </a:lnTo>
                <a:lnTo>
                  <a:pt x="2246951" y="712339"/>
                </a:lnTo>
                <a:lnTo>
                  <a:pt x="2240567" y="727086"/>
                </a:lnTo>
                <a:lnTo>
                  <a:pt x="2232970" y="720702"/>
                </a:lnTo>
                <a:lnTo>
                  <a:pt x="2212030" y="715084"/>
                </a:lnTo>
                <a:lnTo>
                  <a:pt x="2211136" y="702316"/>
                </a:lnTo>
                <a:lnTo>
                  <a:pt x="2203986" y="702826"/>
                </a:lnTo>
                <a:lnTo>
                  <a:pt x="2203475" y="695740"/>
                </a:lnTo>
                <a:lnTo>
                  <a:pt x="2203028" y="689356"/>
                </a:lnTo>
                <a:lnTo>
                  <a:pt x="2195367" y="682270"/>
                </a:lnTo>
                <a:lnTo>
                  <a:pt x="2194856" y="675885"/>
                </a:lnTo>
                <a:lnTo>
                  <a:pt x="2186238" y="662287"/>
                </a:lnTo>
                <a:lnTo>
                  <a:pt x="2179024" y="655903"/>
                </a:lnTo>
                <a:lnTo>
                  <a:pt x="2178513" y="648817"/>
                </a:lnTo>
                <a:lnTo>
                  <a:pt x="2184897" y="641284"/>
                </a:lnTo>
                <a:lnTo>
                  <a:pt x="2183876" y="627494"/>
                </a:lnTo>
                <a:lnTo>
                  <a:pt x="2176662" y="620408"/>
                </a:lnTo>
                <a:lnTo>
                  <a:pt x="2176151" y="614023"/>
                </a:lnTo>
                <a:lnTo>
                  <a:pt x="2169129" y="608342"/>
                </a:lnTo>
                <a:lnTo>
                  <a:pt x="2162425" y="601255"/>
                </a:lnTo>
                <a:lnTo>
                  <a:pt x="2140528" y="602787"/>
                </a:lnTo>
                <a:lnTo>
                  <a:pt x="2133377" y="603298"/>
                </a:lnTo>
                <a:lnTo>
                  <a:pt x="2126993" y="603745"/>
                </a:lnTo>
                <a:lnTo>
                  <a:pt x="2118375" y="596659"/>
                </a:lnTo>
                <a:lnTo>
                  <a:pt x="2126483" y="596084"/>
                </a:lnTo>
                <a:lnTo>
                  <a:pt x="2126036" y="589700"/>
                </a:lnTo>
                <a:lnTo>
                  <a:pt x="2117928" y="590275"/>
                </a:lnTo>
                <a:lnTo>
                  <a:pt x="2111544" y="590721"/>
                </a:lnTo>
                <a:lnTo>
                  <a:pt x="2111033" y="583635"/>
                </a:lnTo>
                <a:lnTo>
                  <a:pt x="2096797" y="584657"/>
                </a:lnTo>
                <a:lnTo>
                  <a:pt x="2090093" y="578272"/>
                </a:lnTo>
                <a:lnTo>
                  <a:pt x="2080645" y="565121"/>
                </a:lnTo>
                <a:lnTo>
                  <a:pt x="2088242" y="551778"/>
                </a:lnTo>
                <a:lnTo>
                  <a:pt x="2079751" y="552353"/>
                </a:lnTo>
                <a:lnTo>
                  <a:pt x="2073367" y="545969"/>
                </a:lnTo>
                <a:lnTo>
                  <a:pt x="2079751" y="545522"/>
                </a:lnTo>
                <a:lnTo>
                  <a:pt x="2088242" y="544947"/>
                </a:lnTo>
                <a:lnTo>
                  <a:pt x="2094626" y="544501"/>
                </a:lnTo>
                <a:lnTo>
                  <a:pt x="2109820" y="557269"/>
                </a:lnTo>
                <a:lnTo>
                  <a:pt x="2116204" y="563014"/>
                </a:lnTo>
                <a:lnTo>
                  <a:pt x="2124312" y="562440"/>
                </a:lnTo>
                <a:lnTo>
                  <a:pt x="2123865" y="556056"/>
                </a:lnTo>
                <a:lnTo>
                  <a:pt x="2137591" y="561227"/>
                </a:lnTo>
                <a:lnTo>
                  <a:pt x="2151892" y="566973"/>
                </a:lnTo>
                <a:lnTo>
                  <a:pt x="2159999" y="566398"/>
                </a:lnTo>
                <a:lnTo>
                  <a:pt x="2166383" y="565951"/>
                </a:lnTo>
                <a:lnTo>
                  <a:pt x="2173534" y="572335"/>
                </a:lnTo>
                <a:lnTo>
                  <a:pt x="2187834" y="571314"/>
                </a:lnTo>
                <a:lnTo>
                  <a:pt x="2202134" y="570292"/>
                </a:lnTo>
                <a:lnTo>
                  <a:pt x="2223074" y="575974"/>
                </a:lnTo>
                <a:lnTo>
                  <a:pt x="2229458" y="568377"/>
                </a:lnTo>
                <a:lnTo>
                  <a:pt x="2235843" y="560780"/>
                </a:lnTo>
                <a:lnTo>
                  <a:pt x="2242993" y="567164"/>
                </a:lnTo>
                <a:lnTo>
                  <a:pt x="2243503" y="574250"/>
                </a:lnTo>
                <a:lnTo>
                  <a:pt x="2257740" y="573229"/>
                </a:lnTo>
                <a:lnTo>
                  <a:pt x="2271019" y="572335"/>
                </a:lnTo>
                <a:lnTo>
                  <a:pt x="2285319" y="571314"/>
                </a:lnTo>
                <a:lnTo>
                  <a:pt x="2298535" y="556120"/>
                </a:lnTo>
                <a:lnTo>
                  <a:pt x="2305238" y="555609"/>
                </a:lnTo>
                <a:lnTo>
                  <a:pt x="2319027" y="547948"/>
                </a:lnTo>
                <a:lnTo>
                  <a:pt x="2325412" y="541564"/>
                </a:lnTo>
                <a:lnTo>
                  <a:pt x="2324901" y="535180"/>
                </a:lnTo>
                <a:lnTo>
                  <a:pt x="2332051" y="527583"/>
                </a:lnTo>
                <a:lnTo>
                  <a:pt x="2338435" y="527136"/>
                </a:lnTo>
                <a:lnTo>
                  <a:pt x="2337924" y="520049"/>
                </a:lnTo>
                <a:lnTo>
                  <a:pt x="2337414" y="512899"/>
                </a:lnTo>
                <a:lnTo>
                  <a:pt x="2344564" y="512452"/>
                </a:lnTo>
                <a:lnTo>
                  <a:pt x="2349160" y="483979"/>
                </a:lnTo>
                <a:lnTo>
                  <a:pt x="2341755" y="468210"/>
                </a:lnTo>
                <a:lnTo>
                  <a:pt x="2340797" y="454421"/>
                </a:lnTo>
                <a:lnTo>
                  <a:pt x="2333647" y="454931"/>
                </a:lnTo>
                <a:lnTo>
                  <a:pt x="2332689" y="441269"/>
                </a:lnTo>
                <a:lnTo>
                  <a:pt x="2327008" y="448292"/>
                </a:lnTo>
                <a:lnTo>
                  <a:pt x="2318836" y="442227"/>
                </a:lnTo>
                <a:lnTo>
                  <a:pt x="2318197" y="428054"/>
                </a:lnTo>
                <a:lnTo>
                  <a:pt x="2304855" y="429012"/>
                </a:lnTo>
                <a:lnTo>
                  <a:pt x="2297322" y="429523"/>
                </a:lnTo>
                <a:lnTo>
                  <a:pt x="2296747" y="421926"/>
                </a:lnTo>
                <a:lnTo>
                  <a:pt x="2275041" y="417138"/>
                </a:lnTo>
                <a:lnTo>
                  <a:pt x="2261251" y="424288"/>
                </a:lnTo>
                <a:lnTo>
                  <a:pt x="2254867" y="418606"/>
                </a:lnTo>
                <a:lnTo>
                  <a:pt x="2247206" y="411583"/>
                </a:lnTo>
                <a:lnTo>
                  <a:pt x="2232459" y="405199"/>
                </a:lnTo>
                <a:lnTo>
                  <a:pt x="2232970" y="412349"/>
                </a:lnTo>
                <a:lnTo>
                  <a:pt x="2225819" y="405965"/>
                </a:lnTo>
                <a:lnTo>
                  <a:pt x="2210753" y="395049"/>
                </a:lnTo>
                <a:lnTo>
                  <a:pt x="2190324" y="396517"/>
                </a:lnTo>
                <a:lnTo>
                  <a:pt x="2167405" y="383749"/>
                </a:lnTo>
                <a:lnTo>
                  <a:pt x="2147359" y="377365"/>
                </a:lnTo>
                <a:lnTo>
                  <a:pt x="2132739" y="385983"/>
                </a:lnTo>
                <a:lnTo>
                  <a:pt x="2084156" y="389367"/>
                </a:lnTo>
                <a:lnTo>
                  <a:pt x="2077772" y="389814"/>
                </a:lnTo>
                <a:lnTo>
                  <a:pt x="2068770" y="382919"/>
                </a:lnTo>
                <a:lnTo>
                  <a:pt x="2055428" y="391601"/>
                </a:lnTo>
                <a:lnTo>
                  <a:pt x="2054853" y="384132"/>
                </a:lnTo>
                <a:lnTo>
                  <a:pt x="2048469" y="377748"/>
                </a:lnTo>
                <a:lnTo>
                  <a:pt x="2042085" y="384962"/>
                </a:lnTo>
                <a:lnTo>
                  <a:pt x="2033530" y="371683"/>
                </a:lnTo>
                <a:lnTo>
                  <a:pt x="2026827" y="372130"/>
                </a:lnTo>
                <a:lnTo>
                  <a:pt x="2018272" y="358468"/>
                </a:lnTo>
                <a:lnTo>
                  <a:pt x="2012526" y="358915"/>
                </a:lnTo>
                <a:lnTo>
                  <a:pt x="2006142" y="373598"/>
                </a:lnTo>
                <a:lnTo>
                  <a:pt x="1998992" y="374364"/>
                </a:lnTo>
                <a:lnTo>
                  <a:pt x="1990820" y="360638"/>
                </a:lnTo>
                <a:lnTo>
                  <a:pt x="1984436" y="361085"/>
                </a:lnTo>
                <a:lnTo>
                  <a:pt x="1985905" y="382408"/>
                </a:lnTo>
                <a:lnTo>
                  <a:pt x="1971540" y="383429"/>
                </a:lnTo>
                <a:lnTo>
                  <a:pt x="1963943" y="377045"/>
                </a:lnTo>
                <a:lnTo>
                  <a:pt x="1952580" y="377811"/>
                </a:lnTo>
                <a:lnTo>
                  <a:pt x="1956218" y="356169"/>
                </a:lnTo>
                <a:lnTo>
                  <a:pt x="1954942" y="357191"/>
                </a:lnTo>
                <a:lnTo>
                  <a:pt x="1940705" y="358212"/>
                </a:lnTo>
                <a:lnTo>
                  <a:pt x="1933555" y="358723"/>
                </a:lnTo>
                <a:lnTo>
                  <a:pt x="1939939" y="351637"/>
                </a:lnTo>
                <a:lnTo>
                  <a:pt x="1938981" y="337400"/>
                </a:lnTo>
                <a:lnTo>
                  <a:pt x="1931384" y="331016"/>
                </a:lnTo>
                <a:lnTo>
                  <a:pt x="1938471" y="330505"/>
                </a:lnTo>
                <a:lnTo>
                  <a:pt x="1944855" y="322908"/>
                </a:lnTo>
                <a:lnTo>
                  <a:pt x="1944344" y="315822"/>
                </a:lnTo>
                <a:lnTo>
                  <a:pt x="1943961" y="308608"/>
                </a:lnTo>
                <a:lnTo>
                  <a:pt x="1936875" y="309118"/>
                </a:lnTo>
                <a:lnTo>
                  <a:pt x="1936364" y="302224"/>
                </a:lnTo>
                <a:lnTo>
                  <a:pt x="1922064" y="303245"/>
                </a:lnTo>
                <a:lnTo>
                  <a:pt x="1908785" y="311289"/>
                </a:lnTo>
                <a:lnTo>
                  <a:pt x="1907763" y="297116"/>
                </a:lnTo>
                <a:lnTo>
                  <a:pt x="1893463" y="298074"/>
                </a:lnTo>
                <a:lnTo>
                  <a:pt x="1885866" y="291690"/>
                </a:lnTo>
                <a:lnTo>
                  <a:pt x="1872650" y="306884"/>
                </a:lnTo>
                <a:lnTo>
                  <a:pt x="1873097" y="313970"/>
                </a:lnTo>
                <a:lnTo>
                  <a:pt x="1867032" y="321376"/>
                </a:lnTo>
                <a:lnTo>
                  <a:pt x="1858861" y="307650"/>
                </a:lnTo>
                <a:lnTo>
                  <a:pt x="1858542" y="300500"/>
                </a:lnTo>
                <a:lnTo>
                  <a:pt x="1864926" y="292903"/>
                </a:lnTo>
                <a:lnTo>
                  <a:pt x="1864479" y="286519"/>
                </a:lnTo>
                <a:lnTo>
                  <a:pt x="1863457" y="272282"/>
                </a:lnTo>
                <a:lnTo>
                  <a:pt x="1856307" y="272793"/>
                </a:lnTo>
                <a:lnTo>
                  <a:pt x="1842964" y="287987"/>
                </a:lnTo>
                <a:lnTo>
                  <a:pt x="1843475" y="294371"/>
                </a:lnTo>
                <a:lnTo>
                  <a:pt x="1829686" y="302479"/>
                </a:lnTo>
                <a:lnTo>
                  <a:pt x="1831218" y="323738"/>
                </a:lnTo>
                <a:lnTo>
                  <a:pt x="1831728" y="330888"/>
                </a:lnTo>
                <a:lnTo>
                  <a:pt x="1824067" y="324504"/>
                </a:lnTo>
                <a:lnTo>
                  <a:pt x="1823621" y="317418"/>
                </a:lnTo>
                <a:lnTo>
                  <a:pt x="1816470" y="311034"/>
                </a:lnTo>
                <a:lnTo>
                  <a:pt x="1815960" y="303947"/>
                </a:lnTo>
                <a:lnTo>
                  <a:pt x="1815449" y="296861"/>
                </a:lnTo>
                <a:lnTo>
                  <a:pt x="1815002" y="290477"/>
                </a:lnTo>
                <a:lnTo>
                  <a:pt x="1807852" y="290988"/>
                </a:lnTo>
                <a:lnTo>
                  <a:pt x="1814236" y="283391"/>
                </a:lnTo>
                <a:lnTo>
                  <a:pt x="1806575" y="277006"/>
                </a:lnTo>
                <a:lnTo>
                  <a:pt x="1786210" y="292711"/>
                </a:lnTo>
                <a:lnTo>
                  <a:pt x="1778613" y="286327"/>
                </a:lnTo>
                <a:lnTo>
                  <a:pt x="1772229" y="293924"/>
                </a:lnTo>
                <a:lnTo>
                  <a:pt x="1772675" y="300308"/>
                </a:lnTo>
                <a:lnTo>
                  <a:pt x="1787040" y="306693"/>
                </a:lnTo>
                <a:lnTo>
                  <a:pt x="1766547" y="315311"/>
                </a:lnTo>
                <a:lnTo>
                  <a:pt x="1758950" y="308927"/>
                </a:lnTo>
                <a:lnTo>
                  <a:pt x="1752565" y="316524"/>
                </a:lnTo>
                <a:lnTo>
                  <a:pt x="1753587" y="330761"/>
                </a:lnTo>
                <a:lnTo>
                  <a:pt x="1746437" y="331271"/>
                </a:lnTo>
                <a:lnTo>
                  <a:pt x="1754098" y="337655"/>
                </a:lnTo>
                <a:lnTo>
                  <a:pt x="1740819" y="352403"/>
                </a:lnTo>
                <a:lnTo>
                  <a:pt x="1732711" y="339188"/>
                </a:lnTo>
                <a:lnTo>
                  <a:pt x="1726327" y="346721"/>
                </a:lnTo>
                <a:lnTo>
                  <a:pt x="1726837" y="353105"/>
                </a:lnTo>
                <a:lnTo>
                  <a:pt x="1727348" y="360191"/>
                </a:lnTo>
                <a:lnTo>
                  <a:pt x="1720581" y="367788"/>
                </a:lnTo>
                <a:lnTo>
                  <a:pt x="1712984" y="361404"/>
                </a:lnTo>
                <a:lnTo>
                  <a:pt x="1705834" y="361851"/>
                </a:lnTo>
                <a:lnTo>
                  <a:pt x="1706345" y="369001"/>
                </a:lnTo>
                <a:lnTo>
                  <a:pt x="1698684" y="362617"/>
                </a:lnTo>
                <a:lnTo>
                  <a:pt x="1691597" y="363128"/>
                </a:lnTo>
                <a:lnTo>
                  <a:pt x="1685213" y="370725"/>
                </a:lnTo>
                <a:lnTo>
                  <a:pt x="1685660" y="377109"/>
                </a:lnTo>
                <a:lnTo>
                  <a:pt x="1678574" y="377620"/>
                </a:lnTo>
                <a:lnTo>
                  <a:pt x="1672190" y="385728"/>
                </a:lnTo>
                <a:lnTo>
                  <a:pt x="1673147" y="399390"/>
                </a:lnTo>
                <a:lnTo>
                  <a:pt x="1680744" y="405774"/>
                </a:lnTo>
                <a:lnTo>
                  <a:pt x="1681766" y="420393"/>
                </a:lnTo>
                <a:lnTo>
                  <a:pt x="1674105" y="413371"/>
                </a:lnTo>
                <a:lnTo>
                  <a:pt x="1666508" y="406987"/>
                </a:lnTo>
                <a:lnTo>
                  <a:pt x="1659357" y="407498"/>
                </a:lnTo>
                <a:lnTo>
                  <a:pt x="1654250" y="420968"/>
                </a:lnTo>
                <a:lnTo>
                  <a:pt x="1645695" y="406859"/>
                </a:lnTo>
                <a:lnTo>
                  <a:pt x="1639311" y="414456"/>
                </a:lnTo>
                <a:lnTo>
                  <a:pt x="1640333" y="428629"/>
                </a:lnTo>
                <a:lnTo>
                  <a:pt x="1648185" y="442674"/>
                </a:lnTo>
                <a:lnTo>
                  <a:pt x="1648632" y="449058"/>
                </a:lnTo>
                <a:lnTo>
                  <a:pt x="1641482" y="442674"/>
                </a:lnTo>
                <a:lnTo>
                  <a:pt x="1633374" y="429012"/>
                </a:lnTo>
                <a:lnTo>
                  <a:pt x="1634396" y="443185"/>
                </a:lnTo>
                <a:lnTo>
                  <a:pt x="1628012" y="457357"/>
                </a:lnTo>
                <a:lnTo>
                  <a:pt x="1620351" y="450973"/>
                </a:lnTo>
                <a:lnTo>
                  <a:pt x="1619457" y="437694"/>
                </a:lnTo>
                <a:lnTo>
                  <a:pt x="1612753" y="444908"/>
                </a:lnTo>
                <a:lnTo>
                  <a:pt x="1614286" y="465657"/>
                </a:lnTo>
                <a:lnTo>
                  <a:pt x="1607901" y="466104"/>
                </a:lnTo>
                <a:lnTo>
                  <a:pt x="1600241" y="466678"/>
                </a:lnTo>
                <a:lnTo>
                  <a:pt x="1593857" y="473828"/>
                </a:lnTo>
                <a:lnTo>
                  <a:pt x="1601007" y="480979"/>
                </a:lnTo>
                <a:lnTo>
                  <a:pt x="1594942" y="488512"/>
                </a:lnTo>
                <a:lnTo>
                  <a:pt x="1588175" y="495598"/>
                </a:lnTo>
                <a:lnTo>
                  <a:pt x="1588685" y="502748"/>
                </a:lnTo>
                <a:lnTo>
                  <a:pt x="1596346" y="509133"/>
                </a:lnTo>
                <a:lnTo>
                  <a:pt x="1589962" y="517177"/>
                </a:lnTo>
                <a:lnTo>
                  <a:pt x="1568639" y="518645"/>
                </a:lnTo>
                <a:lnTo>
                  <a:pt x="1568065" y="511175"/>
                </a:lnTo>
                <a:lnTo>
                  <a:pt x="1561681" y="519156"/>
                </a:lnTo>
                <a:lnTo>
                  <a:pt x="1562128" y="525540"/>
                </a:lnTo>
                <a:lnTo>
                  <a:pt x="1563149" y="539712"/>
                </a:lnTo>
                <a:lnTo>
                  <a:pt x="1563596" y="546097"/>
                </a:lnTo>
                <a:lnTo>
                  <a:pt x="1558042" y="560780"/>
                </a:lnTo>
                <a:lnTo>
                  <a:pt x="1557020" y="546607"/>
                </a:lnTo>
                <a:lnTo>
                  <a:pt x="1556063" y="533328"/>
                </a:lnTo>
                <a:lnTo>
                  <a:pt x="1555552" y="525795"/>
                </a:lnTo>
                <a:lnTo>
                  <a:pt x="1549168" y="533839"/>
                </a:lnTo>
                <a:lnTo>
                  <a:pt x="1542018" y="534350"/>
                </a:lnTo>
                <a:lnTo>
                  <a:pt x="1534867" y="534797"/>
                </a:lnTo>
                <a:lnTo>
                  <a:pt x="1528483" y="542011"/>
                </a:lnTo>
                <a:lnTo>
                  <a:pt x="1535634" y="541500"/>
                </a:lnTo>
                <a:lnTo>
                  <a:pt x="1543230" y="547565"/>
                </a:lnTo>
                <a:lnTo>
                  <a:pt x="1543741" y="555226"/>
                </a:lnTo>
                <a:lnTo>
                  <a:pt x="1536080" y="548076"/>
                </a:lnTo>
                <a:lnTo>
                  <a:pt x="1529696" y="556183"/>
                </a:lnTo>
                <a:lnTo>
                  <a:pt x="1522035" y="549097"/>
                </a:lnTo>
                <a:lnTo>
                  <a:pt x="1514885" y="549608"/>
                </a:lnTo>
                <a:lnTo>
                  <a:pt x="1515906" y="563781"/>
                </a:lnTo>
                <a:lnTo>
                  <a:pt x="1509522" y="571888"/>
                </a:lnTo>
                <a:lnTo>
                  <a:pt x="1529952" y="562759"/>
                </a:lnTo>
                <a:lnTo>
                  <a:pt x="1537613" y="569909"/>
                </a:lnTo>
                <a:lnTo>
                  <a:pt x="1538123" y="576293"/>
                </a:lnTo>
                <a:lnTo>
                  <a:pt x="1523823" y="577315"/>
                </a:lnTo>
                <a:lnTo>
                  <a:pt x="1516736" y="577762"/>
                </a:lnTo>
                <a:lnTo>
                  <a:pt x="1510352" y="585359"/>
                </a:lnTo>
                <a:lnTo>
                  <a:pt x="1510863" y="592445"/>
                </a:lnTo>
                <a:lnTo>
                  <a:pt x="1524717" y="591488"/>
                </a:lnTo>
                <a:lnTo>
                  <a:pt x="1525674" y="605277"/>
                </a:lnTo>
                <a:lnTo>
                  <a:pt x="1518588" y="605788"/>
                </a:lnTo>
                <a:lnTo>
                  <a:pt x="1512204" y="606235"/>
                </a:lnTo>
                <a:lnTo>
                  <a:pt x="1505820" y="613832"/>
                </a:lnTo>
                <a:lnTo>
                  <a:pt x="1499436" y="621429"/>
                </a:lnTo>
                <a:lnTo>
                  <a:pt x="1484688" y="615045"/>
                </a:lnTo>
                <a:lnTo>
                  <a:pt x="1478304" y="622642"/>
                </a:lnTo>
                <a:lnTo>
                  <a:pt x="1478815" y="629728"/>
                </a:lnTo>
                <a:lnTo>
                  <a:pt x="1479326" y="636112"/>
                </a:lnTo>
                <a:lnTo>
                  <a:pt x="1472942" y="636623"/>
                </a:lnTo>
                <a:lnTo>
                  <a:pt x="1466174" y="643710"/>
                </a:lnTo>
                <a:lnTo>
                  <a:pt x="1473963" y="650796"/>
                </a:lnTo>
                <a:lnTo>
                  <a:pt x="1467260" y="658393"/>
                </a:lnTo>
                <a:lnTo>
                  <a:pt x="1452959" y="659414"/>
                </a:lnTo>
                <a:lnTo>
                  <a:pt x="1460620" y="665799"/>
                </a:lnTo>
                <a:lnTo>
                  <a:pt x="1468217" y="672183"/>
                </a:lnTo>
                <a:lnTo>
                  <a:pt x="1474985" y="664522"/>
                </a:lnTo>
                <a:lnTo>
                  <a:pt x="1475942" y="678248"/>
                </a:lnTo>
                <a:lnTo>
                  <a:pt x="1461578" y="679269"/>
                </a:lnTo>
                <a:lnTo>
                  <a:pt x="1454428" y="679716"/>
                </a:lnTo>
                <a:lnTo>
                  <a:pt x="1454938" y="686802"/>
                </a:lnTo>
                <a:lnTo>
                  <a:pt x="1462535" y="693186"/>
                </a:lnTo>
                <a:lnTo>
                  <a:pt x="1456151" y="700783"/>
                </a:lnTo>
                <a:lnTo>
                  <a:pt x="1449001" y="701294"/>
                </a:lnTo>
                <a:lnTo>
                  <a:pt x="1442617" y="709338"/>
                </a:lnTo>
                <a:lnTo>
                  <a:pt x="1435914" y="716488"/>
                </a:lnTo>
                <a:lnTo>
                  <a:pt x="1443639" y="723511"/>
                </a:lnTo>
                <a:lnTo>
                  <a:pt x="1444022" y="729895"/>
                </a:lnTo>
                <a:lnTo>
                  <a:pt x="1437637" y="737492"/>
                </a:lnTo>
                <a:lnTo>
                  <a:pt x="1430487" y="731108"/>
                </a:lnTo>
                <a:lnTo>
                  <a:pt x="1430040" y="724724"/>
                </a:lnTo>
                <a:lnTo>
                  <a:pt x="1423337" y="738514"/>
                </a:lnTo>
                <a:lnTo>
                  <a:pt x="1423848" y="745664"/>
                </a:lnTo>
                <a:lnTo>
                  <a:pt x="1431509" y="745089"/>
                </a:lnTo>
                <a:lnTo>
                  <a:pt x="1432530" y="759262"/>
                </a:lnTo>
                <a:lnTo>
                  <a:pt x="1425380" y="766923"/>
                </a:lnTo>
                <a:lnTo>
                  <a:pt x="1418996" y="767370"/>
                </a:lnTo>
                <a:lnTo>
                  <a:pt x="1420017" y="781159"/>
                </a:lnTo>
                <a:lnTo>
                  <a:pt x="1413633" y="788757"/>
                </a:lnTo>
                <a:lnTo>
                  <a:pt x="1406483" y="789267"/>
                </a:lnTo>
                <a:lnTo>
                  <a:pt x="1406994" y="795970"/>
                </a:lnTo>
                <a:lnTo>
                  <a:pt x="1414144" y="795460"/>
                </a:lnTo>
                <a:lnTo>
                  <a:pt x="1414655" y="802993"/>
                </a:lnTo>
                <a:lnTo>
                  <a:pt x="1415165" y="810079"/>
                </a:lnTo>
                <a:lnTo>
                  <a:pt x="1405270" y="818187"/>
                </a:lnTo>
                <a:lnTo>
                  <a:pt x="1390970" y="812505"/>
                </a:lnTo>
                <a:lnTo>
                  <a:pt x="1390459" y="805419"/>
                </a:lnTo>
                <a:lnTo>
                  <a:pt x="1382798" y="798396"/>
                </a:lnTo>
                <a:lnTo>
                  <a:pt x="1376414" y="806377"/>
                </a:lnTo>
                <a:lnTo>
                  <a:pt x="1370030" y="813974"/>
                </a:lnTo>
                <a:lnTo>
                  <a:pt x="1362496" y="814548"/>
                </a:lnTo>
                <a:lnTo>
                  <a:pt x="1355793" y="814995"/>
                </a:lnTo>
                <a:lnTo>
                  <a:pt x="1356751" y="828785"/>
                </a:lnTo>
                <a:lnTo>
                  <a:pt x="1349601" y="835871"/>
                </a:lnTo>
                <a:lnTo>
                  <a:pt x="1344429" y="850491"/>
                </a:lnTo>
                <a:lnTo>
                  <a:pt x="1337279" y="851002"/>
                </a:lnTo>
                <a:lnTo>
                  <a:pt x="1330129" y="851512"/>
                </a:lnTo>
                <a:lnTo>
                  <a:pt x="1330704" y="859173"/>
                </a:lnTo>
                <a:lnTo>
                  <a:pt x="1331661" y="872388"/>
                </a:lnTo>
                <a:lnTo>
                  <a:pt x="1324064" y="866004"/>
                </a:lnTo>
                <a:lnTo>
                  <a:pt x="1317680" y="873154"/>
                </a:lnTo>
                <a:lnTo>
                  <a:pt x="1311296" y="881198"/>
                </a:lnTo>
                <a:lnTo>
                  <a:pt x="1303635" y="874176"/>
                </a:lnTo>
                <a:lnTo>
                  <a:pt x="1297570" y="882156"/>
                </a:lnTo>
                <a:lnTo>
                  <a:pt x="1289590" y="889562"/>
                </a:lnTo>
                <a:lnTo>
                  <a:pt x="1283206" y="890008"/>
                </a:lnTo>
                <a:lnTo>
                  <a:pt x="1284227" y="904245"/>
                </a:lnTo>
                <a:lnTo>
                  <a:pt x="1276630" y="897861"/>
                </a:lnTo>
                <a:lnTo>
                  <a:pt x="1269480" y="898372"/>
                </a:lnTo>
                <a:lnTo>
                  <a:pt x="1277141" y="904756"/>
                </a:lnTo>
                <a:lnTo>
                  <a:pt x="1277588" y="911906"/>
                </a:lnTo>
                <a:lnTo>
                  <a:pt x="1270501" y="912353"/>
                </a:lnTo>
                <a:lnTo>
                  <a:pt x="1262841" y="905969"/>
                </a:lnTo>
                <a:lnTo>
                  <a:pt x="1256456" y="913566"/>
                </a:lnTo>
                <a:lnTo>
                  <a:pt x="1249306" y="914076"/>
                </a:lnTo>
                <a:lnTo>
                  <a:pt x="1241773" y="914587"/>
                </a:lnTo>
                <a:lnTo>
                  <a:pt x="1235389" y="915034"/>
                </a:lnTo>
                <a:lnTo>
                  <a:pt x="1235900" y="922121"/>
                </a:lnTo>
                <a:lnTo>
                  <a:pt x="1243560" y="935336"/>
                </a:lnTo>
                <a:lnTo>
                  <a:pt x="1236857" y="935782"/>
                </a:lnTo>
                <a:lnTo>
                  <a:pt x="1229196" y="936357"/>
                </a:lnTo>
                <a:lnTo>
                  <a:pt x="1214449" y="929973"/>
                </a:lnTo>
                <a:lnTo>
                  <a:pt x="1208065" y="930356"/>
                </a:lnTo>
                <a:lnTo>
                  <a:pt x="1201681" y="937953"/>
                </a:lnTo>
                <a:lnTo>
                  <a:pt x="1209278" y="944656"/>
                </a:lnTo>
                <a:lnTo>
                  <a:pt x="1209789" y="951807"/>
                </a:lnTo>
                <a:lnTo>
                  <a:pt x="1202638" y="952254"/>
                </a:lnTo>
                <a:lnTo>
                  <a:pt x="1188210" y="953403"/>
                </a:lnTo>
                <a:lnTo>
                  <a:pt x="1181826" y="968150"/>
                </a:lnTo>
                <a:lnTo>
                  <a:pt x="1180805" y="953977"/>
                </a:lnTo>
                <a:lnTo>
                  <a:pt x="1174421" y="954424"/>
                </a:lnTo>
                <a:lnTo>
                  <a:pt x="1168036" y="962021"/>
                </a:lnTo>
                <a:lnTo>
                  <a:pt x="1160950" y="955637"/>
                </a:lnTo>
                <a:lnTo>
                  <a:pt x="1153289" y="956148"/>
                </a:lnTo>
                <a:lnTo>
                  <a:pt x="1146905" y="956658"/>
                </a:lnTo>
                <a:lnTo>
                  <a:pt x="1147416" y="963745"/>
                </a:lnTo>
                <a:lnTo>
                  <a:pt x="1147927" y="970831"/>
                </a:lnTo>
                <a:lnTo>
                  <a:pt x="1155013" y="977215"/>
                </a:lnTo>
                <a:lnTo>
                  <a:pt x="1162674" y="976641"/>
                </a:lnTo>
                <a:lnTo>
                  <a:pt x="1163185" y="983727"/>
                </a:lnTo>
                <a:lnTo>
                  <a:pt x="1155524" y="984302"/>
                </a:lnTo>
                <a:lnTo>
                  <a:pt x="1149140" y="991835"/>
                </a:lnTo>
                <a:lnTo>
                  <a:pt x="1134392" y="992920"/>
                </a:lnTo>
                <a:lnTo>
                  <a:pt x="1134839" y="999304"/>
                </a:lnTo>
                <a:lnTo>
                  <a:pt x="1143075" y="1006327"/>
                </a:lnTo>
                <a:lnTo>
                  <a:pt x="1143522" y="1012711"/>
                </a:lnTo>
                <a:lnTo>
                  <a:pt x="1128774" y="1007029"/>
                </a:lnTo>
                <a:lnTo>
                  <a:pt x="1129285" y="1013413"/>
                </a:lnTo>
                <a:lnTo>
                  <a:pt x="1129796" y="1020500"/>
                </a:lnTo>
                <a:lnTo>
                  <a:pt x="1137329" y="1033715"/>
                </a:lnTo>
                <a:lnTo>
                  <a:pt x="1152140" y="1032693"/>
                </a:lnTo>
                <a:lnTo>
                  <a:pt x="1152651" y="1040290"/>
                </a:lnTo>
                <a:lnTo>
                  <a:pt x="1145564" y="1040801"/>
                </a:lnTo>
                <a:lnTo>
                  <a:pt x="1130753" y="1034417"/>
                </a:lnTo>
                <a:lnTo>
                  <a:pt x="1131264" y="1042078"/>
                </a:lnTo>
                <a:lnTo>
                  <a:pt x="1131775" y="1048462"/>
                </a:lnTo>
                <a:lnTo>
                  <a:pt x="1138414" y="1061932"/>
                </a:lnTo>
                <a:lnTo>
                  <a:pt x="1146586" y="1068317"/>
                </a:lnTo>
                <a:lnTo>
                  <a:pt x="1139436" y="1075977"/>
                </a:lnTo>
                <a:lnTo>
                  <a:pt x="1132349" y="1069593"/>
                </a:lnTo>
                <a:lnTo>
                  <a:pt x="1125965" y="1077190"/>
                </a:lnTo>
                <a:lnTo>
                  <a:pt x="1126476" y="1084277"/>
                </a:lnTo>
                <a:lnTo>
                  <a:pt x="1140712" y="1090661"/>
                </a:lnTo>
                <a:lnTo>
                  <a:pt x="1134328" y="1091108"/>
                </a:lnTo>
                <a:lnTo>
                  <a:pt x="1127242" y="1091619"/>
                </a:lnTo>
                <a:lnTo>
                  <a:pt x="1127753" y="1098705"/>
                </a:lnTo>
                <a:lnTo>
                  <a:pt x="1135350" y="1105089"/>
                </a:lnTo>
                <a:lnTo>
                  <a:pt x="1142436" y="1111473"/>
                </a:lnTo>
                <a:lnTo>
                  <a:pt x="1157247" y="1110452"/>
                </a:lnTo>
                <a:lnTo>
                  <a:pt x="1170973" y="1102727"/>
                </a:lnTo>
                <a:lnTo>
                  <a:pt x="1157694" y="1117538"/>
                </a:lnTo>
                <a:lnTo>
                  <a:pt x="1151310" y="1124624"/>
                </a:lnTo>
                <a:lnTo>
                  <a:pt x="1143522" y="1132541"/>
                </a:lnTo>
                <a:lnTo>
                  <a:pt x="1159290" y="1145756"/>
                </a:lnTo>
                <a:lnTo>
                  <a:pt x="1152140" y="1146267"/>
                </a:lnTo>
                <a:lnTo>
                  <a:pt x="1144479" y="1146777"/>
                </a:lnTo>
                <a:lnTo>
                  <a:pt x="1138095" y="1153800"/>
                </a:lnTo>
                <a:lnTo>
                  <a:pt x="1130498" y="1147735"/>
                </a:lnTo>
                <a:lnTo>
                  <a:pt x="1123795" y="1148182"/>
                </a:lnTo>
                <a:lnTo>
                  <a:pt x="1117411" y="1161971"/>
                </a:lnTo>
                <a:lnTo>
                  <a:pt x="1117921" y="1169505"/>
                </a:lnTo>
                <a:lnTo>
                  <a:pt x="1112239" y="1183741"/>
                </a:lnTo>
                <a:lnTo>
                  <a:pt x="1119453" y="1190828"/>
                </a:lnTo>
                <a:lnTo>
                  <a:pt x="1132222" y="1168483"/>
                </a:lnTo>
                <a:lnTo>
                  <a:pt x="1146011" y="1167526"/>
                </a:lnTo>
                <a:lnTo>
                  <a:pt x="1146458" y="1174229"/>
                </a:lnTo>
                <a:lnTo>
                  <a:pt x="1147480" y="1188849"/>
                </a:lnTo>
                <a:lnTo>
                  <a:pt x="1141096" y="1189295"/>
                </a:lnTo>
                <a:lnTo>
                  <a:pt x="1142053" y="1203085"/>
                </a:lnTo>
                <a:lnTo>
                  <a:pt x="1135669" y="1210171"/>
                </a:lnTo>
                <a:lnTo>
                  <a:pt x="1135158" y="1203787"/>
                </a:lnTo>
                <a:lnTo>
                  <a:pt x="1128774" y="1210810"/>
                </a:lnTo>
                <a:lnTo>
                  <a:pt x="1129285" y="1217896"/>
                </a:lnTo>
                <a:lnTo>
                  <a:pt x="1130243" y="1232133"/>
                </a:lnTo>
                <a:lnTo>
                  <a:pt x="1130753" y="1239283"/>
                </a:lnTo>
                <a:lnTo>
                  <a:pt x="1145564" y="1252051"/>
                </a:lnTo>
                <a:lnTo>
                  <a:pt x="1167462" y="1257669"/>
                </a:lnTo>
                <a:lnTo>
                  <a:pt x="1153672" y="1272480"/>
                </a:lnTo>
                <a:lnTo>
                  <a:pt x="1168994" y="1278864"/>
                </a:lnTo>
                <a:lnTo>
                  <a:pt x="1175059" y="1270948"/>
                </a:lnTo>
                <a:lnTo>
                  <a:pt x="1176081" y="1285121"/>
                </a:lnTo>
                <a:lnTo>
                  <a:pt x="1197467" y="1283589"/>
                </a:lnTo>
                <a:lnTo>
                  <a:pt x="1211704" y="1282631"/>
                </a:lnTo>
                <a:lnTo>
                  <a:pt x="1225493" y="1274906"/>
                </a:lnTo>
                <a:lnTo>
                  <a:pt x="1225940" y="1281290"/>
                </a:lnTo>
                <a:lnTo>
                  <a:pt x="1238709" y="1273693"/>
                </a:lnTo>
                <a:lnTo>
                  <a:pt x="1245859" y="1265649"/>
                </a:lnTo>
                <a:lnTo>
                  <a:pt x="1251477" y="1251349"/>
                </a:lnTo>
                <a:lnTo>
                  <a:pt x="1258435" y="1243879"/>
                </a:lnTo>
                <a:lnTo>
                  <a:pt x="1279312" y="1235261"/>
                </a:lnTo>
                <a:lnTo>
                  <a:pt x="1278801" y="1228877"/>
                </a:lnTo>
                <a:lnTo>
                  <a:pt x="1285185" y="1221216"/>
                </a:lnTo>
                <a:lnTo>
                  <a:pt x="1299422" y="1220194"/>
                </a:lnTo>
                <a:lnTo>
                  <a:pt x="1299932" y="1227408"/>
                </a:lnTo>
                <a:lnTo>
                  <a:pt x="1307529" y="1233793"/>
                </a:lnTo>
                <a:lnTo>
                  <a:pt x="1321319" y="1226195"/>
                </a:lnTo>
                <a:lnTo>
                  <a:pt x="1320297" y="1211895"/>
                </a:lnTo>
                <a:lnTo>
                  <a:pt x="1333066" y="1196765"/>
                </a:lnTo>
                <a:lnTo>
                  <a:pt x="1332044" y="1182528"/>
                </a:lnTo>
                <a:lnTo>
                  <a:pt x="1324511" y="1176910"/>
                </a:lnTo>
                <a:lnTo>
                  <a:pt x="1337726" y="1161269"/>
                </a:lnTo>
                <a:lnTo>
                  <a:pt x="1344110" y="1154119"/>
                </a:lnTo>
                <a:lnTo>
                  <a:pt x="1350494" y="1146075"/>
                </a:lnTo>
                <a:lnTo>
                  <a:pt x="1357645" y="1145564"/>
                </a:lnTo>
                <a:lnTo>
                  <a:pt x="1358666" y="1159801"/>
                </a:lnTo>
                <a:lnTo>
                  <a:pt x="1352282" y="1167398"/>
                </a:lnTo>
                <a:lnTo>
                  <a:pt x="1345132" y="1167909"/>
                </a:lnTo>
                <a:lnTo>
                  <a:pt x="1346153" y="1181571"/>
                </a:lnTo>
                <a:lnTo>
                  <a:pt x="1353240" y="1181060"/>
                </a:lnTo>
                <a:lnTo>
                  <a:pt x="1374690" y="1193828"/>
                </a:lnTo>
                <a:lnTo>
                  <a:pt x="1362943" y="1208895"/>
                </a:lnTo>
                <a:lnTo>
                  <a:pt x="1365242" y="1208895"/>
                </a:lnTo>
                <a:lnTo>
                  <a:pt x="1362433" y="1208895"/>
                </a:lnTo>
                <a:lnTo>
                  <a:pt x="1363390" y="1223195"/>
                </a:lnTo>
                <a:lnTo>
                  <a:pt x="1363901" y="1229579"/>
                </a:lnTo>
                <a:lnTo>
                  <a:pt x="1364922" y="1243752"/>
                </a:lnTo>
                <a:lnTo>
                  <a:pt x="1365369" y="1250838"/>
                </a:lnTo>
                <a:lnTo>
                  <a:pt x="1365880" y="1257222"/>
                </a:lnTo>
                <a:lnTo>
                  <a:pt x="1366391" y="1264756"/>
                </a:lnTo>
                <a:lnTo>
                  <a:pt x="1366901" y="1271140"/>
                </a:lnTo>
                <a:lnTo>
                  <a:pt x="1373988" y="1270629"/>
                </a:lnTo>
                <a:lnTo>
                  <a:pt x="1375009" y="1284865"/>
                </a:lnTo>
                <a:lnTo>
                  <a:pt x="1380691" y="1277332"/>
                </a:lnTo>
                <a:lnTo>
                  <a:pt x="1388863" y="1283716"/>
                </a:lnTo>
                <a:lnTo>
                  <a:pt x="1382479" y="1298400"/>
                </a:lnTo>
                <a:lnTo>
                  <a:pt x="1382926" y="1304784"/>
                </a:lnTo>
                <a:lnTo>
                  <a:pt x="1383436" y="1311870"/>
                </a:lnTo>
                <a:lnTo>
                  <a:pt x="1383883" y="1318574"/>
                </a:lnTo>
                <a:lnTo>
                  <a:pt x="1384969" y="1333193"/>
                </a:lnTo>
                <a:lnTo>
                  <a:pt x="1385415" y="1339896"/>
                </a:lnTo>
                <a:lnTo>
                  <a:pt x="1393587" y="1346281"/>
                </a:lnTo>
                <a:lnTo>
                  <a:pt x="1386437" y="1353942"/>
                </a:lnTo>
                <a:lnTo>
                  <a:pt x="1387395" y="1367731"/>
                </a:lnTo>
                <a:lnTo>
                  <a:pt x="1395566" y="1374115"/>
                </a:lnTo>
                <a:lnTo>
                  <a:pt x="1402269" y="1373605"/>
                </a:lnTo>
                <a:lnTo>
                  <a:pt x="1403802" y="1394927"/>
                </a:lnTo>
                <a:lnTo>
                  <a:pt x="1418932" y="1400482"/>
                </a:lnTo>
                <a:lnTo>
                  <a:pt x="1419443" y="1407568"/>
                </a:lnTo>
                <a:lnTo>
                  <a:pt x="1419953" y="1414654"/>
                </a:lnTo>
                <a:lnTo>
                  <a:pt x="1412803" y="1415165"/>
                </a:lnTo>
                <a:lnTo>
                  <a:pt x="1413314" y="1422251"/>
                </a:lnTo>
                <a:lnTo>
                  <a:pt x="1406228" y="1429466"/>
                </a:lnTo>
                <a:lnTo>
                  <a:pt x="1406738" y="1436552"/>
                </a:lnTo>
                <a:lnTo>
                  <a:pt x="1407249" y="1443638"/>
                </a:lnTo>
                <a:lnTo>
                  <a:pt x="1415229" y="1450022"/>
                </a:lnTo>
                <a:lnTo>
                  <a:pt x="1415804" y="1457619"/>
                </a:lnTo>
                <a:lnTo>
                  <a:pt x="1423401" y="1464004"/>
                </a:lnTo>
                <a:lnTo>
                  <a:pt x="1423912" y="1471154"/>
                </a:lnTo>
                <a:lnTo>
                  <a:pt x="1424869" y="1485326"/>
                </a:lnTo>
                <a:lnTo>
                  <a:pt x="1418485" y="1492924"/>
                </a:lnTo>
                <a:lnTo>
                  <a:pt x="1426082" y="1499308"/>
                </a:lnTo>
                <a:lnTo>
                  <a:pt x="1432466" y="1492094"/>
                </a:lnTo>
                <a:lnTo>
                  <a:pt x="1440063" y="1498478"/>
                </a:lnTo>
                <a:lnTo>
                  <a:pt x="1460556" y="1490306"/>
                </a:lnTo>
                <a:lnTo>
                  <a:pt x="1468153" y="1496690"/>
                </a:lnTo>
                <a:lnTo>
                  <a:pt x="1474538" y="1496243"/>
                </a:lnTo>
                <a:lnTo>
                  <a:pt x="1482198" y="1495669"/>
                </a:lnTo>
                <a:lnTo>
                  <a:pt x="1481752" y="1489285"/>
                </a:lnTo>
                <a:lnTo>
                  <a:pt x="1480730" y="1475048"/>
                </a:lnTo>
                <a:lnTo>
                  <a:pt x="1479709" y="1460875"/>
                </a:lnTo>
                <a:lnTo>
                  <a:pt x="1486093" y="1453853"/>
                </a:lnTo>
                <a:lnTo>
                  <a:pt x="1493243" y="1453342"/>
                </a:lnTo>
                <a:lnTo>
                  <a:pt x="1500393" y="1452831"/>
                </a:lnTo>
                <a:lnTo>
                  <a:pt x="1506777" y="1444724"/>
                </a:lnTo>
                <a:lnTo>
                  <a:pt x="1499627" y="1445234"/>
                </a:lnTo>
                <a:lnTo>
                  <a:pt x="1506011" y="1438148"/>
                </a:lnTo>
                <a:lnTo>
                  <a:pt x="1519801" y="1430040"/>
                </a:lnTo>
                <a:lnTo>
                  <a:pt x="1534165" y="1436424"/>
                </a:lnTo>
                <a:lnTo>
                  <a:pt x="1534612" y="1442808"/>
                </a:lnTo>
                <a:lnTo>
                  <a:pt x="1541698" y="1442298"/>
                </a:lnTo>
                <a:lnTo>
                  <a:pt x="1555999" y="1441276"/>
                </a:lnTo>
                <a:lnTo>
                  <a:pt x="1563085" y="1440765"/>
                </a:lnTo>
                <a:lnTo>
                  <a:pt x="1562128" y="1427103"/>
                </a:lnTo>
                <a:lnTo>
                  <a:pt x="1561617" y="1420017"/>
                </a:lnTo>
                <a:lnTo>
                  <a:pt x="1574002" y="1398183"/>
                </a:lnTo>
                <a:lnTo>
                  <a:pt x="1572980" y="1384521"/>
                </a:lnTo>
                <a:lnTo>
                  <a:pt x="1579365" y="1376924"/>
                </a:lnTo>
                <a:lnTo>
                  <a:pt x="1585749" y="1368753"/>
                </a:lnTo>
                <a:lnTo>
                  <a:pt x="1585302" y="1362369"/>
                </a:lnTo>
                <a:lnTo>
                  <a:pt x="1578215" y="1362815"/>
                </a:lnTo>
                <a:lnTo>
                  <a:pt x="1584280" y="1348004"/>
                </a:lnTo>
                <a:lnTo>
                  <a:pt x="1590984" y="1340982"/>
                </a:lnTo>
                <a:lnTo>
                  <a:pt x="1583323" y="1334598"/>
                </a:lnTo>
                <a:lnTo>
                  <a:pt x="1582812" y="1327511"/>
                </a:lnTo>
                <a:lnTo>
                  <a:pt x="1582365" y="1320808"/>
                </a:lnTo>
                <a:lnTo>
                  <a:pt x="1588749" y="1312828"/>
                </a:lnTo>
                <a:lnTo>
                  <a:pt x="1588239" y="1305742"/>
                </a:lnTo>
                <a:lnTo>
                  <a:pt x="1594623" y="1291441"/>
                </a:lnTo>
                <a:lnTo>
                  <a:pt x="1594176" y="1285057"/>
                </a:lnTo>
                <a:lnTo>
                  <a:pt x="1593665" y="1277460"/>
                </a:lnTo>
                <a:lnTo>
                  <a:pt x="1585557" y="1264245"/>
                </a:lnTo>
                <a:lnTo>
                  <a:pt x="1599283" y="1256137"/>
                </a:lnTo>
                <a:lnTo>
                  <a:pt x="1577449" y="1250966"/>
                </a:lnTo>
                <a:lnTo>
                  <a:pt x="1583833" y="1242986"/>
                </a:lnTo>
                <a:lnTo>
                  <a:pt x="1598645" y="1249370"/>
                </a:lnTo>
                <a:lnTo>
                  <a:pt x="1605731" y="1248859"/>
                </a:lnTo>
                <a:lnTo>
                  <a:pt x="1618499" y="1233665"/>
                </a:lnTo>
                <a:lnTo>
                  <a:pt x="1617988" y="1226579"/>
                </a:lnTo>
                <a:lnTo>
                  <a:pt x="1617478" y="1219492"/>
                </a:lnTo>
                <a:lnTo>
                  <a:pt x="1624628" y="1218982"/>
                </a:lnTo>
                <a:lnTo>
                  <a:pt x="1631714" y="1218471"/>
                </a:lnTo>
                <a:lnTo>
                  <a:pt x="1639375" y="1224855"/>
                </a:lnTo>
                <a:lnTo>
                  <a:pt x="1645759" y="1210108"/>
                </a:lnTo>
                <a:lnTo>
                  <a:pt x="1652144" y="1203085"/>
                </a:lnTo>
                <a:lnTo>
                  <a:pt x="1665933" y="1194850"/>
                </a:lnTo>
                <a:lnTo>
                  <a:pt x="1651186" y="1188465"/>
                </a:lnTo>
                <a:lnTo>
                  <a:pt x="1650675" y="1181379"/>
                </a:lnTo>
                <a:lnTo>
                  <a:pt x="1657761" y="1173718"/>
                </a:lnTo>
                <a:lnTo>
                  <a:pt x="1664145" y="1173271"/>
                </a:lnTo>
                <a:lnTo>
                  <a:pt x="1676914" y="1151884"/>
                </a:lnTo>
                <a:lnTo>
                  <a:pt x="1669253" y="1144926"/>
                </a:lnTo>
                <a:lnTo>
                  <a:pt x="1668231" y="1131136"/>
                </a:lnTo>
                <a:lnTo>
                  <a:pt x="1655591" y="1138542"/>
                </a:lnTo>
                <a:lnTo>
                  <a:pt x="1655080" y="1132158"/>
                </a:lnTo>
                <a:lnTo>
                  <a:pt x="1654569" y="1124624"/>
                </a:lnTo>
                <a:lnTo>
                  <a:pt x="1646462" y="1118240"/>
                </a:lnTo>
                <a:lnTo>
                  <a:pt x="1639375" y="1111856"/>
                </a:lnTo>
                <a:lnTo>
                  <a:pt x="1638864" y="1104770"/>
                </a:lnTo>
                <a:lnTo>
                  <a:pt x="1638354" y="1097683"/>
                </a:lnTo>
                <a:lnTo>
                  <a:pt x="1624500" y="1105791"/>
                </a:lnTo>
                <a:lnTo>
                  <a:pt x="1616903" y="1099407"/>
                </a:lnTo>
                <a:lnTo>
                  <a:pt x="1609178" y="1092321"/>
                </a:lnTo>
                <a:lnTo>
                  <a:pt x="1608221" y="1078659"/>
                </a:lnTo>
                <a:lnTo>
                  <a:pt x="1600624" y="1072275"/>
                </a:lnTo>
                <a:lnTo>
                  <a:pt x="1600113" y="1065188"/>
                </a:lnTo>
                <a:lnTo>
                  <a:pt x="1593027" y="1058804"/>
                </a:lnTo>
                <a:lnTo>
                  <a:pt x="1599411" y="1058357"/>
                </a:lnTo>
                <a:lnTo>
                  <a:pt x="1605795" y="1050760"/>
                </a:lnTo>
                <a:lnTo>
                  <a:pt x="1604773" y="1036524"/>
                </a:lnTo>
                <a:lnTo>
                  <a:pt x="1604263" y="1029437"/>
                </a:lnTo>
                <a:lnTo>
                  <a:pt x="1603305" y="1015648"/>
                </a:lnTo>
                <a:lnTo>
                  <a:pt x="1610455" y="1015137"/>
                </a:lnTo>
                <a:lnTo>
                  <a:pt x="1602858" y="1009072"/>
                </a:lnTo>
                <a:lnTo>
                  <a:pt x="1609242" y="1000964"/>
                </a:lnTo>
                <a:lnTo>
                  <a:pt x="1608285" y="987302"/>
                </a:lnTo>
                <a:lnTo>
                  <a:pt x="1614669" y="979705"/>
                </a:lnTo>
                <a:lnTo>
                  <a:pt x="1613711" y="965532"/>
                </a:lnTo>
                <a:lnTo>
                  <a:pt x="1592324" y="967001"/>
                </a:lnTo>
                <a:lnTo>
                  <a:pt x="1591303" y="953211"/>
                </a:lnTo>
                <a:lnTo>
                  <a:pt x="1597687" y="945614"/>
                </a:lnTo>
                <a:lnTo>
                  <a:pt x="1612434" y="951998"/>
                </a:lnTo>
                <a:lnTo>
                  <a:pt x="1618818" y="944401"/>
                </a:lnTo>
                <a:lnTo>
                  <a:pt x="1626096" y="943890"/>
                </a:lnTo>
                <a:lnTo>
                  <a:pt x="1632480" y="936804"/>
                </a:lnTo>
                <a:lnTo>
                  <a:pt x="1640077" y="936293"/>
                </a:lnTo>
                <a:lnTo>
                  <a:pt x="1654250" y="927866"/>
                </a:lnTo>
                <a:lnTo>
                  <a:pt x="1646589" y="921482"/>
                </a:lnTo>
                <a:lnTo>
                  <a:pt x="1659804" y="906160"/>
                </a:lnTo>
                <a:lnTo>
                  <a:pt x="1652207" y="899776"/>
                </a:lnTo>
                <a:lnTo>
                  <a:pt x="1666444" y="898818"/>
                </a:lnTo>
                <a:lnTo>
                  <a:pt x="1672828" y="884646"/>
                </a:lnTo>
                <a:lnTo>
                  <a:pt x="1680042" y="891030"/>
                </a:lnTo>
                <a:lnTo>
                  <a:pt x="1693768" y="882922"/>
                </a:lnTo>
                <a:lnTo>
                  <a:pt x="1686554" y="876538"/>
                </a:lnTo>
                <a:lnTo>
                  <a:pt x="1692938" y="868941"/>
                </a:lnTo>
                <a:lnTo>
                  <a:pt x="1700088" y="868430"/>
                </a:lnTo>
                <a:lnTo>
                  <a:pt x="1713814" y="860322"/>
                </a:lnTo>
                <a:lnTo>
                  <a:pt x="1712793" y="846150"/>
                </a:lnTo>
                <a:lnTo>
                  <a:pt x="1712346" y="839446"/>
                </a:lnTo>
                <a:lnTo>
                  <a:pt x="1711899" y="833062"/>
                </a:lnTo>
                <a:lnTo>
                  <a:pt x="1718283" y="818379"/>
                </a:lnTo>
                <a:lnTo>
                  <a:pt x="1724667" y="817932"/>
                </a:lnTo>
                <a:lnTo>
                  <a:pt x="1731051" y="803248"/>
                </a:lnTo>
                <a:lnTo>
                  <a:pt x="1737435" y="795587"/>
                </a:lnTo>
                <a:lnTo>
                  <a:pt x="1729838" y="789203"/>
                </a:lnTo>
                <a:lnTo>
                  <a:pt x="1729327" y="782117"/>
                </a:lnTo>
                <a:lnTo>
                  <a:pt x="1728306" y="767880"/>
                </a:lnTo>
                <a:lnTo>
                  <a:pt x="1727284" y="753708"/>
                </a:lnTo>
                <a:lnTo>
                  <a:pt x="1733669" y="746494"/>
                </a:lnTo>
                <a:lnTo>
                  <a:pt x="1733158" y="739407"/>
                </a:lnTo>
                <a:lnTo>
                  <a:pt x="1732711" y="732321"/>
                </a:lnTo>
                <a:lnTo>
                  <a:pt x="1739095" y="724724"/>
                </a:lnTo>
                <a:lnTo>
                  <a:pt x="1753459" y="723702"/>
                </a:lnTo>
                <a:lnTo>
                  <a:pt x="1752438" y="709530"/>
                </a:lnTo>
                <a:lnTo>
                  <a:pt x="1751480" y="695804"/>
                </a:lnTo>
                <a:lnTo>
                  <a:pt x="1751033" y="689420"/>
                </a:lnTo>
                <a:lnTo>
                  <a:pt x="1757417" y="688973"/>
                </a:lnTo>
                <a:lnTo>
                  <a:pt x="1765014" y="695357"/>
                </a:lnTo>
                <a:lnTo>
                  <a:pt x="1778293" y="680163"/>
                </a:lnTo>
                <a:lnTo>
                  <a:pt x="1785954" y="687185"/>
                </a:lnTo>
                <a:lnTo>
                  <a:pt x="1793041" y="686675"/>
                </a:lnTo>
                <a:lnTo>
                  <a:pt x="1800191" y="686228"/>
                </a:lnTo>
                <a:lnTo>
                  <a:pt x="1807341" y="692612"/>
                </a:lnTo>
                <a:lnTo>
                  <a:pt x="1813725" y="685462"/>
                </a:lnTo>
                <a:lnTo>
                  <a:pt x="1812640" y="670842"/>
                </a:lnTo>
                <a:lnTo>
                  <a:pt x="1805043" y="664458"/>
                </a:lnTo>
                <a:lnTo>
                  <a:pt x="1797510" y="651243"/>
                </a:lnTo>
                <a:lnTo>
                  <a:pt x="1796999" y="644156"/>
                </a:lnTo>
                <a:lnTo>
                  <a:pt x="1795977" y="629984"/>
                </a:lnTo>
                <a:lnTo>
                  <a:pt x="1794956" y="615747"/>
                </a:lnTo>
                <a:lnTo>
                  <a:pt x="1801340" y="608597"/>
                </a:lnTo>
                <a:lnTo>
                  <a:pt x="1794254" y="602213"/>
                </a:lnTo>
                <a:lnTo>
                  <a:pt x="1793743" y="595063"/>
                </a:lnTo>
                <a:lnTo>
                  <a:pt x="1786082" y="588679"/>
                </a:lnTo>
                <a:lnTo>
                  <a:pt x="1785571" y="581592"/>
                </a:lnTo>
                <a:lnTo>
                  <a:pt x="1785124" y="574889"/>
                </a:lnTo>
                <a:lnTo>
                  <a:pt x="1784614" y="567803"/>
                </a:lnTo>
                <a:lnTo>
                  <a:pt x="1785060" y="567803"/>
                </a:lnTo>
                <a:lnTo>
                  <a:pt x="1785571" y="574889"/>
                </a:lnTo>
                <a:lnTo>
                  <a:pt x="1786018" y="581273"/>
                </a:lnTo>
                <a:lnTo>
                  <a:pt x="1786529" y="588359"/>
                </a:lnTo>
                <a:lnTo>
                  <a:pt x="1794190" y="594743"/>
                </a:lnTo>
                <a:lnTo>
                  <a:pt x="1794701" y="601830"/>
                </a:lnTo>
                <a:lnTo>
                  <a:pt x="1801851" y="608214"/>
                </a:lnTo>
                <a:lnTo>
                  <a:pt x="1795467" y="615364"/>
                </a:lnTo>
                <a:lnTo>
                  <a:pt x="1796488" y="629537"/>
                </a:lnTo>
                <a:lnTo>
                  <a:pt x="1797446" y="643710"/>
                </a:lnTo>
                <a:lnTo>
                  <a:pt x="1797957" y="650860"/>
                </a:lnTo>
                <a:lnTo>
                  <a:pt x="1805617" y="664011"/>
                </a:lnTo>
                <a:lnTo>
                  <a:pt x="1813214" y="670395"/>
                </a:lnTo>
                <a:lnTo>
                  <a:pt x="1814300" y="685015"/>
                </a:lnTo>
                <a:lnTo>
                  <a:pt x="1821386" y="684504"/>
                </a:lnTo>
                <a:lnTo>
                  <a:pt x="1828983" y="690888"/>
                </a:lnTo>
                <a:lnTo>
                  <a:pt x="1843284" y="689867"/>
                </a:lnTo>
                <a:lnTo>
                  <a:pt x="1843794" y="697400"/>
                </a:lnTo>
                <a:lnTo>
                  <a:pt x="1850817" y="703082"/>
                </a:lnTo>
                <a:lnTo>
                  <a:pt x="1851328" y="710168"/>
                </a:lnTo>
                <a:lnTo>
                  <a:pt x="1851838" y="717318"/>
                </a:lnTo>
                <a:lnTo>
                  <a:pt x="1852860" y="731491"/>
                </a:lnTo>
                <a:lnTo>
                  <a:pt x="1853371" y="738577"/>
                </a:lnTo>
                <a:lnTo>
                  <a:pt x="1860968" y="744962"/>
                </a:lnTo>
                <a:lnTo>
                  <a:pt x="1861478" y="752048"/>
                </a:lnTo>
                <a:lnTo>
                  <a:pt x="1854328" y="752559"/>
                </a:lnTo>
                <a:lnTo>
                  <a:pt x="1847944" y="753005"/>
                </a:lnTo>
                <a:lnTo>
                  <a:pt x="1840794" y="753516"/>
                </a:lnTo>
                <a:lnTo>
                  <a:pt x="1841304" y="760603"/>
                </a:lnTo>
                <a:lnTo>
                  <a:pt x="1828536" y="782947"/>
                </a:lnTo>
                <a:lnTo>
                  <a:pt x="1829047" y="789331"/>
                </a:lnTo>
                <a:lnTo>
                  <a:pt x="1822663" y="803504"/>
                </a:lnTo>
                <a:lnTo>
                  <a:pt x="1816279" y="811612"/>
                </a:lnTo>
                <a:lnTo>
                  <a:pt x="1803511" y="826806"/>
                </a:lnTo>
                <a:lnTo>
                  <a:pt x="1804021" y="833190"/>
                </a:lnTo>
                <a:lnTo>
                  <a:pt x="1804468" y="839574"/>
                </a:lnTo>
                <a:lnTo>
                  <a:pt x="1790742" y="848065"/>
                </a:lnTo>
                <a:lnTo>
                  <a:pt x="1784358" y="855279"/>
                </a:lnTo>
                <a:lnTo>
                  <a:pt x="1777974" y="862876"/>
                </a:lnTo>
                <a:lnTo>
                  <a:pt x="1778485" y="869962"/>
                </a:lnTo>
                <a:lnTo>
                  <a:pt x="1779506" y="884135"/>
                </a:lnTo>
                <a:lnTo>
                  <a:pt x="1766227" y="891732"/>
                </a:lnTo>
                <a:lnTo>
                  <a:pt x="1758503" y="885348"/>
                </a:lnTo>
                <a:lnTo>
                  <a:pt x="1751416" y="885859"/>
                </a:lnTo>
                <a:lnTo>
                  <a:pt x="1752374" y="899521"/>
                </a:lnTo>
                <a:lnTo>
                  <a:pt x="1739159" y="914843"/>
                </a:lnTo>
                <a:lnTo>
                  <a:pt x="1740117" y="929015"/>
                </a:lnTo>
                <a:lnTo>
                  <a:pt x="1740627" y="935399"/>
                </a:lnTo>
                <a:lnTo>
                  <a:pt x="1748224" y="941783"/>
                </a:lnTo>
                <a:lnTo>
                  <a:pt x="1749246" y="955573"/>
                </a:lnTo>
                <a:lnTo>
                  <a:pt x="1742862" y="963553"/>
                </a:lnTo>
                <a:lnTo>
                  <a:pt x="1743372" y="970257"/>
                </a:lnTo>
                <a:lnTo>
                  <a:pt x="1758120" y="976322"/>
                </a:lnTo>
                <a:lnTo>
                  <a:pt x="1758566" y="982706"/>
                </a:lnTo>
                <a:lnTo>
                  <a:pt x="1759652" y="997453"/>
                </a:lnTo>
                <a:lnTo>
                  <a:pt x="1761056" y="1017818"/>
                </a:lnTo>
                <a:lnTo>
                  <a:pt x="1762078" y="1031991"/>
                </a:lnTo>
                <a:lnTo>
                  <a:pt x="1748352" y="1040099"/>
                </a:lnTo>
                <a:lnTo>
                  <a:pt x="1749310" y="1054272"/>
                </a:lnTo>
                <a:lnTo>
                  <a:pt x="1749820" y="1061422"/>
                </a:lnTo>
                <a:lnTo>
                  <a:pt x="1765525" y="1080574"/>
                </a:lnTo>
                <a:lnTo>
                  <a:pt x="1786465" y="1079106"/>
                </a:lnTo>
                <a:lnTo>
                  <a:pt x="1794190" y="1086192"/>
                </a:lnTo>
                <a:lnTo>
                  <a:pt x="1808426" y="1085171"/>
                </a:lnTo>
                <a:lnTo>
                  <a:pt x="1815513" y="1084660"/>
                </a:lnTo>
                <a:lnTo>
                  <a:pt x="1823684" y="1098386"/>
                </a:lnTo>
                <a:lnTo>
                  <a:pt x="1824642" y="1111665"/>
                </a:lnTo>
                <a:lnTo>
                  <a:pt x="1832303" y="1118623"/>
                </a:lnTo>
                <a:lnTo>
                  <a:pt x="1839453" y="1125007"/>
                </a:lnTo>
                <a:lnTo>
                  <a:pt x="1860840" y="1123475"/>
                </a:lnTo>
                <a:lnTo>
                  <a:pt x="1867990" y="1122964"/>
                </a:lnTo>
                <a:lnTo>
                  <a:pt x="1874374" y="1108281"/>
                </a:lnTo>
                <a:lnTo>
                  <a:pt x="1880758" y="1101131"/>
                </a:lnTo>
                <a:lnTo>
                  <a:pt x="1888866" y="1114857"/>
                </a:lnTo>
                <a:lnTo>
                  <a:pt x="1895250" y="1106813"/>
                </a:lnTo>
                <a:lnTo>
                  <a:pt x="1901954" y="1099663"/>
                </a:lnTo>
                <a:lnTo>
                  <a:pt x="1915807" y="1092065"/>
                </a:lnTo>
                <a:lnTo>
                  <a:pt x="1936172" y="1083511"/>
                </a:lnTo>
                <a:lnTo>
                  <a:pt x="1943323" y="1083000"/>
                </a:lnTo>
                <a:lnTo>
                  <a:pt x="1950409" y="1082489"/>
                </a:lnTo>
                <a:lnTo>
                  <a:pt x="1949898" y="1075403"/>
                </a:lnTo>
                <a:lnTo>
                  <a:pt x="1947919" y="1068317"/>
                </a:lnTo>
                <a:lnTo>
                  <a:pt x="1954303" y="1061230"/>
                </a:lnTo>
                <a:lnTo>
                  <a:pt x="1962475" y="1074956"/>
                </a:lnTo>
                <a:lnTo>
                  <a:pt x="1968859" y="1066848"/>
                </a:lnTo>
                <a:lnTo>
                  <a:pt x="1982649" y="1059315"/>
                </a:lnTo>
                <a:lnTo>
                  <a:pt x="1989033" y="1045015"/>
                </a:lnTo>
                <a:lnTo>
                  <a:pt x="1996694" y="1051399"/>
                </a:lnTo>
                <a:lnTo>
                  <a:pt x="2011313" y="1050313"/>
                </a:lnTo>
                <a:lnTo>
                  <a:pt x="2017697" y="1049930"/>
                </a:lnTo>
                <a:lnTo>
                  <a:pt x="2024082" y="1042716"/>
                </a:lnTo>
                <a:lnTo>
                  <a:pt x="2031104" y="1025862"/>
                </a:lnTo>
                <a:lnTo>
                  <a:pt x="2032189" y="1041184"/>
                </a:lnTo>
                <a:lnTo>
                  <a:pt x="2045979" y="1040226"/>
                </a:lnTo>
                <a:lnTo>
                  <a:pt x="2059705" y="1032119"/>
                </a:lnTo>
                <a:lnTo>
                  <a:pt x="2065451" y="1031736"/>
                </a:lnTo>
                <a:lnTo>
                  <a:pt x="2065961" y="1038822"/>
                </a:lnTo>
                <a:lnTo>
                  <a:pt x="2061173" y="1052995"/>
                </a:lnTo>
                <a:lnTo>
                  <a:pt x="2061684" y="1060081"/>
                </a:lnTo>
                <a:lnTo>
                  <a:pt x="2075027" y="1059187"/>
                </a:lnTo>
                <a:lnTo>
                  <a:pt x="2082305" y="1066721"/>
                </a:lnTo>
                <a:lnTo>
                  <a:pt x="2097435" y="1072275"/>
                </a:lnTo>
                <a:lnTo>
                  <a:pt x="2103117" y="1065252"/>
                </a:lnTo>
                <a:lnTo>
                  <a:pt x="2116970" y="1064295"/>
                </a:lnTo>
                <a:lnTo>
                  <a:pt x="2125461" y="1063720"/>
                </a:lnTo>
                <a:lnTo>
                  <a:pt x="2131845" y="1070104"/>
                </a:lnTo>
                <a:lnTo>
                  <a:pt x="2138996" y="1069593"/>
                </a:lnTo>
                <a:lnTo>
                  <a:pt x="2139953" y="1083383"/>
                </a:lnTo>
                <a:lnTo>
                  <a:pt x="2132803" y="1083894"/>
                </a:lnTo>
                <a:lnTo>
                  <a:pt x="2118183" y="1084915"/>
                </a:lnTo>
                <a:lnTo>
                  <a:pt x="2104330" y="1085873"/>
                </a:lnTo>
                <a:lnTo>
                  <a:pt x="2083454" y="1087341"/>
                </a:lnTo>
                <a:lnTo>
                  <a:pt x="2083964" y="1094428"/>
                </a:lnTo>
                <a:lnTo>
                  <a:pt x="2077261" y="1094938"/>
                </a:lnTo>
                <a:lnTo>
                  <a:pt x="2076750" y="1087788"/>
                </a:lnTo>
                <a:lnTo>
                  <a:pt x="2069728" y="1095449"/>
                </a:lnTo>
                <a:lnTo>
                  <a:pt x="2070175" y="1101833"/>
                </a:lnTo>
                <a:lnTo>
                  <a:pt x="2070686" y="1108919"/>
                </a:lnTo>
                <a:lnTo>
                  <a:pt x="2071196" y="1116006"/>
                </a:lnTo>
                <a:lnTo>
                  <a:pt x="2065451" y="1116453"/>
                </a:lnTo>
                <a:lnTo>
                  <a:pt x="2057279" y="1102727"/>
                </a:lnTo>
                <a:lnTo>
                  <a:pt x="2050895" y="1110324"/>
                </a:lnTo>
                <a:lnTo>
                  <a:pt x="2051405" y="1117410"/>
                </a:lnTo>
                <a:lnTo>
                  <a:pt x="2051916" y="1124561"/>
                </a:lnTo>
                <a:lnTo>
                  <a:pt x="2052874" y="1138286"/>
                </a:lnTo>
                <a:lnTo>
                  <a:pt x="2046490" y="1138733"/>
                </a:lnTo>
                <a:lnTo>
                  <a:pt x="2017953" y="1140776"/>
                </a:lnTo>
                <a:lnTo>
                  <a:pt x="2011569" y="1141223"/>
                </a:lnTo>
                <a:lnTo>
                  <a:pt x="2003908" y="1134839"/>
                </a:lnTo>
                <a:lnTo>
                  <a:pt x="1997524" y="1135286"/>
                </a:lnTo>
                <a:lnTo>
                  <a:pt x="1983798" y="1143394"/>
                </a:lnTo>
                <a:lnTo>
                  <a:pt x="1983287" y="1136307"/>
                </a:lnTo>
                <a:lnTo>
                  <a:pt x="1969051" y="1137329"/>
                </a:lnTo>
                <a:lnTo>
                  <a:pt x="1962666" y="1137712"/>
                </a:lnTo>
                <a:lnTo>
                  <a:pt x="1956282" y="1138223"/>
                </a:lnTo>
                <a:lnTo>
                  <a:pt x="1948685" y="1138733"/>
                </a:lnTo>
                <a:lnTo>
                  <a:pt x="1942301" y="1146330"/>
                </a:lnTo>
                <a:lnTo>
                  <a:pt x="1935917" y="1146777"/>
                </a:lnTo>
                <a:lnTo>
                  <a:pt x="1922255" y="1147799"/>
                </a:lnTo>
                <a:lnTo>
                  <a:pt x="1914594" y="1148309"/>
                </a:lnTo>
                <a:lnTo>
                  <a:pt x="1908210" y="1148756"/>
                </a:lnTo>
                <a:lnTo>
                  <a:pt x="1900549" y="1149331"/>
                </a:lnTo>
                <a:lnTo>
                  <a:pt x="1901060" y="1155715"/>
                </a:lnTo>
                <a:lnTo>
                  <a:pt x="1901570" y="1163312"/>
                </a:lnTo>
                <a:lnTo>
                  <a:pt x="1895186" y="1163759"/>
                </a:lnTo>
                <a:lnTo>
                  <a:pt x="1888100" y="1164270"/>
                </a:lnTo>
                <a:lnTo>
                  <a:pt x="1880950" y="1164780"/>
                </a:lnTo>
                <a:lnTo>
                  <a:pt x="1874566" y="1172378"/>
                </a:lnTo>
                <a:lnTo>
                  <a:pt x="1875076" y="1178762"/>
                </a:lnTo>
                <a:lnTo>
                  <a:pt x="1875523" y="1185848"/>
                </a:lnTo>
                <a:lnTo>
                  <a:pt x="1876034" y="1192934"/>
                </a:lnTo>
                <a:lnTo>
                  <a:pt x="1890335" y="1191913"/>
                </a:lnTo>
                <a:lnTo>
                  <a:pt x="1890718" y="1197659"/>
                </a:lnTo>
                <a:lnTo>
                  <a:pt x="1891228" y="1204745"/>
                </a:lnTo>
                <a:lnTo>
                  <a:pt x="1884078" y="1205256"/>
                </a:lnTo>
                <a:lnTo>
                  <a:pt x="1884589" y="1211640"/>
                </a:lnTo>
                <a:lnTo>
                  <a:pt x="1886121" y="1233473"/>
                </a:lnTo>
                <a:lnTo>
                  <a:pt x="1901315" y="1245731"/>
                </a:lnTo>
                <a:lnTo>
                  <a:pt x="1907699" y="1245284"/>
                </a:lnTo>
                <a:lnTo>
                  <a:pt x="1907252" y="1238900"/>
                </a:lnTo>
                <a:lnTo>
                  <a:pt x="1914403" y="1231239"/>
                </a:lnTo>
                <a:lnTo>
                  <a:pt x="1920787" y="1230792"/>
                </a:lnTo>
                <a:lnTo>
                  <a:pt x="1928958" y="1237176"/>
                </a:lnTo>
                <a:lnTo>
                  <a:pt x="1922574" y="1251477"/>
                </a:lnTo>
                <a:lnTo>
                  <a:pt x="1923596" y="1265139"/>
                </a:lnTo>
                <a:lnTo>
                  <a:pt x="1923915" y="1270310"/>
                </a:lnTo>
                <a:lnTo>
                  <a:pt x="1916509" y="1272736"/>
                </a:lnTo>
                <a:lnTo>
                  <a:pt x="1917020" y="1279886"/>
                </a:lnTo>
                <a:lnTo>
                  <a:pt x="1917531" y="1286972"/>
                </a:lnTo>
                <a:lnTo>
                  <a:pt x="1917978" y="1293356"/>
                </a:lnTo>
                <a:lnTo>
                  <a:pt x="1918999" y="1307018"/>
                </a:lnTo>
                <a:lnTo>
                  <a:pt x="1919510" y="1314105"/>
                </a:lnTo>
                <a:lnTo>
                  <a:pt x="1920468" y="1328277"/>
                </a:lnTo>
                <a:lnTo>
                  <a:pt x="1914083" y="1335875"/>
                </a:lnTo>
                <a:lnTo>
                  <a:pt x="1907699" y="1343025"/>
                </a:lnTo>
                <a:lnTo>
                  <a:pt x="1900549" y="1343535"/>
                </a:lnTo>
                <a:lnTo>
                  <a:pt x="1885355" y="1330767"/>
                </a:lnTo>
                <a:lnTo>
                  <a:pt x="1878141" y="1324383"/>
                </a:lnTo>
                <a:lnTo>
                  <a:pt x="1877119" y="1309700"/>
                </a:lnTo>
                <a:lnTo>
                  <a:pt x="1861925" y="1296931"/>
                </a:lnTo>
                <a:lnTo>
                  <a:pt x="1855541" y="1297442"/>
                </a:lnTo>
                <a:lnTo>
                  <a:pt x="1848391" y="1291058"/>
                </a:lnTo>
                <a:lnTo>
                  <a:pt x="1845773" y="1285376"/>
                </a:lnTo>
                <a:lnTo>
                  <a:pt x="1832048" y="1286334"/>
                </a:lnTo>
                <a:lnTo>
                  <a:pt x="1818258" y="1294442"/>
                </a:lnTo>
                <a:lnTo>
                  <a:pt x="1811108" y="1301656"/>
                </a:lnTo>
                <a:lnTo>
                  <a:pt x="1804724" y="1302166"/>
                </a:lnTo>
                <a:lnTo>
                  <a:pt x="1799553" y="1316275"/>
                </a:lnTo>
                <a:lnTo>
                  <a:pt x="1800574" y="1330959"/>
                </a:lnTo>
                <a:lnTo>
                  <a:pt x="1794190" y="1345131"/>
                </a:lnTo>
                <a:lnTo>
                  <a:pt x="1787423" y="1358538"/>
                </a:lnTo>
                <a:lnTo>
                  <a:pt x="1783273" y="1401184"/>
                </a:lnTo>
                <a:lnTo>
                  <a:pt x="1784741" y="1421932"/>
                </a:lnTo>
                <a:lnTo>
                  <a:pt x="1785252" y="1429082"/>
                </a:lnTo>
                <a:lnTo>
                  <a:pt x="1785763" y="1435467"/>
                </a:lnTo>
                <a:lnTo>
                  <a:pt x="1794381" y="1456279"/>
                </a:lnTo>
                <a:lnTo>
                  <a:pt x="1795914" y="1477602"/>
                </a:lnTo>
                <a:lnTo>
                  <a:pt x="1810661" y="1476516"/>
                </a:lnTo>
                <a:lnTo>
                  <a:pt x="1811108" y="1482900"/>
                </a:lnTo>
                <a:lnTo>
                  <a:pt x="1817811" y="1489285"/>
                </a:lnTo>
                <a:lnTo>
                  <a:pt x="1824195" y="1488838"/>
                </a:lnTo>
                <a:lnTo>
                  <a:pt x="1832367" y="1495222"/>
                </a:lnTo>
                <a:lnTo>
                  <a:pt x="1835878" y="1495222"/>
                </a:lnTo>
                <a:lnTo>
                  <a:pt x="1833516" y="1498222"/>
                </a:lnTo>
                <a:lnTo>
                  <a:pt x="1819662" y="1499180"/>
                </a:lnTo>
                <a:lnTo>
                  <a:pt x="1811171" y="1499754"/>
                </a:lnTo>
                <a:lnTo>
                  <a:pt x="1809320" y="1499754"/>
                </a:lnTo>
                <a:lnTo>
                  <a:pt x="1806894" y="1494264"/>
                </a:lnTo>
                <a:lnTo>
                  <a:pt x="1800510" y="1486539"/>
                </a:lnTo>
                <a:lnTo>
                  <a:pt x="1790168" y="1489285"/>
                </a:lnTo>
                <a:lnTo>
                  <a:pt x="1783081" y="1489732"/>
                </a:lnTo>
                <a:lnTo>
                  <a:pt x="1783528" y="1496116"/>
                </a:lnTo>
                <a:lnTo>
                  <a:pt x="1790679" y="1495669"/>
                </a:lnTo>
                <a:lnTo>
                  <a:pt x="1784294" y="1509905"/>
                </a:lnTo>
                <a:lnTo>
                  <a:pt x="1777910" y="1517502"/>
                </a:lnTo>
                <a:lnTo>
                  <a:pt x="1764185" y="1518524"/>
                </a:lnTo>
                <a:lnTo>
                  <a:pt x="1763674" y="1511374"/>
                </a:lnTo>
                <a:lnTo>
                  <a:pt x="1763163" y="1504989"/>
                </a:lnTo>
                <a:lnTo>
                  <a:pt x="1762716" y="1497839"/>
                </a:lnTo>
                <a:lnTo>
                  <a:pt x="1742287" y="1513161"/>
                </a:lnTo>
                <a:lnTo>
                  <a:pt x="1742798" y="1520248"/>
                </a:lnTo>
                <a:lnTo>
                  <a:pt x="1731115" y="1531037"/>
                </a:lnTo>
                <a:lnTo>
                  <a:pt x="1743883" y="1534420"/>
                </a:lnTo>
                <a:lnTo>
                  <a:pt x="1744394" y="1540804"/>
                </a:lnTo>
                <a:lnTo>
                  <a:pt x="1738010" y="1548976"/>
                </a:lnTo>
                <a:lnTo>
                  <a:pt x="1731306" y="1549423"/>
                </a:lnTo>
                <a:lnTo>
                  <a:pt x="1731817" y="1556509"/>
                </a:lnTo>
                <a:lnTo>
                  <a:pt x="1732264" y="1562893"/>
                </a:lnTo>
                <a:lnTo>
                  <a:pt x="1732775" y="1569980"/>
                </a:lnTo>
                <a:lnTo>
                  <a:pt x="1718474" y="1571001"/>
                </a:lnTo>
                <a:lnTo>
                  <a:pt x="1711388" y="1571512"/>
                </a:lnTo>
                <a:lnTo>
                  <a:pt x="1710877" y="1564425"/>
                </a:lnTo>
                <a:lnTo>
                  <a:pt x="1703727" y="1564936"/>
                </a:lnTo>
                <a:lnTo>
                  <a:pt x="1683298" y="1573491"/>
                </a:lnTo>
                <a:lnTo>
                  <a:pt x="1675254" y="1567107"/>
                </a:lnTo>
                <a:lnTo>
                  <a:pt x="1674807" y="1560723"/>
                </a:lnTo>
                <a:lnTo>
                  <a:pt x="1674296" y="1553636"/>
                </a:lnTo>
                <a:lnTo>
                  <a:pt x="1673722" y="1545975"/>
                </a:lnTo>
                <a:lnTo>
                  <a:pt x="1666571" y="1539591"/>
                </a:lnTo>
                <a:lnTo>
                  <a:pt x="1666061" y="1532505"/>
                </a:lnTo>
                <a:lnTo>
                  <a:pt x="1644674" y="1533973"/>
                </a:lnTo>
                <a:lnTo>
                  <a:pt x="1638290" y="1541570"/>
                </a:lnTo>
                <a:lnTo>
                  <a:pt x="1631204" y="1542081"/>
                </a:lnTo>
                <a:lnTo>
                  <a:pt x="1616967" y="1535697"/>
                </a:lnTo>
                <a:lnTo>
                  <a:pt x="1610583" y="1543294"/>
                </a:lnTo>
                <a:lnTo>
                  <a:pt x="1603433" y="1543805"/>
                </a:lnTo>
                <a:lnTo>
                  <a:pt x="1603879" y="1550189"/>
                </a:lnTo>
                <a:lnTo>
                  <a:pt x="1596793" y="1550700"/>
                </a:lnTo>
                <a:lnTo>
                  <a:pt x="1590409" y="1558807"/>
                </a:lnTo>
                <a:lnTo>
                  <a:pt x="1582748" y="1551721"/>
                </a:lnTo>
                <a:lnTo>
                  <a:pt x="1576683" y="1559765"/>
                </a:lnTo>
                <a:lnTo>
                  <a:pt x="1570299" y="1567362"/>
                </a:lnTo>
                <a:lnTo>
                  <a:pt x="1563915" y="1574449"/>
                </a:lnTo>
                <a:lnTo>
                  <a:pt x="1556765" y="1574959"/>
                </a:lnTo>
                <a:lnTo>
                  <a:pt x="1550381" y="1582556"/>
                </a:lnTo>
                <a:lnTo>
                  <a:pt x="1543294" y="1583067"/>
                </a:lnTo>
                <a:lnTo>
                  <a:pt x="1543805" y="1590153"/>
                </a:lnTo>
                <a:lnTo>
                  <a:pt x="1537102" y="1590664"/>
                </a:lnTo>
                <a:lnTo>
                  <a:pt x="1522801" y="1591622"/>
                </a:lnTo>
                <a:lnTo>
                  <a:pt x="1515715" y="1592132"/>
                </a:lnTo>
                <a:lnTo>
                  <a:pt x="1501925" y="1600240"/>
                </a:lnTo>
                <a:lnTo>
                  <a:pt x="1495860" y="1615052"/>
                </a:lnTo>
                <a:lnTo>
                  <a:pt x="1489476" y="1622074"/>
                </a:lnTo>
                <a:lnTo>
                  <a:pt x="1496499" y="1628458"/>
                </a:lnTo>
                <a:lnTo>
                  <a:pt x="1497073" y="1636055"/>
                </a:lnTo>
                <a:lnTo>
                  <a:pt x="1495094" y="1635289"/>
                </a:lnTo>
                <a:lnTo>
                  <a:pt x="1484624" y="1635991"/>
                </a:lnTo>
                <a:lnTo>
                  <a:pt x="1475495" y="1627309"/>
                </a:lnTo>
                <a:lnTo>
                  <a:pt x="1475495" y="1633374"/>
                </a:lnTo>
                <a:lnTo>
                  <a:pt x="1474346" y="1617477"/>
                </a:lnTo>
                <a:lnTo>
                  <a:pt x="1453023" y="1618946"/>
                </a:lnTo>
                <a:lnTo>
                  <a:pt x="1452002" y="1604645"/>
                </a:lnTo>
                <a:lnTo>
                  <a:pt x="1450980" y="1590473"/>
                </a:lnTo>
                <a:lnTo>
                  <a:pt x="1437127" y="1591430"/>
                </a:lnTo>
                <a:lnTo>
                  <a:pt x="1429593" y="1591941"/>
                </a:lnTo>
                <a:lnTo>
                  <a:pt x="1429083" y="1584855"/>
                </a:lnTo>
                <a:lnTo>
                  <a:pt x="1421932" y="1578471"/>
                </a:lnTo>
                <a:lnTo>
                  <a:pt x="1421422" y="1571384"/>
                </a:lnTo>
                <a:lnTo>
                  <a:pt x="1413889" y="1571959"/>
                </a:lnTo>
                <a:lnTo>
                  <a:pt x="1407504" y="1579492"/>
                </a:lnTo>
                <a:lnTo>
                  <a:pt x="1399971" y="1580003"/>
                </a:lnTo>
                <a:lnTo>
                  <a:pt x="1393268" y="1580514"/>
                </a:lnTo>
                <a:lnTo>
                  <a:pt x="1379478" y="1588111"/>
                </a:lnTo>
                <a:lnTo>
                  <a:pt x="1365752" y="1596218"/>
                </a:lnTo>
                <a:lnTo>
                  <a:pt x="1358602" y="1589834"/>
                </a:lnTo>
                <a:lnTo>
                  <a:pt x="1359113" y="1596921"/>
                </a:lnTo>
                <a:lnTo>
                  <a:pt x="1352027" y="1597431"/>
                </a:lnTo>
                <a:lnTo>
                  <a:pt x="1337726" y="1598389"/>
                </a:lnTo>
                <a:lnTo>
                  <a:pt x="1330640" y="1598900"/>
                </a:lnTo>
                <a:lnTo>
                  <a:pt x="1315765" y="1592835"/>
                </a:lnTo>
                <a:lnTo>
                  <a:pt x="1323426" y="1592324"/>
                </a:lnTo>
                <a:lnTo>
                  <a:pt x="1322915" y="1585940"/>
                </a:lnTo>
                <a:lnTo>
                  <a:pt x="1329682" y="1585493"/>
                </a:lnTo>
                <a:lnTo>
                  <a:pt x="1329171" y="1578407"/>
                </a:lnTo>
                <a:lnTo>
                  <a:pt x="1328597" y="1570810"/>
                </a:lnTo>
                <a:lnTo>
                  <a:pt x="1322213" y="1571257"/>
                </a:lnTo>
                <a:lnTo>
                  <a:pt x="1314552" y="1571767"/>
                </a:lnTo>
                <a:lnTo>
                  <a:pt x="1308487" y="1579875"/>
                </a:lnTo>
                <a:lnTo>
                  <a:pt x="1300379" y="1566149"/>
                </a:lnTo>
                <a:lnTo>
                  <a:pt x="1293676" y="1566660"/>
                </a:lnTo>
                <a:lnTo>
                  <a:pt x="1286142" y="1567171"/>
                </a:lnTo>
                <a:lnTo>
                  <a:pt x="1285632" y="1560084"/>
                </a:lnTo>
                <a:lnTo>
                  <a:pt x="1278929" y="1560531"/>
                </a:lnTo>
                <a:lnTo>
                  <a:pt x="1271395" y="1561106"/>
                </a:lnTo>
                <a:lnTo>
                  <a:pt x="1270884" y="1554019"/>
                </a:lnTo>
                <a:lnTo>
                  <a:pt x="1277907" y="1546359"/>
                </a:lnTo>
                <a:lnTo>
                  <a:pt x="1269863" y="1539974"/>
                </a:lnTo>
                <a:lnTo>
                  <a:pt x="1262266" y="1533590"/>
                </a:lnTo>
                <a:lnTo>
                  <a:pt x="1260095" y="1531866"/>
                </a:lnTo>
                <a:lnTo>
                  <a:pt x="1260606" y="1531356"/>
                </a:lnTo>
                <a:lnTo>
                  <a:pt x="1260606" y="1531356"/>
                </a:lnTo>
                <a:lnTo>
                  <a:pt x="1264245" y="1527398"/>
                </a:lnTo>
                <a:lnTo>
                  <a:pt x="1271395" y="1526951"/>
                </a:lnTo>
                <a:lnTo>
                  <a:pt x="1263734" y="1520567"/>
                </a:lnTo>
                <a:lnTo>
                  <a:pt x="1255690" y="1514183"/>
                </a:lnTo>
                <a:lnTo>
                  <a:pt x="1262777" y="1507096"/>
                </a:lnTo>
                <a:lnTo>
                  <a:pt x="1269863" y="1506585"/>
                </a:lnTo>
                <a:lnTo>
                  <a:pt x="1262266" y="1500201"/>
                </a:lnTo>
                <a:lnTo>
                  <a:pt x="1261819" y="1493498"/>
                </a:lnTo>
                <a:lnTo>
                  <a:pt x="1268905" y="1492987"/>
                </a:lnTo>
                <a:lnTo>
                  <a:pt x="1268395" y="1485518"/>
                </a:lnTo>
                <a:lnTo>
                  <a:pt x="1267884" y="1478815"/>
                </a:lnTo>
                <a:lnTo>
                  <a:pt x="1275162" y="1478304"/>
                </a:lnTo>
                <a:lnTo>
                  <a:pt x="1281227" y="1470771"/>
                </a:lnTo>
                <a:lnTo>
                  <a:pt x="1288888" y="1470196"/>
                </a:lnTo>
                <a:lnTo>
                  <a:pt x="1288377" y="1463110"/>
                </a:lnTo>
                <a:lnTo>
                  <a:pt x="1301656" y="1455066"/>
                </a:lnTo>
                <a:lnTo>
                  <a:pt x="1308040" y="1440765"/>
                </a:lnTo>
                <a:lnTo>
                  <a:pt x="1300379" y="1434381"/>
                </a:lnTo>
                <a:lnTo>
                  <a:pt x="1306763" y="1426784"/>
                </a:lnTo>
                <a:lnTo>
                  <a:pt x="1313913" y="1426273"/>
                </a:lnTo>
                <a:lnTo>
                  <a:pt x="1314360" y="1433360"/>
                </a:lnTo>
                <a:lnTo>
                  <a:pt x="1321510" y="1432849"/>
                </a:lnTo>
                <a:lnTo>
                  <a:pt x="1327895" y="1425252"/>
                </a:lnTo>
                <a:lnTo>
                  <a:pt x="1327384" y="1418166"/>
                </a:lnTo>
                <a:lnTo>
                  <a:pt x="1326937" y="1411079"/>
                </a:lnTo>
                <a:lnTo>
                  <a:pt x="1319723" y="1405014"/>
                </a:lnTo>
                <a:lnTo>
                  <a:pt x="1312573" y="1405461"/>
                </a:lnTo>
                <a:lnTo>
                  <a:pt x="1305486" y="1405972"/>
                </a:lnTo>
                <a:lnTo>
                  <a:pt x="1304976" y="1398886"/>
                </a:lnTo>
                <a:lnTo>
                  <a:pt x="1297826" y="1399396"/>
                </a:lnTo>
                <a:lnTo>
                  <a:pt x="1297379" y="1392310"/>
                </a:lnTo>
                <a:lnTo>
                  <a:pt x="1303763" y="1384713"/>
                </a:lnTo>
                <a:lnTo>
                  <a:pt x="1310913" y="1384202"/>
                </a:lnTo>
                <a:lnTo>
                  <a:pt x="1303316" y="1377818"/>
                </a:lnTo>
                <a:lnTo>
                  <a:pt x="1302741" y="1370285"/>
                </a:lnTo>
                <a:lnTo>
                  <a:pt x="1295655" y="1370796"/>
                </a:lnTo>
                <a:lnTo>
                  <a:pt x="1289271" y="1371306"/>
                </a:lnTo>
                <a:lnTo>
                  <a:pt x="1289845" y="1378776"/>
                </a:lnTo>
                <a:lnTo>
                  <a:pt x="1275034" y="1379797"/>
                </a:lnTo>
                <a:lnTo>
                  <a:pt x="1268650" y="1380308"/>
                </a:lnTo>
                <a:lnTo>
                  <a:pt x="1261883" y="1387458"/>
                </a:lnTo>
                <a:lnTo>
                  <a:pt x="1269608" y="1393842"/>
                </a:lnTo>
                <a:lnTo>
                  <a:pt x="1270118" y="1400929"/>
                </a:lnTo>
                <a:lnTo>
                  <a:pt x="1262394" y="1394544"/>
                </a:lnTo>
                <a:lnTo>
                  <a:pt x="1256009" y="1402141"/>
                </a:lnTo>
                <a:lnTo>
                  <a:pt x="1255499" y="1394991"/>
                </a:lnTo>
                <a:lnTo>
                  <a:pt x="1254988" y="1387905"/>
                </a:lnTo>
                <a:lnTo>
                  <a:pt x="1247455" y="1388479"/>
                </a:lnTo>
                <a:lnTo>
                  <a:pt x="1241773" y="1396013"/>
                </a:lnTo>
                <a:lnTo>
                  <a:pt x="1242284" y="1403099"/>
                </a:lnTo>
                <a:lnTo>
                  <a:pt x="1235134" y="1403610"/>
                </a:lnTo>
                <a:lnTo>
                  <a:pt x="1227026" y="1397226"/>
                </a:lnTo>
                <a:lnTo>
                  <a:pt x="1220642" y="1397673"/>
                </a:lnTo>
                <a:lnTo>
                  <a:pt x="1220131" y="1390586"/>
                </a:lnTo>
                <a:lnTo>
                  <a:pt x="1213044" y="1391097"/>
                </a:lnTo>
                <a:lnTo>
                  <a:pt x="1213555" y="1398183"/>
                </a:lnTo>
                <a:lnTo>
                  <a:pt x="1207171" y="1405780"/>
                </a:lnTo>
                <a:lnTo>
                  <a:pt x="1207682" y="1412867"/>
                </a:lnTo>
                <a:lnTo>
                  <a:pt x="1208639" y="1426529"/>
                </a:lnTo>
                <a:lnTo>
                  <a:pt x="1209150" y="1433679"/>
                </a:lnTo>
                <a:lnTo>
                  <a:pt x="1209661" y="1440765"/>
                </a:lnTo>
                <a:lnTo>
                  <a:pt x="1210172" y="1447852"/>
                </a:lnTo>
                <a:lnTo>
                  <a:pt x="1210618" y="1454236"/>
                </a:lnTo>
                <a:lnTo>
                  <a:pt x="1211129" y="1461322"/>
                </a:lnTo>
                <a:lnTo>
                  <a:pt x="1204745" y="1468919"/>
                </a:lnTo>
                <a:lnTo>
                  <a:pt x="1212406" y="1475303"/>
                </a:lnTo>
                <a:lnTo>
                  <a:pt x="1219492" y="1474793"/>
                </a:lnTo>
                <a:lnTo>
                  <a:pt x="1220003" y="1481879"/>
                </a:lnTo>
                <a:lnTo>
                  <a:pt x="1227600" y="1488263"/>
                </a:lnTo>
                <a:lnTo>
                  <a:pt x="1228175" y="1495796"/>
                </a:lnTo>
                <a:lnTo>
                  <a:pt x="1228622" y="1502500"/>
                </a:lnTo>
                <a:lnTo>
                  <a:pt x="1229579" y="1516162"/>
                </a:lnTo>
                <a:lnTo>
                  <a:pt x="1230026" y="1522546"/>
                </a:lnTo>
                <a:lnTo>
                  <a:pt x="1228175" y="1522546"/>
                </a:lnTo>
                <a:lnTo>
                  <a:pt x="1229132" y="1536782"/>
                </a:lnTo>
                <a:lnTo>
                  <a:pt x="1229643" y="1543869"/>
                </a:lnTo>
                <a:lnTo>
                  <a:pt x="1236730" y="1550253"/>
                </a:lnTo>
                <a:lnTo>
                  <a:pt x="1237240" y="1557403"/>
                </a:lnTo>
                <a:lnTo>
                  <a:pt x="1223514" y="1565447"/>
                </a:lnTo>
                <a:lnTo>
                  <a:pt x="1217130" y="1565958"/>
                </a:lnTo>
                <a:lnTo>
                  <a:pt x="1217641" y="1573044"/>
                </a:lnTo>
                <a:lnTo>
                  <a:pt x="1224025" y="1572533"/>
                </a:lnTo>
                <a:lnTo>
                  <a:pt x="1224536" y="1578918"/>
                </a:lnTo>
                <a:lnTo>
                  <a:pt x="1225047" y="1586578"/>
                </a:lnTo>
                <a:lnTo>
                  <a:pt x="1239794" y="1592962"/>
                </a:lnTo>
                <a:lnTo>
                  <a:pt x="1233410" y="1600049"/>
                </a:lnTo>
                <a:lnTo>
                  <a:pt x="1240560" y="1606433"/>
                </a:lnTo>
                <a:lnTo>
                  <a:pt x="1226260" y="1607454"/>
                </a:lnTo>
                <a:lnTo>
                  <a:pt x="1212534" y="1608412"/>
                </a:lnTo>
                <a:lnTo>
                  <a:pt x="1213044" y="1615562"/>
                </a:lnTo>
                <a:lnTo>
                  <a:pt x="1214066" y="1629735"/>
                </a:lnTo>
                <a:lnTo>
                  <a:pt x="1214577" y="1636949"/>
                </a:lnTo>
                <a:lnTo>
                  <a:pt x="1208193" y="1644035"/>
                </a:lnTo>
                <a:lnTo>
                  <a:pt x="1208639" y="1650419"/>
                </a:lnTo>
                <a:lnTo>
                  <a:pt x="1200595" y="1637651"/>
                </a:lnTo>
                <a:lnTo>
                  <a:pt x="1200085" y="1630501"/>
                </a:lnTo>
                <a:lnTo>
                  <a:pt x="1199574" y="1623415"/>
                </a:lnTo>
                <a:lnTo>
                  <a:pt x="1192424" y="1623861"/>
                </a:lnTo>
                <a:lnTo>
                  <a:pt x="1192935" y="1631012"/>
                </a:lnTo>
                <a:lnTo>
                  <a:pt x="1186231" y="1631459"/>
                </a:lnTo>
                <a:lnTo>
                  <a:pt x="1185720" y="1624372"/>
                </a:lnTo>
                <a:lnTo>
                  <a:pt x="1192105" y="1616775"/>
                </a:lnTo>
                <a:lnTo>
                  <a:pt x="1177230" y="1610710"/>
                </a:lnTo>
                <a:lnTo>
                  <a:pt x="1163504" y="1611668"/>
                </a:lnTo>
                <a:lnTo>
                  <a:pt x="1149267" y="1612689"/>
                </a:lnTo>
                <a:lnTo>
                  <a:pt x="1142117" y="1613136"/>
                </a:lnTo>
                <a:lnTo>
                  <a:pt x="1142628" y="1620286"/>
                </a:lnTo>
                <a:lnTo>
                  <a:pt x="1136244" y="1627884"/>
                </a:lnTo>
                <a:lnTo>
                  <a:pt x="1136754" y="1634970"/>
                </a:lnTo>
                <a:lnTo>
                  <a:pt x="1143841" y="1634459"/>
                </a:lnTo>
                <a:lnTo>
                  <a:pt x="1144351" y="1641673"/>
                </a:lnTo>
                <a:lnTo>
                  <a:pt x="1151949" y="1647738"/>
                </a:lnTo>
                <a:lnTo>
                  <a:pt x="1151055" y="1648696"/>
                </a:lnTo>
                <a:lnTo>
                  <a:pt x="1143905" y="1642631"/>
                </a:lnTo>
                <a:lnTo>
                  <a:pt x="1134265" y="1649270"/>
                </a:lnTo>
                <a:lnTo>
                  <a:pt x="1127561" y="1649717"/>
                </a:lnTo>
                <a:lnTo>
                  <a:pt x="1125582" y="1621755"/>
                </a:lnTo>
                <a:lnTo>
                  <a:pt x="1118432" y="1622265"/>
                </a:lnTo>
                <a:lnTo>
                  <a:pt x="1111346" y="1622712"/>
                </a:lnTo>
                <a:lnTo>
                  <a:pt x="1104962" y="1630820"/>
                </a:lnTo>
                <a:lnTo>
                  <a:pt x="1091236" y="1638481"/>
                </a:lnTo>
                <a:lnTo>
                  <a:pt x="1090725" y="1632097"/>
                </a:lnTo>
                <a:lnTo>
                  <a:pt x="1090214" y="1624436"/>
                </a:lnTo>
                <a:lnTo>
                  <a:pt x="1083128" y="1632608"/>
                </a:lnTo>
                <a:lnTo>
                  <a:pt x="1076744" y="1633055"/>
                </a:lnTo>
                <a:lnTo>
                  <a:pt x="1069594" y="1633565"/>
                </a:lnTo>
                <a:lnTo>
                  <a:pt x="1055740" y="1641290"/>
                </a:lnTo>
                <a:lnTo>
                  <a:pt x="1049356" y="1648887"/>
                </a:lnTo>
                <a:lnTo>
                  <a:pt x="1049867" y="1655271"/>
                </a:lnTo>
                <a:lnTo>
                  <a:pt x="1050314" y="1662358"/>
                </a:lnTo>
                <a:lnTo>
                  <a:pt x="1050824" y="1669444"/>
                </a:lnTo>
                <a:lnTo>
                  <a:pt x="1051335" y="1676530"/>
                </a:lnTo>
                <a:lnTo>
                  <a:pt x="1052356" y="1690767"/>
                </a:lnTo>
                <a:lnTo>
                  <a:pt x="1039588" y="1705514"/>
                </a:lnTo>
                <a:lnTo>
                  <a:pt x="1032502" y="1706025"/>
                </a:lnTo>
                <a:lnTo>
                  <a:pt x="1025352" y="1706472"/>
                </a:lnTo>
                <a:lnTo>
                  <a:pt x="1024394" y="1692746"/>
                </a:lnTo>
                <a:lnTo>
                  <a:pt x="1030778" y="1684702"/>
                </a:lnTo>
                <a:lnTo>
                  <a:pt x="1023628" y="1685213"/>
                </a:lnTo>
                <a:lnTo>
                  <a:pt x="1030012" y="1677999"/>
                </a:lnTo>
                <a:lnTo>
                  <a:pt x="1036396" y="1670402"/>
                </a:lnTo>
                <a:lnTo>
                  <a:pt x="1035885" y="1663315"/>
                </a:lnTo>
                <a:lnTo>
                  <a:pt x="1028288" y="1656931"/>
                </a:lnTo>
                <a:lnTo>
                  <a:pt x="1014435" y="1657889"/>
                </a:lnTo>
                <a:lnTo>
                  <a:pt x="1008051" y="1672636"/>
                </a:lnTo>
                <a:lnTo>
                  <a:pt x="1009008" y="1686426"/>
                </a:lnTo>
                <a:lnTo>
                  <a:pt x="1003071" y="1693959"/>
                </a:lnTo>
                <a:lnTo>
                  <a:pt x="1003582" y="1700343"/>
                </a:lnTo>
                <a:lnTo>
                  <a:pt x="995985" y="1700918"/>
                </a:lnTo>
                <a:lnTo>
                  <a:pt x="996495" y="1708004"/>
                </a:lnTo>
                <a:lnTo>
                  <a:pt x="990111" y="1715537"/>
                </a:lnTo>
                <a:lnTo>
                  <a:pt x="975875" y="1716559"/>
                </a:lnTo>
                <a:lnTo>
                  <a:pt x="976896" y="1730795"/>
                </a:lnTo>
                <a:lnTo>
                  <a:pt x="983983" y="1730285"/>
                </a:lnTo>
                <a:lnTo>
                  <a:pt x="984493" y="1736669"/>
                </a:lnTo>
                <a:lnTo>
                  <a:pt x="971534" y="1745032"/>
                </a:lnTo>
                <a:lnTo>
                  <a:pt x="970512" y="1731370"/>
                </a:lnTo>
                <a:lnTo>
                  <a:pt x="962851" y="1731881"/>
                </a:lnTo>
                <a:lnTo>
                  <a:pt x="963362" y="1738265"/>
                </a:lnTo>
                <a:lnTo>
                  <a:pt x="963873" y="1745351"/>
                </a:lnTo>
                <a:lnTo>
                  <a:pt x="964830" y="1759141"/>
                </a:lnTo>
                <a:lnTo>
                  <a:pt x="972491" y="1758630"/>
                </a:lnTo>
                <a:lnTo>
                  <a:pt x="978875" y="1765014"/>
                </a:lnTo>
                <a:lnTo>
                  <a:pt x="973066" y="1765461"/>
                </a:lnTo>
                <a:lnTo>
                  <a:pt x="966682" y="1772483"/>
                </a:lnTo>
                <a:lnTo>
                  <a:pt x="967192" y="1779634"/>
                </a:lnTo>
                <a:lnTo>
                  <a:pt x="952892" y="1780591"/>
                </a:lnTo>
                <a:lnTo>
                  <a:pt x="945806" y="1781102"/>
                </a:lnTo>
                <a:lnTo>
                  <a:pt x="939422" y="1781549"/>
                </a:lnTo>
                <a:lnTo>
                  <a:pt x="938975" y="1774463"/>
                </a:lnTo>
                <a:lnTo>
                  <a:pt x="931378" y="1768398"/>
                </a:lnTo>
                <a:lnTo>
                  <a:pt x="924100" y="1768908"/>
                </a:lnTo>
                <a:lnTo>
                  <a:pt x="923589" y="1761311"/>
                </a:lnTo>
                <a:lnTo>
                  <a:pt x="916439" y="1761822"/>
                </a:lnTo>
                <a:lnTo>
                  <a:pt x="910055" y="1769930"/>
                </a:lnTo>
                <a:lnTo>
                  <a:pt x="902394" y="1762780"/>
                </a:lnTo>
                <a:lnTo>
                  <a:pt x="902904" y="1770441"/>
                </a:lnTo>
                <a:lnTo>
                  <a:pt x="889689" y="1777974"/>
                </a:lnTo>
                <a:lnTo>
                  <a:pt x="890200" y="1785060"/>
                </a:lnTo>
                <a:lnTo>
                  <a:pt x="890711" y="1792657"/>
                </a:lnTo>
                <a:lnTo>
                  <a:pt x="891094" y="1797892"/>
                </a:lnTo>
                <a:lnTo>
                  <a:pt x="890519" y="1797445"/>
                </a:lnTo>
                <a:lnTo>
                  <a:pt x="890072" y="1791061"/>
                </a:lnTo>
                <a:lnTo>
                  <a:pt x="889562" y="1783975"/>
                </a:lnTo>
                <a:lnTo>
                  <a:pt x="889051" y="1776889"/>
                </a:lnTo>
                <a:lnTo>
                  <a:pt x="874814" y="1777910"/>
                </a:lnTo>
                <a:lnTo>
                  <a:pt x="867664" y="1778421"/>
                </a:lnTo>
                <a:lnTo>
                  <a:pt x="860514" y="1778932"/>
                </a:lnTo>
                <a:lnTo>
                  <a:pt x="853428" y="1779378"/>
                </a:lnTo>
                <a:lnTo>
                  <a:pt x="847043" y="1779889"/>
                </a:lnTo>
                <a:lnTo>
                  <a:pt x="840659" y="1787486"/>
                </a:lnTo>
                <a:lnTo>
                  <a:pt x="841106" y="1794573"/>
                </a:lnTo>
                <a:lnTo>
                  <a:pt x="841617" y="1800957"/>
                </a:lnTo>
                <a:lnTo>
                  <a:pt x="835233" y="1808490"/>
                </a:lnTo>
                <a:lnTo>
                  <a:pt x="835744" y="1815640"/>
                </a:lnTo>
                <a:lnTo>
                  <a:pt x="836765" y="1829940"/>
                </a:lnTo>
                <a:lnTo>
                  <a:pt x="837276" y="1837027"/>
                </a:lnTo>
                <a:lnTo>
                  <a:pt x="829743" y="1837538"/>
                </a:lnTo>
                <a:lnTo>
                  <a:pt x="822592" y="1838048"/>
                </a:lnTo>
                <a:lnTo>
                  <a:pt x="816208" y="1845135"/>
                </a:lnTo>
                <a:lnTo>
                  <a:pt x="808994" y="1845646"/>
                </a:lnTo>
                <a:lnTo>
                  <a:pt x="795779" y="1853689"/>
                </a:lnTo>
                <a:lnTo>
                  <a:pt x="781989" y="1861414"/>
                </a:lnTo>
                <a:lnTo>
                  <a:pt x="767753" y="1862372"/>
                </a:lnTo>
                <a:lnTo>
                  <a:pt x="753899" y="1863393"/>
                </a:lnTo>
                <a:lnTo>
                  <a:pt x="754410" y="1870863"/>
                </a:lnTo>
                <a:lnTo>
                  <a:pt x="761560" y="1870352"/>
                </a:lnTo>
                <a:lnTo>
                  <a:pt x="775861" y="1876098"/>
                </a:lnTo>
                <a:lnTo>
                  <a:pt x="783458" y="1882482"/>
                </a:lnTo>
                <a:lnTo>
                  <a:pt x="776371" y="1882992"/>
                </a:lnTo>
                <a:lnTo>
                  <a:pt x="776882" y="1890526"/>
                </a:lnTo>
                <a:lnTo>
                  <a:pt x="762518" y="1884142"/>
                </a:lnTo>
                <a:lnTo>
                  <a:pt x="748281" y="1885163"/>
                </a:lnTo>
                <a:lnTo>
                  <a:pt x="734045" y="1886184"/>
                </a:lnTo>
                <a:lnTo>
                  <a:pt x="733534" y="1879034"/>
                </a:lnTo>
                <a:lnTo>
                  <a:pt x="719234" y="1880056"/>
                </a:lnTo>
                <a:lnTo>
                  <a:pt x="705061" y="1874374"/>
                </a:lnTo>
                <a:lnTo>
                  <a:pt x="690250" y="1867990"/>
                </a:lnTo>
                <a:lnTo>
                  <a:pt x="690824" y="1875459"/>
                </a:lnTo>
                <a:lnTo>
                  <a:pt x="675886" y="1869075"/>
                </a:lnTo>
                <a:lnTo>
                  <a:pt x="682653" y="1861861"/>
                </a:lnTo>
                <a:lnTo>
                  <a:pt x="674928" y="1855477"/>
                </a:lnTo>
                <a:lnTo>
                  <a:pt x="674481" y="1849093"/>
                </a:lnTo>
                <a:lnTo>
                  <a:pt x="681184" y="1841432"/>
                </a:lnTo>
                <a:lnTo>
                  <a:pt x="673970" y="1841943"/>
                </a:lnTo>
                <a:lnTo>
                  <a:pt x="667586" y="1842453"/>
                </a:lnTo>
                <a:lnTo>
                  <a:pt x="659989" y="1835750"/>
                </a:lnTo>
                <a:lnTo>
                  <a:pt x="652839" y="1836261"/>
                </a:lnTo>
                <a:lnTo>
                  <a:pt x="653350" y="1843411"/>
                </a:lnTo>
                <a:lnTo>
                  <a:pt x="646199" y="1851072"/>
                </a:lnTo>
                <a:lnTo>
                  <a:pt x="647157" y="1864734"/>
                </a:lnTo>
                <a:lnTo>
                  <a:pt x="647668" y="1871118"/>
                </a:lnTo>
                <a:lnTo>
                  <a:pt x="656286" y="1884780"/>
                </a:lnTo>
                <a:lnTo>
                  <a:pt x="649136" y="1892377"/>
                </a:lnTo>
                <a:lnTo>
                  <a:pt x="649711" y="1899910"/>
                </a:lnTo>
                <a:lnTo>
                  <a:pt x="650158" y="1906295"/>
                </a:lnTo>
                <a:lnTo>
                  <a:pt x="658329" y="1913381"/>
                </a:lnTo>
                <a:lnTo>
                  <a:pt x="658776" y="1919765"/>
                </a:lnTo>
                <a:lnTo>
                  <a:pt x="644540" y="1920722"/>
                </a:lnTo>
                <a:lnTo>
                  <a:pt x="636432" y="1914721"/>
                </a:lnTo>
                <a:lnTo>
                  <a:pt x="630048" y="1915168"/>
                </a:lnTo>
                <a:lnTo>
                  <a:pt x="623280" y="1915615"/>
                </a:lnTo>
                <a:lnTo>
                  <a:pt x="629665" y="1907571"/>
                </a:lnTo>
                <a:lnTo>
                  <a:pt x="615811" y="1908529"/>
                </a:lnTo>
                <a:lnTo>
                  <a:pt x="601575" y="1909550"/>
                </a:lnTo>
                <a:lnTo>
                  <a:pt x="594041" y="1903869"/>
                </a:lnTo>
                <a:lnTo>
                  <a:pt x="594424" y="1910253"/>
                </a:lnTo>
                <a:lnTo>
                  <a:pt x="580698" y="1911274"/>
                </a:lnTo>
                <a:lnTo>
                  <a:pt x="580252" y="1904890"/>
                </a:lnTo>
                <a:lnTo>
                  <a:pt x="579230" y="1890270"/>
                </a:lnTo>
                <a:lnTo>
                  <a:pt x="571569" y="1890845"/>
                </a:lnTo>
                <a:lnTo>
                  <a:pt x="565185" y="1891292"/>
                </a:lnTo>
                <a:lnTo>
                  <a:pt x="564674" y="1884588"/>
                </a:lnTo>
                <a:lnTo>
                  <a:pt x="549927" y="1878204"/>
                </a:lnTo>
                <a:lnTo>
                  <a:pt x="543543" y="1886248"/>
                </a:lnTo>
                <a:lnTo>
                  <a:pt x="543990" y="1892632"/>
                </a:lnTo>
                <a:lnTo>
                  <a:pt x="530136" y="1893654"/>
                </a:lnTo>
                <a:lnTo>
                  <a:pt x="529690" y="1886951"/>
                </a:lnTo>
                <a:lnTo>
                  <a:pt x="515389" y="1887972"/>
                </a:lnTo>
                <a:lnTo>
                  <a:pt x="507792" y="1888483"/>
                </a:lnTo>
                <a:lnTo>
                  <a:pt x="498727" y="1881652"/>
                </a:lnTo>
                <a:lnTo>
                  <a:pt x="491576" y="1889696"/>
                </a:lnTo>
                <a:lnTo>
                  <a:pt x="485192" y="1890143"/>
                </a:lnTo>
                <a:lnTo>
                  <a:pt x="478106" y="1890653"/>
                </a:lnTo>
                <a:lnTo>
                  <a:pt x="470956" y="1891164"/>
                </a:lnTo>
                <a:lnTo>
                  <a:pt x="471466" y="1897548"/>
                </a:lnTo>
                <a:lnTo>
                  <a:pt x="478553" y="1897037"/>
                </a:lnTo>
                <a:lnTo>
                  <a:pt x="485703" y="1896527"/>
                </a:lnTo>
                <a:lnTo>
                  <a:pt x="492087" y="1896144"/>
                </a:lnTo>
                <a:lnTo>
                  <a:pt x="492598" y="1903230"/>
                </a:lnTo>
                <a:lnTo>
                  <a:pt x="493108" y="1910763"/>
                </a:lnTo>
                <a:lnTo>
                  <a:pt x="486724" y="1911146"/>
                </a:lnTo>
                <a:lnTo>
                  <a:pt x="487171" y="1917530"/>
                </a:lnTo>
                <a:lnTo>
                  <a:pt x="480021" y="1918041"/>
                </a:lnTo>
                <a:lnTo>
                  <a:pt x="472935" y="1918552"/>
                </a:lnTo>
                <a:lnTo>
                  <a:pt x="466551" y="1926660"/>
                </a:lnTo>
                <a:lnTo>
                  <a:pt x="473637" y="1926149"/>
                </a:lnTo>
                <a:lnTo>
                  <a:pt x="481234" y="1932214"/>
                </a:lnTo>
                <a:lnTo>
                  <a:pt x="489406" y="1945940"/>
                </a:lnTo>
                <a:lnTo>
                  <a:pt x="488895" y="1938790"/>
                </a:lnTo>
                <a:lnTo>
                  <a:pt x="503195" y="1945174"/>
                </a:lnTo>
                <a:lnTo>
                  <a:pt x="502685" y="1938087"/>
                </a:lnTo>
                <a:lnTo>
                  <a:pt x="509069" y="1937641"/>
                </a:lnTo>
                <a:lnTo>
                  <a:pt x="509580" y="1944727"/>
                </a:lnTo>
                <a:lnTo>
                  <a:pt x="524774" y="1957495"/>
                </a:lnTo>
                <a:lnTo>
                  <a:pt x="532435" y="1956984"/>
                </a:lnTo>
                <a:lnTo>
                  <a:pt x="532945" y="1964071"/>
                </a:lnTo>
                <a:lnTo>
                  <a:pt x="539329" y="1963624"/>
                </a:lnTo>
                <a:lnTo>
                  <a:pt x="539840" y="1970710"/>
                </a:lnTo>
                <a:lnTo>
                  <a:pt x="540351" y="1977796"/>
                </a:lnTo>
                <a:lnTo>
                  <a:pt x="554715" y="1976775"/>
                </a:lnTo>
                <a:lnTo>
                  <a:pt x="568952" y="1975754"/>
                </a:lnTo>
                <a:lnTo>
                  <a:pt x="561865" y="1983414"/>
                </a:lnTo>
                <a:lnTo>
                  <a:pt x="569462" y="1982904"/>
                </a:lnTo>
                <a:lnTo>
                  <a:pt x="576549" y="1988969"/>
                </a:lnTo>
                <a:lnTo>
                  <a:pt x="570995" y="2003716"/>
                </a:lnTo>
                <a:lnTo>
                  <a:pt x="577379" y="2003269"/>
                </a:lnTo>
                <a:lnTo>
                  <a:pt x="585550" y="2009653"/>
                </a:lnTo>
                <a:lnTo>
                  <a:pt x="586061" y="2016739"/>
                </a:lnTo>
                <a:lnTo>
                  <a:pt x="592445" y="2016293"/>
                </a:lnTo>
                <a:lnTo>
                  <a:pt x="592892" y="2022677"/>
                </a:lnTo>
                <a:lnTo>
                  <a:pt x="580124" y="2037871"/>
                </a:lnTo>
                <a:lnTo>
                  <a:pt x="580635" y="2044957"/>
                </a:lnTo>
                <a:lnTo>
                  <a:pt x="589253" y="2058236"/>
                </a:lnTo>
                <a:lnTo>
                  <a:pt x="595637" y="2057789"/>
                </a:lnTo>
                <a:lnTo>
                  <a:pt x="596659" y="2071962"/>
                </a:lnTo>
                <a:lnTo>
                  <a:pt x="604703" y="2078346"/>
                </a:lnTo>
                <a:lnTo>
                  <a:pt x="605150" y="2084730"/>
                </a:lnTo>
                <a:lnTo>
                  <a:pt x="619897" y="2090795"/>
                </a:lnTo>
                <a:lnTo>
                  <a:pt x="626281" y="2083262"/>
                </a:lnTo>
                <a:lnTo>
                  <a:pt x="626792" y="2090284"/>
                </a:lnTo>
                <a:lnTo>
                  <a:pt x="627302" y="2097435"/>
                </a:lnTo>
                <a:lnTo>
                  <a:pt x="620918" y="2105032"/>
                </a:lnTo>
                <a:lnTo>
                  <a:pt x="628069" y="2104521"/>
                </a:lnTo>
                <a:lnTo>
                  <a:pt x="621684" y="2112118"/>
                </a:lnTo>
                <a:lnTo>
                  <a:pt x="622706" y="2126291"/>
                </a:lnTo>
                <a:lnTo>
                  <a:pt x="623153" y="2132994"/>
                </a:lnTo>
                <a:lnTo>
                  <a:pt x="616769" y="2140591"/>
                </a:lnTo>
                <a:lnTo>
                  <a:pt x="617279" y="2147678"/>
                </a:lnTo>
                <a:lnTo>
                  <a:pt x="624430" y="2147167"/>
                </a:lnTo>
                <a:lnTo>
                  <a:pt x="624940" y="2154253"/>
                </a:lnTo>
                <a:lnTo>
                  <a:pt x="625387" y="2160957"/>
                </a:lnTo>
                <a:lnTo>
                  <a:pt x="633048" y="2167341"/>
                </a:lnTo>
                <a:lnTo>
                  <a:pt x="633559" y="2174491"/>
                </a:lnTo>
                <a:lnTo>
                  <a:pt x="634517" y="2188664"/>
                </a:lnTo>
                <a:lnTo>
                  <a:pt x="635027" y="2195048"/>
                </a:lnTo>
                <a:lnTo>
                  <a:pt x="627430" y="2188983"/>
                </a:lnTo>
                <a:lnTo>
                  <a:pt x="626409" y="2182343"/>
                </a:lnTo>
                <a:lnTo>
                  <a:pt x="625962" y="2175959"/>
                </a:lnTo>
                <a:lnTo>
                  <a:pt x="618301" y="2169575"/>
                </a:lnTo>
                <a:lnTo>
                  <a:pt x="617790" y="2162489"/>
                </a:lnTo>
                <a:lnTo>
                  <a:pt x="610257" y="2156105"/>
                </a:lnTo>
                <a:lnTo>
                  <a:pt x="609746" y="2149018"/>
                </a:lnTo>
                <a:lnTo>
                  <a:pt x="602660" y="2156615"/>
                </a:lnTo>
                <a:lnTo>
                  <a:pt x="604128" y="2177555"/>
                </a:lnTo>
                <a:lnTo>
                  <a:pt x="604639" y="2183939"/>
                </a:lnTo>
                <a:lnTo>
                  <a:pt x="598957" y="2191983"/>
                </a:lnTo>
                <a:lnTo>
                  <a:pt x="599979" y="2205645"/>
                </a:lnTo>
                <a:lnTo>
                  <a:pt x="592318" y="2206156"/>
                </a:lnTo>
                <a:lnTo>
                  <a:pt x="606618" y="2212540"/>
                </a:lnTo>
                <a:lnTo>
                  <a:pt x="600872" y="2219371"/>
                </a:lnTo>
                <a:lnTo>
                  <a:pt x="586636" y="2220329"/>
                </a:lnTo>
                <a:lnTo>
                  <a:pt x="587146" y="2227862"/>
                </a:lnTo>
                <a:lnTo>
                  <a:pt x="587593" y="2234565"/>
                </a:lnTo>
                <a:lnTo>
                  <a:pt x="580443" y="2242162"/>
                </a:lnTo>
                <a:lnTo>
                  <a:pt x="580954" y="2249313"/>
                </a:lnTo>
                <a:lnTo>
                  <a:pt x="574570" y="2249759"/>
                </a:lnTo>
                <a:lnTo>
                  <a:pt x="575527" y="2263422"/>
                </a:lnTo>
                <a:lnTo>
                  <a:pt x="568441" y="2263932"/>
                </a:lnTo>
                <a:lnTo>
                  <a:pt x="561674" y="2271529"/>
                </a:lnTo>
                <a:lnTo>
                  <a:pt x="562185" y="2278616"/>
                </a:lnTo>
                <a:lnTo>
                  <a:pt x="548969" y="2293938"/>
                </a:lnTo>
                <a:lnTo>
                  <a:pt x="536584" y="2308110"/>
                </a:lnTo>
                <a:lnTo>
                  <a:pt x="535180" y="2308110"/>
                </a:lnTo>
                <a:lnTo>
                  <a:pt x="527072" y="2301407"/>
                </a:lnTo>
                <a:lnTo>
                  <a:pt x="513729" y="2302364"/>
                </a:lnTo>
                <a:lnTo>
                  <a:pt x="498982" y="2296300"/>
                </a:lnTo>
                <a:lnTo>
                  <a:pt x="490938" y="2289916"/>
                </a:lnTo>
                <a:lnTo>
                  <a:pt x="484235" y="2290362"/>
                </a:lnTo>
                <a:lnTo>
                  <a:pt x="476701" y="2290937"/>
                </a:lnTo>
                <a:lnTo>
                  <a:pt x="462848" y="2291895"/>
                </a:lnTo>
                <a:lnTo>
                  <a:pt x="455187" y="2285511"/>
                </a:lnTo>
                <a:lnTo>
                  <a:pt x="447079" y="2272359"/>
                </a:lnTo>
                <a:lnTo>
                  <a:pt x="433289" y="2273317"/>
                </a:lnTo>
                <a:lnTo>
                  <a:pt x="425629" y="2266933"/>
                </a:lnTo>
                <a:lnTo>
                  <a:pt x="419244" y="2267380"/>
                </a:lnTo>
                <a:lnTo>
                  <a:pt x="405008" y="2268401"/>
                </a:lnTo>
                <a:lnTo>
                  <a:pt x="397347" y="2268912"/>
                </a:lnTo>
                <a:lnTo>
                  <a:pt x="390197" y="2262145"/>
                </a:lnTo>
                <a:lnTo>
                  <a:pt x="382536" y="2262719"/>
                </a:lnTo>
                <a:lnTo>
                  <a:pt x="376152" y="2263166"/>
                </a:lnTo>
                <a:lnTo>
                  <a:pt x="368874" y="2256144"/>
                </a:lnTo>
                <a:lnTo>
                  <a:pt x="360830" y="2249759"/>
                </a:lnTo>
                <a:lnTo>
                  <a:pt x="354446" y="2250206"/>
                </a:lnTo>
                <a:lnTo>
                  <a:pt x="339698" y="2244524"/>
                </a:lnTo>
                <a:lnTo>
                  <a:pt x="332165" y="2245035"/>
                </a:lnTo>
                <a:lnTo>
                  <a:pt x="317801" y="2238651"/>
                </a:lnTo>
                <a:lnTo>
                  <a:pt x="317354" y="2232267"/>
                </a:lnTo>
                <a:lnTo>
                  <a:pt x="303117" y="2233225"/>
                </a:lnTo>
                <a:lnTo>
                  <a:pt x="295457" y="2226138"/>
                </a:lnTo>
                <a:lnTo>
                  <a:pt x="289072" y="2226585"/>
                </a:lnTo>
                <a:lnTo>
                  <a:pt x="275347" y="2227543"/>
                </a:lnTo>
                <a:lnTo>
                  <a:pt x="267175" y="2221542"/>
                </a:lnTo>
                <a:lnTo>
                  <a:pt x="259578" y="2215158"/>
                </a:lnTo>
                <a:lnTo>
                  <a:pt x="246363" y="2223265"/>
                </a:lnTo>
                <a:lnTo>
                  <a:pt x="236978" y="2209348"/>
                </a:lnTo>
                <a:lnTo>
                  <a:pt x="229892" y="2202964"/>
                </a:lnTo>
                <a:lnTo>
                  <a:pt x="229381" y="2195878"/>
                </a:lnTo>
                <a:lnTo>
                  <a:pt x="228870" y="2189174"/>
                </a:lnTo>
                <a:lnTo>
                  <a:pt x="215144" y="2196835"/>
                </a:lnTo>
                <a:lnTo>
                  <a:pt x="207994" y="2197346"/>
                </a:lnTo>
                <a:lnTo>
                  <a:pt x="200397" y="2190962"/>
                </a:lnTo>
                <a:lnTo>
                  <a:pt x="200844" y="2197346"/>
                </a:lnTo>
                <a:lnTo>
                  <a:pt x="194141" y="2197857"/>
                </a:lnTo>
                <a:lnTo>
                  <a:pt x="187054" y="2198304"/>
                </a:lnTo>
                <a:lnTo>
                  <a:pt x="179904" y="2198814"/>
                </a:lnTo>
                <a:lnTo>
                  <a:pt x="187565" y="2205198"/>
                </a:lnTo>
                <a:lnTo>
                  <a:pt x="181181" y="2212795"/>
                </a:lnTo>
                <a:lnTo>
                  <a:pt x="174797" y="2220393"/>
                </a:lnTo>
                <a:lnTo>
                  <a:pt x="174286" y="2213242"/>
                </a:lnTo>
                <a:lnTo>
                  <a:pt x="166689" y="2206858"/>
                </a:lnTo>
                <a:lnTo>
                  <a:pt x="159539" y="2207369"/>
                </a:lnTo>
                <a:lnTo>
                  <a:pt x="152389" y="2207880"/>
                </a:lnTo>
                <a:lnTo>
                  <a:pt x="145175" y="2201496"/>
                </a:lnTo>
                <a:lnTo>
                  <a:pt x="138791" y="2216179"/>
                </a:lnTo>
                <a:lnTo>
                  <a:pt x="131193" y="2209795"/>
                </a:lnTo>
                <a:lnTo>
                  <a:pt x="124809" y="2217392"/>
                </a:lnTo>
                <a:lnTo>
                  <a:pt x="118425" y="2224989"/>
                </a:lnTo>
                <a:lnTo>
                  <a:pt x="126086" y="2231373"/>
                </a:lnTo>
                <a:lnTo>
                  <a:pt x="126533" y="2237757"/>
                </a:lnTo>
                <a:lnTo>
                  <a:pt x="132917" y="2230735"/>
                </a:lnTo>
                <a:lnTo>
                  <a:pt x="133364" y="2237119"/>
                </a:lnTo>
                <a:lnTo>
                  <a:pt x="126980" y="2245227"/>
                </a:lnTo>
                <a:lnTo>
                  <a:pt x="141216" y="2244205"/>
                </a:lnTo>
                <a:lnTo>
                  <a:pt x="141663" y="2250589"/>
                </a:lnTo>
                <a:lnTo>
                  <a:pt x="135279" y="2258570"/>
                </a:lnTo>
                <a:lnTo>
                  <a:pt x="135726" y="2264954"/>
                </a:lnTo>
                <a:lnTo>
                  <a:pt x="129342" y="2272551"/>
                </a:lnTo>
                <a:lnTo>
                  <a:pt x="136492" y="2272040"/>
                </a:lnTo>
                <a:lnTo>
                  <a:pt x="137003" y="2279573"/>
                </a:lnTo>
                <a:lnTo>
                  <a:pt x="130619" y="2286724"/>
                </a:lnTo>
                <a:lnTo>
                  <a:pt x="123022" y="2280339"/>
                </a:lnTo>
                <a:lnTo>
                  <a:pt x="116638" y="2287553"/>
                </a:lnTo>
                <a:lnTo>
                  <a:pt x="117595" y="2301215"/>
                </a:lnTo>
                <a:lnTo>
                  <a:pt x="118553" y="2301215"/>
                </a:lnTo>
                <a:lnTo>
                  <a:pt x="119000" y="2307599"/>
                </a:lnTo>
                <a:lnTo>
                  <a:pt x="119510" y="2315197"/>
                </a:lnTo>
                <a:lnTo>
                  <a:pt x="119957" y="2321581"/>
                </a:lnTo>
                <a:lnTo>
                  <a:pt x="113573" y="2329114"/>
                </a:lnTo>
                <a:lnTo>
                  <a:pt x="114084" y="2336200"/>
                </a:lnTo>
                <a:lnTo>
                  <a:pt x="115105" y="2350501"/>
                </a:lnTo>
                <a:lnTo>
                  <a:pt x="108721" y="2357587"/>
                </a:lnTo>
                <a:lnTo>
                  <a:pt x="102337" y="2365184"/>
                </a:lnTo>
                <a:lnTo>
                  <a:pt x="103359" y="2379357"/>
                </a:lnTo>
                <a:lnTo>
                  <a:pt x="96272" y="2386571"/>
                </a:lnTo>
                <a:lnTo>
                  <a:pt x="89888" y="2394168"/>
                </a:lnTo>
                <a:lnTo>
                  <a:pt x="90910" y="2408341"/>
                </a:lnTo>
                <a:lnTo>
                  <a:pt x="84526" y="2415938"/>
                </a:lnTo>
                <a:lnTo>
                  <a:pt x="78141" y="2430621"/>
                </a:lnTo>
                <a:lnTo>
                  <a:pt x="71757" y="2437325"/>
                </a:lnTo>
                <a:lnTo>
                  <a:pt x="65373" y="2445305"/>
                </a:lnTo>
                <a:lnTo>
                  <a:pt x="65820" y="2452008"/>
                </a:lnTo>
                <a:lnTo>
                  <a:pt x="57712" y="2460052"/>
                </a:lnTo>
                <a:lnTo>
                  <a:pt x="51328" y="2474799"/>
                </a:lnTo>
                <a:lnTo>
                  <a:pt x="44944" y="2475246"/>
                </a:lnTo>
                <a:lnTo>
                  <a:pt x="30516" y="2476268"/>
                </a:lnTo>
                <a:lnTo>
                  <a:pt x="24132" y="2483354"/>
                </a:lnTo>
                <a:lnTo>
                  <a:pt x="24643" y="2490440"/>
                </a:lnTo>
                <a:lnTo>
                  <a:pt x="25153" y="2497591"/>
                </a:lnTo>
                <a:lnTo>
                  <a:pt x="25664" y="2504741"/>
                </a:lnTo>
                <a:lnTo>
                  <a:pt x="19280" y="2512338"/>
                </a:lnTo>
                <a:lnTo>
                  <a:pt x="12896" y="2519935"/>
                </a:lnTo>
                <a:lnTo>
                  <a:pt x="13343" y="2526319"/>
                </a:lnTo>
                <a:lnTo>
                  <a:pt x="13854" y="2533405"/>
                </a:lnTo>
                <a:lnTo>
                  <a:pt x="27579" y="2532448"/>
                </a:lnTo>
                <a:lnTo>
                  <a:pt x="35176" y="2538832"/>
                </a:lnTo>
                <a:lnTo>
                  <a:pt x="41944" y="2538385"/>
                </a:lnTo>
                <a:lnTo>
                  <a:pt x="42901" y="2552558"/>
                </a:lnTo>
                <a:lnTo>
                  <a:pt x="43412" y="2559644"/>
                </a:lnTo>
                <a:lnTo>
                  <a:pt x="37028" y="2567241"/>
                </a:lnTo>
                <a:lnTo>
                  <a:pt x="30644" y="2573625"/>
                </a:lnTo>
                <a:lnTo>
                  <a:pt x="31218" y="2581286"/>
                </a:lnTo>
                <a:lnTo>
                  <a:pt x="24834" y="2588309"/>
                </a:lnTo>
                <a:lnTo>
                  <a:pt x="31984" y="2595459"/>
                </a:lnTo>
                <a:lnTo>
                  <a:pt x="26303" y="2609568"/>
                </a:lnTo>
                <a:lnTo>
                  <a:pt x="26813" y="2616718"/>
                </a:lnTo>
                <a:lnTo>
                  <a:pt x="19727" y="2617229"/>
                </a:lnTo>
                <a:lnTo>
                  <a:pt x="12513" y="2624443"/>
                </a:lnTo>
                <a:lnTo>
                  <a:pt x="13024" y="2631912"/>
                </a:lnTo>
                <a:lnTo>
                  <a:pt x="7150" y="2646979"/>
                </a:lnTo>
                <a:lnTo>
                  <a:pt x="0" y="2654640"/>
                </a:lnTo>
                <a:lnTo>
                  <a:pt x="511" y="2661726"/>
                </a:lnTo>
                <a:lnTo>
                  <a:pt x="8172" y="2661215"/>
                </a:lnTo>
                <a:lnTo>
                  <a:pt x="14556" y="2660704"/>
                </a:lnTo>
                <a:lnTo>
                  <a:pt x="21706" y="2653107"/>
                </a:lnTo>
                <a:lnTo>
                  <a:pt x="29303" y="2659491"/>
                </a:lnTo>
                <a:lnTo>
                  <a:pt x="29750" y="2666195"/>
                </a:lnTo>
                <a:lnTo>
                  <a:pt x="36134" y="2665684"/>
                </a:lnTo>
                <a:lnTo>
                  <a:pt x="43220" y="2665237"/>
                </a:lnTo>
                <a:lnTo>
                  <a:pt x="50498" y="2671621"/>
                </a:lnTo>
                <a:lnTo>
                  <a:pt x="65246" y="2678005"/>
                </a:lnTo>
                <a:lnTo>
                  <a:pt x="73353" y="2684390"/>
                </a:lnTo>
                <a:lnTo>
                  <a:pt x="79738" y="2676792"/>
                </a:lnTo>
                <a:lnTo>
                  <a:pt x="80248" y="2683943"/>
                </a:lnTo>
                <a:lnTo>
                  <a:pt x="87398" y="2683432"/>
                </a:lnTo>
                <a:lnTo>
                  <a:pt x="106998" y="2675324"/>
                </a:lnTo>
                <a:lnTo>
                  <a:pt x="114020" y="2674813"/>
                </a:lnTo>
                <a:lnTo>
                  <a:pt x="121681" y="2681900"/>
                </a:lnTo>
                <a:lnTo>
                  <a:pt x="129278" y="2688284"/>
                </a:lnTo>
                <a:lnTo>
                  <a:pt x="136428" y="2694668"/>
                </a:lnTo>
                <a:lnTo>
                  <a:pt x="136939" y="2701754"/>
                </a:lnTo>
                <a:lnTo>
                  <a:pt x="151623" y="2707436"/>
                </a:lnTo>
                <a:lnTo>
                  <a:pt x="159284" y="2714395"/>
                </a:lnTo>
                <a:lnTo>
                  <a:pt x="159794" y="2721098"/>
                </a:lnTo>
                <a:lnTo>
                  <a:pt x="153410" y="2728695"/>
                </a:lnTo>
                <a:lnTo>
                  <a:pt x="160560" y="2728184"/>
                </a:lnTo>
                <a:lnTo>
                  <a:pt x="167391" y="2728184"/>
                </a:lnTo>
                <a:lnTo>
                  <a:pt x="161007" y="2742421"/>
                </a:lnTo>
                <a:lnTo>
                  <a:pt x="161518" y="2750018"/>
                </a:lnTo>
                <a:lnTo>
                  <a:pt x="147281" y="2750976"/>
                </a:lnTo>
                <a:lnTo>
                  <a:pt x="154878" y="2757360"/>
                </a:lnTo>
                <a:lnTo>
                  <a:pt x="155900" y="2771660"/>
                </a:lnTo>
                <a:lnTo>
                  <a:pt x="163497" y="2778044"/>
                </a:lnTo>
                <a:lnTo>
                  <a:pt x="170647" y="2777534"/>
                </a:lnTo>
                <a:lnTo>
                  <a:pt x="178244" y="2783598"/>
                </a:lnTo>
                <a:lnTo>
                  <a:pt x="186352" y="2797324"/>
                </a:lnTo>
                <a:lnTo>
                  <a:pt x="192736" y="2789727"/>
                </a:lnTo>
                <a:lnTo>
                  <a:pt x="192289" y="2782385"/>
                </a:lnTo>
                <a:lnTo>
                  <a:pt x="206079" y="2774788"/>
                </a:lnTo>
                <a:lnTo>
                  <a:pt x="220316" y="2773831"/>
                </a:lnTo>
                <a:lnTo>
                  <a:pt x="226700" y="2766234"/>
                </a:lnTo>
                <a:lnTo>
                  <a:pt x="233786" y="2765723"/>
                </a:lnTo>
                <a:lnTo>
                  <a:pt x="248150" y="2772107"/>
                </a:lnTo>
                <a:lnTo>
                  <a:pt x="255301" y="2771596"/>
                </a:lnTo>
                <a:lnTo>
                  <a:pt x="261685" y="2756785"/>
                </a:lnTo>
                <a:lnTo>
                  <a:pt x="275410" y="2755828"/>
                </a:lnTo>
                <a:lnTo>
                  <a:pt x="290222" y="2762212"/>
                </a:lnTo>
                <a:lnTo>
                  <a:pt x="297819" y="2768596"/>
                </a:lnTo>
                <a:lnTo>
                  <a:pt x="312630" y="2767574"/>
                </a:lnTo>
                <a:lnTo>
                  <a:pt x="319972" y="2780534"/>
                </a:lnTo>
                <a:lnTo>
                  <a:pt x="333825" y="2779513"/>
                </a:lnTo>
                <a:lnTo>
                  <a:pt x="355212" y="2778044"/>
                </a:lnTo>
                <a:lnTo>
                  <a:pt x="362298" y="2777534"/>
                </a:lnTo>
                <a:lnTo>
                  <a:pt x="377109" y="2783918"/>
                </a:lnTo>
                <a:lnTo>
                  <a:pt x="383493" y="2776321"/>
                </a:lnTo>
                <a:lnTo>
                  <a:pt x="397730" y="2775299"/>
                </a:lnTo>
                <a:lnTo>
                  <a:pt x="405774" y="2781683"/>
                </a:lnTo>
                <a:lnTo>
                  <a:pt x="412158" y="2781236"/>
                </a:lnTo>
                <a:lnTo>
                  <a:pt x="412669" y="2788323"/>
                </a:lnTo>
                <a:lnTo>
                  <a:pt x="419053" y="2787876"/>
                </a:lnTo>
                <a:lnTo>
                  <a:pt x="426203" y="2780215"/>
                </a:lnTo>
                <a:lnTo>
                  <a:pt x="425692" y="2773129"/>
                </a:lnTo>
                <a:lnTo>
                  <a:pt x="425182" y="2766042"/>
                </a:lnTo>
                <a:lnTo>
                  <a:pt x="438971" y="2758445"/>
                </a:lnTo>
                <a:lnTo>
                  <a:pt x="438461" y="2751359"/>
                </a:lnTo>
                <a:lnTo>
                  <a:pt x="452697" y="2750337"/>
                </a:lnTo>
                <a:lnTo>
                  <a:pt x="459081" y="2742676"/>
                </a:lnTo>
                <a:lnTo>
                  <a:pt x="473382" y="2741655"/>
                </a:lnTo>
                <a:lnTo>
                  <a:pt x="480085" y="2741208"/>
                </a:lnTo>
                <a:lnTo>
                  <a:pt x="494832" y="2747592"/>
                </a:lnTo>
                <a:lnTo>
                  <a:pt x="501982" y="2739867"/>
                </a:lnTo>
                <a:lnTo>
                  <a:pt x="515198" y="2731760"/>
                </a:lnTo>
                <a:lnTo>
                  <a:pt x="514240" y="2717587"/>
                </a:lnTo>
                <a:lnTo>
                  <a:pt x="520624" y="2710564"/>
                </a:lnTo>
                <a:lnTo>
                  <a:pt x="528221" y="2709990"/>
                </a:lnTo>
                <a:lnTo>
                  <a:pt x="534605" y="2702457"/>
                </a:lnTo>
                <a:lnTo>
                  <a:pt x="534094" y="2695306"/>
                </a:lnTo>
                <a:lnTo>
                  <a:pt x="547884" y="2687645"/>
                </a:lnTo>
                <a:lnTo>
                  <a:pt x="554268" y="2687198"/>
                </a:lnTo>
                <a:lnTo>
                  <a:pt x="568505" y="2686177"/>
                </a:lnTo>
                <a:lnTo>
                  <a:pt x="581720" y="2670728"/>
                </a:lnTo>
                <a:lnTo>
                  <a:pt x="574634" y="2664343"/>
                </a:lnTo>
                <a:lnTo>
                  <a:pt x="574123" y="2657257"/>
                </a:lnTo>
                <a:lnTo>
                  <a:pt x="566015" y="2650873"/>
                </a:lnTo>
                <a:lnTo>
                  <a:pt x="565440" y="2643276"/>
                </a:lnTo>
                <a:lnTo>
                  <a:pt x="564994" y="2636892"/>
                </a:lnTo>
                <a:lnTo>
                  <a:pt x="563972" y="2623102"/>
                </a:lnTo>
                <a:lnTo>
                  <a:pt x="563015" y="2608929"/>
                </a:lnTo>
                <a:lnTo>
                  <a:pt x="570165" y="2601268"/>
                </a:lnTo>
                <a:lnTo>
                  <a:pt x="576230" y="2593735"/>
                </a:lnTo>
                <a:lnTo>
                  <a:pt x="590019" y="2585627"/>
                </a:lnTo>
                <a:lnTo>
                  <a:pt x="602788" y="2570880"/>
                </a:lnTo>
                <a:lnTo>
                  <a:pt x="609874" y="2570369"/>
                </a:lnTo>
                <a:lnTo>
                  <a:pt x="617024" y="2562772"/>
                </a:lnTo>
                <a:lnTo>
                  <a:pt x="630303" y="2547514"/>
                </a:lnTo>
                <a:lnTo>
                  <a:pt x="636687" y="2540492"/>
                </a:lnTo>
                <a:lnTo>
                  <a:pt x="650413" y="2531873"/>
                </a:lnTo>
                <a:lnTo>
                  <a:pt x="649966" y="2525489"/>
                </a:lnTo>
                <a:lnTo>
                  <a:pt x="657052" y="2524978"/>
                </a:lnTo>
                <a:lnTo>
                  <a:pt x="656606" y="2518275"/>
                </a:lnTo>
                <a:lnTo>
                  <a:pt x="662990" y="2510295"/>
                </a:lnTo>
                <a:lnTo>
                  <a:pt x="670140" y="2509784"/>
                </a:lnTo>
                <a:lnTo>
                  <a:pt x="683419" y="2508827"/>
                </a:lnTo>
                <a:lnTo>
                  <a:pt x="698230" y="2507805"/>
                </a:lnTo>
                <a:lnTo>
                  <a:pt x="711956" y="2506847"/>
                </a:lnTo>
                <a:lnTo>
                  <a:pt x="719553" y="2506337"/>
                </a:lnTo>
                <a:lnTo>
                  <a:pt x="725937" y="2505826"/>
                </a:lnTo>
                <a:lnTo>
                  <a:pt x="733087" y="2505315"/>
                </a:lnTo>
                <a:lnTo>
                  <a:pt x="746366" y="2497271"/>
                </a:lnTo>
                <a:lnTo>
                  <a:pt x="754027" y="2496697"/>
                </a:lnTo>
                <a:lnTo>
                  <a:pt x="760411" y="2489547"/>
                </a:lnTo>
                <a:lnTo>
                  <a:pt x="774712" y="2488589"/>
                </a:lnTo>
                <a:lnTo>
                  <a:pt x="781798" y="2488078"/>
                </a:lnTo>
                <a:lnTo>
                  <a:pt x="788182" y="2480481"/>
                </a:lnTo>
                <a:lnTo>
                  <a:pt x="795332" y="2479970"/>
                </a:lnTo>
                <a:lnTo>
                  <a:pt x="801716" y="2472373"/>
                </a:lnTo>
                <a:lnTo>
                  <a:pt x="808100" y="2464776"/>
                </a:lnTo>
                <a:lnTo>
                  <a:pt x="807654" y="2458392"/>
                </a:lnTo>
                <a:lnTo>
                  <a:pt x="814038" y="2450795"/>
                </a:lnTo>
                <a:lnTo>
                  <a:pt x="813527" y="2443709"/>
                </a:lnTo>
                <a:lnTo>
                  <a:pt x="812505" y="2429408"/>
                </a:lnTo>
                <a:lnTo>
                  <a:pt x="811293" y="2428004"/>
                </a:lnTo>
                <a:lnTo>
                  <a:pt x="812761" y="2426599"/>
                </a:lnTo>
                <a:lnTo>
                  <a:pt x="809313" y="2424492"/>
                </a:lnTo>
                <a:lnTo>
                  <a:pt x="807079" y="2420790"/>
                </a:lnTo>
                <a:lnTo>
                  <a:pt x="805419" y="2417087"/>
                </a:lnTo>
                <a:lnTo>
                  <a:pt x="811803" y="2409554"/>
                </a:lnTo>
                <a:lnTo>
                  <a:pt x="805164" y="2402595"/>
                </a:lnTo>
                <a:lnTo>
                  <a:pt x="811229" y="2387912"/>
                </a:lnTo>
                <a:lnTo>
                  <a:pt x="810782" y="2381208"/>
                </a:lnTo>
                <a:lnTo>
                  <a:pt x="817166" y="2373611"/>
                </a:lnTo>
                <a:lnTo>
                  <a:pt x="824252" y="2373164"/>
                </a:lnTo>
                <a:lnTo>
                  <a:pt x="830636" y="2365503"/>
                </a:lnTo>
                <a:lnTo>
                  <a:pt x="837787" y="2365056"/>
                </a:lnTo>
                <a:lnTo>
                  <a:pt x="844171" y="2364546"/>
                </a:lnTo>
                <a:lnTo>
                  <a:pt x="851385" y="2364035"/>
                </a:lnTo>
                <a:lnTo>
                  <a:pt x="857769" y="2356438"/>
                </a:lnTo>
                <a:lnTo>
                  <a:pt x="864153" y="2348841"/>
                </a:lnTo>
                <a:lnTo>
                  <a:pt x="871686" y="2348330"/>
                </a:lnTo>
                <a:lnTo>
                  <a:pt x="878900" y="2354714"/>
                </a:lnTo>
                <a:lnTo>
                  <a:pt x="886561" y="2361098"/>
                </a:lnTo>
                <a:lnTo>
                  <a:pt x="892945" y="2360651"/>
                </a:lnTo>
                <a:lnTo>
                  <a:pt x="907182" y="2359630"/>
                </a:lnTo>
                <a:lnTo>
                  <a:pt x="908203" y="2373803"/>
                </a:lnTo>
                <a:lnTo>
                  <a:pt x="914587" y="2366206"/>
                </a:lnTo>
                <a:lnTo>
                  <a:pt x="921674" y="2365759"/>
                </a:lnTo>
                <a:lnTo>
                  <a:pt x="928058" y="2358098"/>
                </a:lnTo>
                <a:lnTo>
                  <a:pt x="935208" y="2357651"/>
                </a:lnTo>
                <a:lnTo>
                  <a:pt x="935719" y="2364737"/>
                </a:lnTo>
                <a:lnTo>
                  <a:pt x="936229" y="2371824"/>
                </a:lnTo>
                <a:lnTo>
                  <a:pt x="942933" y="2371313"/>
                </a:lnTo>
                <a:lnTo>
                  <a:pt x="950019" y="2370866"/>
                </a:lnTo>
                <a:lnTo>
                  <a:pt x="950530" y="2377250"/>
                </a:lnTo>
                <a:lnTo>
                  <a:pt x="951041" y="2384400"/>
                </a:lnTo>
                <a:lnTo>
                  <a:pt x="957425" y="2376739"/>
                </a:lnTo>
                <a:lnTo>
                  <a:pt x="965086" y="2383124"/>
                </a:lnTo>
                <a:lnTo>
                  <a:pt x="972683" y="2389508"/>
                </a:lnTo>
                <a:lnTo>
                  <a:pt x="973194" y="2396594"/>
                </a:lnTo>
                <a:lnTo>
                  <a:pt x="980854" y="2402978"/>
                </a:lnTo>
                <a:lnTo>
                  <a:pt x="987239" y="2402467"/>
                </a:lnTo>
                <a:lnTo>
                  <a:pt x="994389" y="2401957"/>
                </a:lnTo>
                <a:lnTo>
                  <a:pt x="1001922" y="2401446"/>
                </a:lnTo>
                <a:lnTo>
                  <a:pt x="1008625" y="2400999"/>
                </a:lnTo>
                <a:lnTo>
                  <a:pt x="1016159" y="2400424"/>
                </a:lnTo>
                <a:lnTo>
                  <a:pt x="1022543" y="2392891"/>
                </a:lnTo>
                <a:lnTo>
                  <a:pt x="1022032" y="2385805"/>
                </a:lnTo>
                <a:lnTo>
                  <a:pt x="1021521" y="2378655"/>
                </a:lnTo>
                <a:lnTo>
                  <a:pt x="1028671" y="2378208"/>
                </a:lnTo>
                <a:lnTo>
                  <a:pt x="1035055" y="2377697"/>
                </a:lnTo>
                <a:lnTo>
                  <a:pt x="1042206" y="2377186"/>
                </a:lnTo>
                <a:lnTo>
                  <a:pt x="1041695" y="2370100"/>
                </a:lnTo>
                <a:lnTo>
                  <a:pt x="1049356" y="2369589"/>
                </a:lnTo>
                <a:lnTo>
                  <a:pt x="1055740" y="2369078"/>
                </a:lnTo>
                <a:lnTo>
                  <a:pt x="1056251" y="2376229"/>
                </a:lnTo>
                <a:lnTo>
                  <a:pt x="1068061" y="2363013"/>
                </a:lnTo>
                <a:lnTo>
                  <a:pt x="1068061" y="2363013"/>
                </a:lnTo>
                <a:lnTo>
                  <a:pt x="1074062" y="2359821"/>
                </a:lnTo>
                <a:lnTo>
                  <a:pt x="1080447" y="2351650"/>
                </a:lnTo>
                <a:lnTo>
                  <a:pt x="1087533" y="2351203"/>
                </a:lnTo>
                <a:lnTo>
                  <a:pt x="1094683" y="2350692"/>
                </a:lnTo>
                <a:lnTo>
                  <a:pt x="1108473" y="2343095"/>
                </a:lnTo>
                <a:lnTo>
                  <a:pt x="1114857" y="2335498"/>
                </a:lnTo>
                <a:lnTo>
                  <a:pt x="1114346" y="2328412"/>
                </a:lnTo>
                <a:lnTo>
                  <a:pt x="1120411" y="2320815"/>
                </a:lnTo>
                <a:lnTo>
                  <a:pt x="1126795" y="2313218"/>
                </a:lnTo>
                <a:lnTo>
                  <a:pt x="1141032" y="2312196"/>
                </a:lnTo>
                <a:lnTo>
                  <a:pt x="1148310" y="2311685"/>
                </a:lnTo>
                <a:lnTo>
                  <a:pt x="1163568" y="2324900"/>
                </a:lnTo>
                <a:lnTo>
                  <a:pt x="1169633" y="2317367"/>
                </a:lnTo>
                <a:lnTo>
                  <a:pt x="1192041" y="2330135"/>
                </a:lnTo>
                <a:lnTo>
                  <a:pt x="1191530" y="2322985"/>
                </a:lnTo>
                <a:lnTo>
                  <a:pt x="1197914" y="2315388"/>
                </a:lnTo>
                <a:lnTo>
                  <a:pt x="1205001" y="2314877"/>
                </a:lnTo>
                <a:lnTo>
                  <a:pt x="1212151" y="2314431"/>
                </a:lnTo>
                <a:lnTo>
                  <a:pt x="1205767" y="2322028"/>
                </a:lnTo>
                <a:lnTo>
                  <a:pt x="1206277" y="2329114"/>
                </a:lnTo>
                <a:lnTo>
                  <a:pt x="1213938" y="2335498"/>
                </a:lnTo>
                <a:lnTo>
                  <a:pt x="1207235" y="2342584"/>
                </a:lnTo>
                <a:lnTo>
                  <a:pt x="1222046" y="2355353"/>
                </a:lnTo>
                <a:lnTo>
                  <a:pt x="1231686" y="2383634"/>
                </a:lnTo>
                <a:lnTo>
                  <a:pt x="1240305" y="2410639"/>
                </a:lnTo>
                <a:lnTo>
                  <a:pt x="1247966" y="2417342"/>
                </a:lnTo>
                <a:lnTo>
                  <a:pt x="1264692" y="2451306"/>
                </a:lnTo>
                <a:lnTo>
                  <a:pt x="1271778" y="2450795"/>
                </a:lnTo>
                <a:lnTo>
                  <a:pt x="1287100" y="2464010"/>
                </a:lnTo>
                <a:lnTo>
                  <a:pt x="1294761" y="2477736"/>
                </a:lnTo>
                <a:lnTo>
                  <a:pt x="1302805" y="2483354"/>
                </a:lnTo>
                <a:lnTo>
                  <a:pt x="1310019" y="2490504"/>
                </a:lnTo>
                <a:lnTo>
                  <a:pt x="1332363" y="2509656"/>
                </a:lnTo>
                <a:lnTo>
                  <a:pt x="1377691" y="2548855"/>
                </a:lnTo>
                <a:lnTo>
                  <a:pt x="1385224" y="2548344"/>
                </a:lnTo>
                <a:lnTo>
                  <a:pt x="1392949" y="2562070"/>
                </a:lnTo>
                <a:lnTo>
                  <a:pt x="1407185" y="2561049"/>
                </a:lnTo>
                <a:lnTo>
                  <a:pt x="1415293" y="2574327"/>
                </a:lnTo>
                <a:lnTo>
                  <a:pt x="1421677" y="2566730"/>
                </a:lnTo>
                <a:lnTo>
                  <a:pt x="1444149" y="2586521"/>
                </a:lnTo>
                <a:lnTo>
                  <a:pt x="1452193" y="2592905"/>
                </a:lnTo>
                <a:lnTo>
                  <a:pt x="1459343" y="2599289"/>
                </a:lnTo>
                <a:lnTo>
                  <a:pt x="1465727" y="2598842"/>
                </a:lnTo>
                <a:lnTo>
                  <a:pt x="1480985" y="2611994"/>
                </a:lnTo>
                <a:lnTo>
                  <a:pt x="1488646" y="2611483"/>
                </a:lnTo>
                <a:lnTo>
                  <a:pt x="1495733" y="2617867"/>
                </a:lnTo>
                <a:lnTo>
                  <a:pt x="1496754" y="2631657"/>
                </a:lnTo>
                <a:lnTo>
                  <a:pt x="1497265" y="2639126"/>
                </a:lnTo>
                <a:lnTo>
                  <a:pt x="1497712" y="2645510"/>
                </a:lnTo>
                <a:lnTo>
                  <a:pt x="1512459" y="2651894"/>
                </a:lnTo>
                <a:lnTo>
                  <a:pt x="1519609" y="2651384"/>
                </a:lnTo>
                <a:lnTo>
                  <a:pt x="1525993" y="2650937"/>
                </a:lnTo>
                <a:lnTo>
                  <a:pt x="1541188" y="2657321"/>
                </a:lnTo>
                <a:lnTo>
                  <a:pt x="1548338" y="2663705"/>
                </a:lnTo>
                <a:lnTo>
                  <a:pt x="1548912" y="2671302"/>
                </a:lnTo>
                <a:lnTo>
                  <a:pt x="1556509" y="2677367"/>
                </a:lnTo>
                <a:lnTo>
                  <a:pt x="1564554" y="2697796"/>
                </a:lnTo>
                <a:lnTo>
                  <a:pt x="1573747" y="2718544"/>
                </a:lnTo>
                <a:lnTo>
                  <a:pt x="1575215" y="2739421"/>
                </a:lnTo>
                <a:lnTo>
                  <a:pt x="1568065" y="2747081"/>
                </a:lnTo>
                <a:lnTo>
                  <a:pt x="1561681" y="2747528"/>
                </a:lnTo>
                <a:lnTo>
                  <a:pt x="1554530" y="2748039"/>
                </a:lnTo>
                <a:lnTo>
                  <a:pt x="1555041" y="2755125"/>
                </a:lnTo>
                <a:lnTo>
                  <a:pt x="1555552" y="2762212"/>
                </a:lnTo>
                <a:lnTo>
                  <a:pt x="1555999" y="2768596"/>
                </a:lnTo>
                <a:lnTo>
                  <a:pt x="1556509" y="2775299"/>
                </a:lnTo>
                <a:lnTo>
                  <a:pt x="1550125" y="2783279"/>
                </a:lnTo>
                <a:lnTo>
                  <a:pt x="1543741" y="2790430"/>
                </a:lnTo>
                <a:lnTo>
                  <a:pt x="1544252" y="2797963"/>
                </a:lnTo>
                <a:lnTo>
                  <a:pt x="1551849" y="2804347"/>
                </a:lnTo>
                <a:lnTo>
                  <a:pt x="1558233" y="2803836"/>
                </a:lnTo>
                <a:lnTo>
                  <a:pt x="1565383" y="2803389"/>
                </a:lnTo>
                <a:lnTo>
                  <a:pt x="1571767" y="2802879"/>
                </a:lnTo>
                <a:lnTo>
                  <a:pt x="1578981" y="2795665"/>
                </a:lnTo>
                <a:lnTo>
                  <a:pt x="1585366" y="2795218"/>
                </a:lnTo>
                <a:lnTo>
                  <a:pt x="1584855" y="2787684"/>
                </a:lnTo>
                <a:lnTo>
                  <a:pt x="1599155" y="2779959"/>
                </a:lnTo>
                <a:lnTo>
                  <a:pt x="1603177" y="2773512"/>
                </a:lnTo>
                <a:lnTo>
                  <a:pt x="1602283" y="2760233"/>
                </a:lnTo>
                <a:lnTo>
                  <a:pt x="1608668" y="2752636"/>
                </a:lnTo>
                <a:lnTo>
                  <a:pt x="1615052" y="2745039"/>
                </a:lnTo>
                <a:lnTo>
                  <a:pt x="1621436" y="2737442"/>
                </a:lnTo>
                <a:lnTo>
                  <a:pt x="1628586" y="2736995"/>
                </a:lnTo>
                <a:lnTo>
                  <a:pt x="1634970" y="2736484"/>
                </a:lnTo>
                <a:lnTo>
                  <a:pt x="1642631" y="2735973"/>
                </a:lnTo>
                <a:lnTo>
                  <a:pt x="1642184" y="2728887"/>
                </a:lnTo>
                <a:lnTo>
                  <a:pt x="1641673" y="2722183"/>
                </a:lnTo>
                <a:lnTo>
                  <a:pt x="1641163" y="2715097"/>
                </a:lnTo>
                <a:lnTo>
                  <a:pt x="1640141" y="2700861"/>
                </a:lnTo>
                <a:lnTo>
                  <a:pt x="1639694" y="2693774"/>
                </a:lnTo>
                <a:lnTo>
                  <a:pt x="1639184" y="2686688"/>
                </a:lnTo>
                <a:lnTo>
                  <a:pt x="1631012" y="2680687"/>
                </a:lnTo>
                <a:lnTo>
                  <a:pt x="1617797" y="2688220"/>
                </a:lnTo>
                <a:lnTo>
                  <a:pt x="1610455" y="2677112"/>
                </a:lnTo>
                <a:lnTo>
                  <a:pt x="1606752" y="2658789"/>
                </a:lnTo>
                <a:lnTo>
                  <a:pt x="1608348" y="2647234"/>
                </a:lnTo>
                <a:lnTo>
                  <a:pt x="1615435" y="2646723"/>
                </a:lnTo>
                <a:lnTo>
                  <a:pt x="1614924" y="2639126"/>
                </a:lnTo>
                <a:lnTo>
                  <a:pt x="1621627" y="2632742"/>
                </a:lnTo>
                <a:lnTo>
                  <a:pt x="1614477" y="2633253"/>
                </a:lnTo>
                <a:lnTo>
                  <a:pt x="1620861" y="2625273"/>
                </a:lnTo>
                <a:lnTo>
                  <a:pt x="1627245" y="2618123"/>
                </a:lnTo>
                <a:lnTo>
                  <a:pt x="1634906" y="2617612"/>
                </a:lnTo>
                <a:lnTo>
                  <a:pt x="1641290" y="2617101"/>
                </a:lnTo>
                <a:lnTo>
                  <a:pt x="1641737" y="2623804"/>
                </a:lnTo>
                <a:lnTo>
                  <a:pt x="1656548" y="2630188"/>
                </a:lnTo>
                <a:lnTo>
                  <a:pt x="1663635" y="2629678"/>
                </a:lnTo>
                <a:lnTo>
                  <a:pt x="1670785" y="2629167"/>
                </a:lnTo>
                <a:lnTo>
                  <a:pt x="1677935" y="2628656"/>
                </a:lnTo>
                <a:lnTo>
                  <a:pt x="1685022" y="2628145"/>
                </a:lnTo>
                <a:lnTo>
                  <a:pt x="1685469" y="2634530"/>
                </a:lnTo>
                <a:lnTo>
                  <a:pt x="1686043" y="2642127"/>
                </a:lnTo>
                <a:lnTo>
                  <a:pt x="1693193" y="2648511"/>
                </a:lnTo>
                <a:lnTo>
                  <a:pt x="1693704" y="2654895"/>
                </a:lnTo>
                <a:lnTo>
                  <a:pt x="1701748" y="2661981"/>
                </a:lnTo>
                <a:lnTo>
                  <a:pt x="1708132" y="2661534"/>
                </a:lnTo>
                <a:lnTo>
                  <a:pt x="1715793" y="2661024"/>
                </a:lnTo>
                <a:lnTo>
                  <a:pt x="1722177" y="2652916"/>
                </a:lnTo>
                <a:lnTo>
                  <a:pt x="1721219" y="2639190"/>
                </a:lnTo>
                <a:lnTo>
                  <a:pt x="1720262" y="2625464"/>
                </a:lnTo>
                <a:lnTo>
                  <a:pt x="1719687" y="2617931"/>
                </a:lnTo>
                <a:lnTo>
                  <a:pt x="1704429" y="2612313"/>
                </a:lnTo>
                <a:lnTo>
                  <a:pt x="1697279" y="2598523"/>
                </a:lnTo>
                <a:lnTo>
                  <a:pt x="1689235" y="2592139"/>
                </a:lnTo>
                <a:lnTo>
                  <a:pt x="1674871" y="2585755"/>
                </a:lnTo>
                <a:lnTo>
                  <a:pt x="1660634" y="2586777"/>
                </a:lnTo>
                <a:lnTo>
                  <a:pt x="1653037" y="2580712"/>
                </a:lnTo>
                <a:lnTo>
                  <a:pt x="1645951" y="2574327"/>
                </a:lnTo>
                <a:lnTo>
                  <a:pt x="1623543" y="2568773"/>
                </a:lnTo>
                <a:lnTo>
                  <a:pt x="1616392" y="2562389"/>
                </a:lnTo>
                <a:lnTo>
                  <a:pt x="1608795" y="2556005"/>
                </a:lnTo>
                <a:lnTo>
                  <a:pt x="1601645" y="2556452"/>
                </a:lnTo>
                <a:lnTo>
                  <a:pt x="1587792" y="2557474"/>
                </a:lnTo>
                <a:lnTo>
                  <a:pt x="1580194" y="2551089"/>
                </a:lnTo>
                <a:lnTo>
                  <a:pt x="1565447" y="2545024"/>
                </a:lnTo>
                <a:lnTo>
                  <a:pt x="1557786" y="2545535"/>
                </a:lnTo>
                <a:lnTo>
                  <a:pt x="1564937" y="2537874"/>
                </a:lnTo>
                <a:lnTo>
                  <a:pt x="1571321" y="2537427"/>
                </a:lnTo>
                <a:lnTo>
                  <a:pt x="1578471" y="2529767"/>
                </a:lnTo>
                <a:lnTo>
                  <a:pt x="1577449" y="2515594"/>
                </a:lnTo>
                <a:lnTo>
                  <a:pt x="1555041" y="2510486"/>
                </a:lnTo>
                <a:lnTo>
                  <a:pt x="1548657" y="2510933"/>
                </a:lnTo>
                <a:lnTo>
                  <a:pt x="1527717" y="2512402"/>
                </a:lnTo>
                <a:lnTo>
                  <a:pt x="1513417" y="2513423"/>
                </a:lnTo>
                <a:lnTo>
                  <a:pt x="1499180" y="2507039"/>
                </a:lnTo>
                <a:lnTo>
                  <a:pt x="1490562" y="2493888"/>
                </a:lnTo>
                <a:lnTo>
                  <a:pt x="1483411" y="2486737"/>
                </a:lnTo>
                <a:lnTo>
                  <a:pt x="1468153" y="2473522"/>
                </a:lnTo>
                <a:lnTo>
                  <a:pt x="1459599" y="2460754"/>
                </a:lnTo>
                <a:lnTo>
                  <a:pt x="1445554" y="2447284"/>
                </a:lnTo>
                <a:lnTo>
                  <a:pt x="1444532" y="2433111"/>
                </a:lnTo>
                <a:lnTo>
                  <a:pt x="1450916" y="2425514"/>
                </a:lnTo>
                <a:lnTo>
                  <a:pt x="1443255" y="2412299"/>
                </a:lnTo>
                <a:lnTo>
                  <a:pt x="1434701" y="2398573"/>
                </a:lnTo>
                <a:lnTo>
                  <a:pt x="1434190" y="2391487"/>
                </a:lnTo>
                <a:lnTo>
                  <a:pt x="1426976" y="2385103"/>
                </a:lnTo>
                <a:lnTo>
                  <a:pt x="1426018" y="2371824"/>
                </a:lnTo>
                <a:lnTo>
                  <a:pt x="1418357" y="2372398"/>
                </a:lnTo>
                <a:lnTo>
                  <a:pt x="1404121" y="2366014"/>
                </a:lnTo>
                <a:lnTo>
                  <a:pt x="1389310" y="2359949"/>
                </a:lnTo>
                <a:lnTo>
                  <a:pt x="1382223" y="2360460"/>
                </a:lnTo>
                <a:lnTo>
                  <a:pt x="1367476" y="2354778"/>
                </a:lnTo>
                <a:lnTo>
                  <a:pt x="1366965" y="2347245"/>
                </a:lnTo>
                <a:lnTo>
                  <a:pt x="1359815" y="2341563"/>
                </a:lnTo>
                <a:lnTo>
                  <a:pt x="1359241" y="2333902"/>
                </a:lnTo>
                <a:lnTo>
                  <a:pt x="1351133" y="2320751"/>
                </a:lnTo>
                <a:lnTo>
                  <a:pt x="1357517" y="2313154"/>
                </a:lnTo>
                <a:lnTo>
                  <a:pt x="1357006" y="2306067"/>
                </a:lnTo>
                <a:lnTo>
                  <a:pt x="1356495" y="2298981"/>
                </a:lnTo>
                <a:lnTo>
                  <a:pt x="1362879" y="2291831"/>
                </a:lnTo>
                <a:lnTo>
                  <a:pt x="1369966" y="2284170"/>
                </a:lnTo>
                <a:lnTo>
                  <a:pt x="1369455" y="2277083"/>
                </a:lnTo>
                <a:lnTo>
                  <a:pt x="1361858" y="2277594"/>
                </a:lnTo>
                <a:lnTo>
                  <a:pt x="1354644" y="2271210"/>
                </a:lnTo>
                <a:lnTo>
                  <a:pt x="1354197" y="2264826"/>
                </a:lnTo>
                <a:lnTo>
                  <a:pt x="1347047" y="2265273"/>
                </a:lnTo>
                <a:lnTo>
                  <a:pt x="1353431" y="2257165"/>
                </a:lnTo>
                <a:lnTo>
                  <a:pt x="1359815" y="2256718"/>
                </a:lnTo>
                <a:lnTo>
                  <a:pt x="1358794" y="2242928"/>
                </a:lnTo>
                <a:lnTo>
                  <a:pt x="1373094" y="2241907"/>
                </a:lnTo>
                <a:lnTo>
                  <a:pt x="1380180" y="2241396"/>
                </a:lnTo>
                <a:lnTo>
                  <a:pt x="1387331" y="2240949"/>
                </a:lnTo>
                <a:lnTo>
                  <a:pt x="1394481" y="2240439"/>
                </a:lnTo>
                <a:lnTo>
                  <a:pt x="1400865" y="2232842"/>
                </a:lnTo>
                <a:lnTo>
                  <a:pt x="1407249" y="2232331"/>
                </a:lnTo>
                <a:lnTo>
                  <a:pt x="1406738" y="2225947"/>
                </a:lnTo>
                <a:lnTo>
                  <a:pt x="1414399" y="2225436"/>
                </a:lnTo>
                <a:lnTo>
                  <a:pt x="1421103" y="2224925"/>
                </a:lnTo>
                <a:lnTo>
                  <a:pt x="1421613" y="2231309"/>
                </a:lnTo>
                <a:lnTo>
                  <a:pt x="1429657" y="2237694"/>
                </a:lnTo>
                <a:lnTo>
                  <a:pt x="1428700" y="2224032"/>
                </a:lnTo>
                <a:lnTo>
                  <a:pt x="1435084" y="2223585"/>
                </a:lnTo>
                <a:lnTo>
                  <a:pt x="1436552" y="2221669"/>
                </a:lnTo>
                <a:lnTo>
                  <a:pt x="1442936" y="2223457"/>
                </a:lnTo>
                <a:lnTo>
                  <a:pt x="1449320" y="2215860"/>
                </a:lnTo>
                <a:lnTo>
                  <a:pt x="1449831" y="2223010"/>
                </a:lnTo>
                <a:lnTo>
                  <a:pt x="1450342" y="2230097"/>
                </a:lnTo>
                <a:lnTo>
                  <a:pt x="1450853" y="2237183"/>
                </a:lnTo>
                <a:lnTo>
                  <a:pt x="1444468" y="2244844"/>
                </a:lnTo>
                <a:lnTo>
                  <a:pt x="1437318" y="2245354"/>
                </a:lnTo>
                <a:lnTo>
                  <a:pt x="1430934" y="2252441"/>
                </a:lnTo>
                <a:lnTo>
                  <a:pt x="1438595" y="2258825"/>
                </a:lnTo>
                <a:lnTo>
                  <a:pt x="1439042" y="2265975"/>
                </a:lnTo>
                <a:lnTo>
                  <a:pt x="1440063" y="2280148"/>
                </a:lnTo>
                <a:lnTo>
                  <a:pt x="1447661" y="2286532"/>
                </a:lnTo>
                <a:lnTo>
                  <a:pt x="1448171" y="2293618"/>
                </a:lnTo>
                <a:lnTo>
                  <a:pt x="1455385" y="2300002"/>
                </a:lnTo>
                <a:lnTo>
                  <a:pt x="1461769" y="2285255"/>
                </a:lnTo>
                <a:lnTo>
                  <a:pt x="1468153" y="2278105"/>
                </a:lnTo>
                <a:lnTo>
                  <a:pt x="1474538" y="2263422"/>
                </a:lnTo>
                <a:lnTo>
                  <a:pt x="1474027" y="2256271"/>
                </a:lnTo>
                <a:lnTo>
                  <a:pt x="1481177" y="2255824"/>
                </a:lnTo>
                <a:lnTo>
                  <a:pt x="1488774" y="2262209"/>
                </a:lnTo>
                <a:lnTo>
                  <a:pt x="1496435" y="2268593"/>
                </a:lnTo>
                <a:lnTo>
                  <a:pt x="1503521" y="2274977"/>
                </a:lnTo>
                <a:lnTo>
                  <a:pt x="1511629" y="2288256"/>
                </a:lnTo>
                <a:lnTo>
                  <a:pt x="1505245" y="2302428"/>
                </a:lnTo>
                <a:lnTo>
                  <a:pt x="1505756" y="2310025"/>
                </a:lnTo>
                <a:lnTo>
                  <a:pt x="1506777" y="2323751"/>
                </a:lnTo>
                <a:lnTo>
                  <a:pt x="1521014" y="2322730"/>
                </a:lnTo>
                <a:lnTo>
                  <a:pt x="1521525" y="2330327"/>
                </a:lnTo>
                <a:lnTo>
                  <a:pt x="1528675" y="2329816"/>
                </a:lnTo>
                <a:lnTo>
                  <a:pt x="1535825" y="2335498"/>
                </a:lnTo>
                <a:lnTo>
                  <a:pt x="1543997" y="2342521"/>
                </a:lnTo>
                <a:lnTo>
                  <a:pt x="1522482" y="2344053"/>
                </a:lnTo>
                <a:lnTo>
                  <a:pt x="1530079" y="2350437"/>
                </a:lnTo>
                <a:lnTo>
                  <a:pt x="1537293" y="2356821"/>
                </a:lnTo>
                <a:lnTo>
                  <a:pt x="1545976" y="2370483"/>
                </a:lnTo>
                <a:lnTo>
                  <a:pt x="1552360" y="2370036"/>
                </a:lnTo>
                <a:lnTo>
                  <a:pt x="1567618" y="2382804"/>
                </a:lnTo>
                <a:lnTo>
                  <a:pt x="1568129" y="2389891"/>
                </a:lnTo>
                <a:lnTo>
                  <a:pt x="1584025" y="2396211"/>
                </a:lnTo>
                <a:lnTo>
                  <a:pt x="1597815" y="2388103"/>
                </a:lnTo>
                <a:lnTo>
                  <a:pt x="1604901" y="2387656"/>
                </a:lnTo>
                <a:lnTo>
                  <a:pt x="1619776" y="2400871"/>
                </a:lnTo>
                <a:lnTo>
                  <a:pt x="1634970" y="2413640"/>
                </a:lnTo>
                <a:lnTo>
                  <a:pt x="1643142" y="2427365"/>
                </a:lnTo>
                <a:lnTo>
                  <a:pt x="1656868" y="2426344"/>
                </a:lnTo>
                <a:lnTo>
                  <a:pt x="1664975" y="2439687"/>
                </a:lnTo>
                <a:lnTo>
                  <a:pt x="1679723" y="2446071"/>
                </a:lnTo>
                <a:lnTo>
                  <a:pt x="1686873" y="2445624"/>
                </a:lnTo>
                <a:lnTo>
                  <a:pt x="1695045" y="2458392"/>
                </a:lnTo>
                <a:lnTo>
                  <a:pt x="1701429" y="2457945"/>
                </a:lnTo>
                <a:lnTo>
                  <a:pt x="1709090" y="2465095"/>
                </a:lnTo>
                <a:lnTo>
                  <a:pt x="1723390" y="2464074"/>
                </a:lnTo>
                <a:lnTo>
                  <a:pt x="1730476" y="2463563"/>
                </a:lnTo>
                <a:lnTo>
                  <a:pt x="1738648" y="2469564"/>
                </a:lnTo>
                <a:lnTo>
                  <a:pt x="1739159" y="2477225"/>
                </a:lnTo>
                <a:lnTo>
                  <a:pt x="1745543" y="2483609"/>
                </a:lnTo>
                <a:lnTo>
                  <a:pt x="1753076" y="2483099"/>
                </a:lnTo>
                <a:lnTo>
                  <a:pt x="1754098" y="2496888"/>
                </a:lnTo>
                <a:lnTo>
                  <a:pt x="1767887" y="2495867"/>
                </a:lnTo>
                <a:lnTo>
                  <a:pt x="1768398" y="2503017"/>
                </a:lnTo>
                <a:lnTo>
                  <a:pt x="1775548" y="2502506"/>
                </a:lnTo>
                <a:lnTo>
                  <a:pt x="1782698" y="2501996"/>
                </a:lnTo>
                <a:lnTo>
                  <a:pt x="1781677" y="2488206"/>
                </a:lnTo>
                <a:lnTo>
                  <a:pt x="1781166" y="2481119"/>
                </a:lnTo>
                <a:lnTo>
                  <a:pt x="1780719" y="2474735"/>
                </a:lnTo>
                <a:lnTo>
                  <a:pt x="1780209" y="2467075"/>
                </a:lnTo>
                <a:lnTo>
                  <a:pt x="1780592" y="2466691"/>
                </a:lnTo>
                <a:lnTo>
                  <a:pt x="1781102" y="2473778"/>
                </a:lnTo>
                <a:lnTo>
                  <a:pt x="1781549" y="2480162"/>
                </a:lnTo>
                <a:lnTo>
                  <a:pt x="1782060" y="2487248"/>
                </a:lnTo>
                <a:lnTo>
                  <a:pt x="1783018" y="2501038"/>
                </a:lnTo>
                <a:lnTo>
                  <a:pt x="1790679" y="2507997"/>
                </a:lnTo>
                <a:lnTo>
                  <a:pt x="1791189" y="2514700"/>
                </a:lnTo>
                <a:lnTo>
                  <a:pt x="1791636" y="2521786"/>
                </a:lnTo>
                <a:lnTo>
                  <a:pt x="1784550" y="2522297"/>
                </a:lnTo>
                <a:lnTo>
                  <a:pt x="1785060" y="2529383"/>
                </a:lnTo>
                <a:lnTo>
                  <a:pt x="1785571" y="2536470"/>
                </a:lnTo>
                <a:lnTo>
                  <a:pt x="1786018" y="2543173"/>
                </a:lnTo>
                <a:lnTo>
                  <a:pt x="1786529" y="2550259"/>
                </a:lnTo>
                <a:lnTo>
                  <a:pt x="1787040" y="2557410"/>
                </a:lnTo>
                <a:lnTo>
                  <a:pt x="1788061" y="2571582"/>
                </a:lnTo>
                <a:lnTo>
                  <a:pt x="1781358" y="2578669"/>
                </a:lnTo>
                <a:lnTo>
                  <a:pt x="1781868" y="2585755"/>
                </a:lnTo>
                <a:lnTo>
                  <a:pt x="1782379" y="2592841"/>
                </a:lnTo>
                <a:lnTo>
                  <a:pt x="1790040" y="2599225"/>
                </a:lnTo>
                <a:lnTo>
                  <a:pt x="1783656" y="2606886"/>
                </a:lnTo>
                <a:lnTo>
                  <a:pt x="1784103" y="2613271"/>
                </a:lnTo>
                <a:lnTo>
                  <a:pt x="1791253" y="2612760"/>
                </a:lnTo>
                <a:lnTo>
                  <a:pt x="1791764" y="2620293"/>
                </a:lnTo>
                <a:lnTo>
                  <a:pt x="1784677" y="2620804"/>
                </a:lnTo>
                <a:lnTo>
                  <a:pt x="1785635" y="2634593"/>
                </a:lnTo>
                <a:lnTo>
                  <a:pt x="1799872" y="2633572"/>
                </a:lnTo>
                <a:lnTo>
                  <a:pt x="1807086" y="2639956"/>
                </a:lnTo>
                <a:lnTo>
                  <a:pt x="1821322" y="2638935"/>
                </a:lnTo>
                <a:lnTo>
                  <a:pt x="1821833" y="2645319"/>
                </a:lnTo>
                <a:lnTo>
                  <a:pt x="1829941" y="2658981"/>
                </a:lnTo>
                <a:lnTo>
                  <a:pt x="1828983" y="2658981"/>
                </a:lnTo>
                <a:lnTo>
                  <a:pt x="1836580" y="2672260"/>
                </a:lnTo>
                <a:lnTo>
                  <a:pt x="1844241" y="2678644"/>
                </a:lnTo>
                <a:lnTo>
                  <a:pt x="1858031" y="2677622"/>
                </a:lnTo>
                <a:lnTo>
                  <a:pt x="1858542" y="2684709"/>
                </a:lnTo>
                <a:lnTo>
                  <a:pt x="1859563" y="2698945"/>
                </a:lnTo>
                <a:lnTo>
                  <a:pt x="1867735" y="2705329"/>
                </a:lnTo>
                <a:lnTo>
                  <a:pt x="1873800" y="2697732"/>
                </a:lnTo>
                <a:lnTo>
                  <a:pt x="1881461" y="2697222"/>
                </a:lnTo>
                <a:lnTo>
                  <a:pt x="1887845" y="2696711"/>
                </a:lnTo>
                <a:lnTo>
                  <a:pt x="1895569" y="2696200"/>
                </a:lnTo>
                <a:lnTo>
                  <a:pt x="1896016" y="2703286"/>
                </a:lnTo>
                <a:lnTo>
                  <a:pt x="1896527" y="2709990"/>
                </a:lnTo>
                <a:lnTo>
                  <a:pt x="1882227" y="2710947"/>
                </a:lnTo>
                <a:lnTo>
                  <a:pt x="1874630" y="2711522"/>
                </a:lnTo>
                <a:lnTo>
                  <a:pt x="1868245" y="2719055"/>
                </a:lnTo>
                <a:lnTo>
                  <a:pt x="1875332" y="2725439"/>
                </a:lnTo>
                <a:lnTo>
                  <a:pt x="1875843" y="2732526"/>
                </a:lnTo>
                <a:lnTo>
                  <a:pt x="1876353" y="2739676"/>
                </a:lnTo>
                <a:lnTo>
                  <a:pt x="1884014" y="2739101"/>
                </a:lnTo>
                <a:lnTo>
                  <a:pt x="1898761" y="2744655"/>
                </a:lnTo>
                <a:lnTo>
                  <a:pt x="1905146" y="2737633"/>
                </a:lnTo>
                <a:lnTo>
                  <a:pt x="1912232" y="2737122"/>
                </a:lnTo>
                <a:lnTo>
                  <a:pt x="1918999" y="2736675"/>
                </a:lnTo>
                <a:lnTo>
                  <a:pt x="1919446" y="2743059"/>
                </a:lnTo>
                <a:lnTo>
                  <a:pt x="1933236" y="2735462"/>
                </a:lnTo>
                <a:lnTo>
                  <a:pt x="1940322" y="2734952"/>
                </a:lnTo>
                <a:lnTo>
                  <a:pt x="1947919" y="2734441"/>
                </a:lnTo>
                <a:lnTo>
                  <a:pt x="1961709" y="2733483"/>
                </a:lnTo>
                <a:lnTo>
                  <a:pt x="1968795" y="2739548"/>
                </a:lnTo>
                <a:lnTo>
                  <a:pt x="1976903" y="2745932"/>
                </a:lnTo>
                <a:lnTo>
                  <a:pt x="1976456" y="2739229"/>
                </a:lnTo>
                <a:lnTo>
                  <a:pt x="1990182" y="2738271"/>
                </a:lnTo>
                <a:lnTo>
                  <a:pt x="1997396" y="2744655"/>
                </a:lnTo>
                <a:lnTo>
                  <a:pt x="2004993" y="2751678"/>
                </a:lnTo>
                <a:lnTo>
                  <a:pt x="2019740" y="2757360"/>
                </a:lnTo>
                <a:lnTo>
                  <a:pt x="2013675" y="2765340"/>
                </a:lnTo>
                <a:lnTo>
                  <a:pt x="2006015" y="2765851"/>
                </a:lnTo>
                <a:lnTo>
                  <a:pt x="1999630" y="2773065"/>
                </a:lnTo>
                <a:lnTo>
                  <a:pt x="1992480" y="2766681"/>
                </a:lnTo>
                <a:lnTo>
                  <a:pt x="1991906" y="2759147"/>
                </a:lnTo>
                <a:lnTo>
                  <a:pt x="1984309" y="2752763"/>
                </a:lnTo>
                <a:lnTo>
                  <a:pt x="1970519" y="2760424"/>
                </a:lnTo>
                <a:lnTo>
                  <a:pt x="1970072" y="2754040"/>
                </a:lnTo>
                <a:lnTo>
                  <a:pt x="1963688" y="2754487"/>
                </a:lnTo>
                <a:lnTo>
                  <a:pt x="1956091" y="2754998"/>
                </a:lnTo>
                <a:lnTo>
                  <a:pt x="1949707" y="2755445"/>
                </a:lnTo>
                <a:lnTo>
                  <a:pt x="1942110" y="2756019"/>
                </a:lnTo>
                <a:lnTo>
                  <a:pt x="1935725" y="2763169"/>
                </a:lnTo>
                <a:lnTo>
                  <a:pt x="1928639" y="2763680"/>
                </a:lnTo>
                <a:lnTo>
                  <a:pt x="1921489" y="2764191"/>
                </a:lnTo>
                <a:lnTo>
                  <a:pt x="1914786" y="2764638"/>
                </a:lnTo>
                <a:lnTo>
                  <a:pt x="1907635" y="2765149"/>
                </a:lnTo>
                <a:lnTo>
                  <a:pt x="1901570" y="2773129"/>
                </a:lnTo>
                <a:lnTo>
                  <a:pt x="1902081" y="2779513"/>
                </a:lnTo>
                <a:lnTo>
                  <a:pt x="1909678" y="2793239"/>
                </a:lnTo>
                <a:lnTo>
                  <a:pt x="1916829" y="2792728"/>
                </a:lnTo>
                <a:lnTo>
                  <a:pt x="1923979" y="2799112"/>
                </a:lnTo>
                <a:lnTo>
                  <a:pt x="1931640" y="2806198"/>
                </a:lnTo>
                <a:lnTo>
                  <a:pt x="1932087" y="2812902"/>
                </a:lnTo>
                <a:lnTo>
                  <a:pt x="1933108" y="2827074"/>
                </a:lnTo>
                <a:lnTo>
                  <a:pt x="1926724" y="2834671"/>
                </a:lnTo>
                <a:lnTo>
                  <a:pt x="1934257" y="2840736"/>
                </a:lnTo>
                <a:lnTo>
                  <a:pt x="1934768" y="2847823"/>
                </a:lnTo>
                <a:lnTo>
                  <a:pt x="1935279" y="2854973"/>
                </a:lnTo>
                <a:lnTo>
                  <a:pt x="1943450" y="2868635"/>
                </a:lnTo>
                <a:lnTo>
                  <a:pt x="1950537" y="2868124"/>
                </a:lnTo>
                <a:lnTo>
                  <a:pt x="1958070" y="2867613"/>
                </a:lnTo>
                <a:lnTo>
                  <a:pt x="1963752" y="2860080"/>
                </a:lnTo>
                <a:lnTo>
                  <a:pt x="1957368" y="2853696"/>
                </a:lnTo>
                <a:lnTo>
                  <a:pt x="1956857" y="2846546"/>
                </a:lnTo>
                <a:lnTo>
                  <a:pt x="1962539" y="2839012"/>
                </a:lnTo>
                <a:lnTo>
                  <a:pt x="1970647" y="2845397"/>
                </a:lnTo>
                <a:lnTo>
                  <a:pt x="1971157" y="2852483"/>
                </a:lnTo>
                <a:lnTo>
                  <a:pt x="1971668" y="2859633"/>
                </a:lnTo>
                <a:lnTo>
                  <a:pt x="1972179" y="2866720"/>
                </a:lnTo>
                <a:lnTo>
                  <a:pt x="1979265" y="2873104"/>
                </a:lnTo>
                <a:lnTo>
                  <a:pt x="1986926" y="2872593"/>
                </a:lnTo>
                <a:lnTo>
                  <a:pt x="1994523" y="2886319"/>
                </a:lnTo>
                <a:lnTo>
                  <a:pt x="2001673" y="2885808"/>
                </a:lnTo>
                <a:lnTo>
                  <a:pt x="2000652" y="2871635"/>
                </a:lnTo>
                <a:lnTo>
                  <a:pt x="2000205" y="2864932"/>
                </a:lnTo>
                <a:lnTo>
                  <a:pt x="1999694" y="2857846"/>
                </a:lnTo>
                <a:lnTo>
                  <a:pt x="2006078" y="2850249"/>
                </a:lnTo>
                <a:lnTo>
                  <a:pt x="2007100" y="2864485"/>
                </a:lnTo>
                <a:lnTo>
                  <a:pt x="2014186" y="2863974"/>
                </a:lnTo>
                <a:lnTo>
                  <a:pt x="2015208" y="2877700"/>
                </a:lnTo>
                <a:lnTo>
                  <a:pt x="2022805" y="2877190"/>
                </a:lnTo>
                <a:lnTo>
                  <a:pt x="2051342" y="2875147"/>
                </a:lnTo>
                <a:lnTo>
                  <a:pt x="2050831" y="2868060"/>
                </a:lnTo>
                <a:lnTo>
                  <a:pt x="2036084" y="2862442"/>
                </a:lnTo>
                <a:lnTo>
                  <a:pt x="2035573" y="2855292"/>
                </a:lnTo>
                <a:lnTo>
                  <a:pt x="2027465" y="2848908"/>
                </a:lnTo>
                <a:lnTo>
                  <a:pt x="2026444" y="2834671"/>
                </a:lnTo>
                <a:lnTo>
                  <a:pt x="2020060" y="2835118"/>
                </a:lnTo>
                <a:lnTo>
                  <a:pt x="2011377" y="2822031"/>
                </a:lnTo>
                <a:lnTo>
                  <a:pt x="2003780" y="2815647"/>
                </a:lnTo>
                <a:lnTo>
                  <a:pt x="2002823" y="2801857"/>
                </a:lnTo>
                <a:lnTo>
                  <a:pt x="2009909" y="2801410"/>
                </a:lnTo>
                <a:lnTo>
                  <a:pt x="2018080" y="2807794"/>
                </a:lnTo>
                <a:lnTo>
                  <a:pt x="2018527" y="2814881"/>
                </a:lnTo>
                <a:lnTo>
                  <a:pt x="2025678" y="2821265"/>
                </a:lnTo>
                <a:lnTo>
                  <a:pt x="2033275" y="2820690"/>
                </a:lnTo>
                <a:lnTo>
                  <a:pt x="2047064" y="2812646"/>
                </a:lnTo>
                <a:lnTo>
                  <a:pt x="2060280" y="2804538"/>
                </a:lnTo>
                <a:lnTo>
                  <a:pt x="2059258" y="2790238"/>
                </a:lnTo>
                <a:lnTo>
                  <a:pt x="2046107" y="2798857"/>
                </a:lnTo>
                <a:lnTo>
                  <a:pt x="2038446" y="2799367"/>
                </a:lnTo>
                <a:lnTo>
                  <a:pt x="2031296" y="2792217"/>
                </a:lnTo>
                <a:lnTo>
                  <a:pt x="2030785" y="2785833"/>
                </a:lnTo>
                <a:lnTo>
                  <a:pt x="2037169" y="2778300"/>
                </a:lnTo>
                <a:lnTo>
                  <a:pt x="2050448" y="2763489"/>
                </a:lnTo>
                <a:lnTo>
                  <a:pt x="2057598" y="2762978"/>
                </a:lnTo>
                <a:lnTo>
                  <a:pt x="2065706" y="2776257"/>
                </a:lnTo>
                <a:lnTo>
                  <a:pt x="2080453" y="2782641"/>
                </a:lnTo>
                <a:lnTo>
                  <a:pt x="2079942" y="2775555"/>
                </a:lnTo>
                <a:lnTo>
                  <a:pt x="2079432" y="2768404"/>
                </a:lnTo>
                <a:lnTo>
                  <a:pt x="2078410" y="2754232"/>
                </a:lnTo>
                <a:lnTo>
                  <a:pt x="2077389" y="2740059"/>
                </a:lnTo>
                <a:lnTo>
                  <a:pt x="2069856" y="2740570"/>
                </a:lnTo>
                <a:lnTo>
                  <a:pt x="2055555" y="2734888"/>
                </a:lnTo>
                <a:lnTo>
                  <a:pt x="2045915" y="2721800"/>
                </a:lnTo>
                <a:lnTo>
                  <a:pt x="2039531" y="2722247"/>
                </a:lnTo>
                <a:lnTo>
                  <a:pt x="2024784" y="2716182"/>
                </a:lnTo>
                <a:lnTo>
                  <a:pt x="2010037" y="2710118"/>
                </a:lnTo>
                <a:lnTo>
                  <a:pt x="1995225" y="2711139"/>
                </a:lnTo>
                <a:lnTo>
                  <a:pt x="1988011" y="2704755"/>
                </a:lnTo>
                <a:lnTo>
                  <a:pt x="1994395" y="2697605"/>
                </a:lnTo>
                <a:lnTo>
                  <a:pt x="2000780" y="2690007"/>
                </a:lnTo>
                <a:lnTo>
                  <a:pt x="2000333" y="2682921"/>
                </a:lnTo>
                <a:lnTo>
                  <a:pt x="1993182" y="2683432"/>
                </a:lnTo>
                <a:lnTo>
                  <a:pt x="1985458" y="2669706"/>
                </a:lnTo>
                <a:lnTo>
                  <a:pt x="1991842" y="2662109"/>
                </a:lnTo>
                <a:lnTo>
                  <a:pt x="1998992" y="2661598"/>
                </a:lnTo>
                <a:lnTo>
                  <a:pt x="2013229" y="2660641"/>
                </a:lnTo>
                <a:lnTo>
                  <a:pt x="2021400" y="2667025"/>
                </a:lnTo>
                <a:lnTo>
                  <a:pt x="2021911" y="2674175"/>
                </a:lnTo>
                <a:lnTo>
                  <a:pt x="2022422" y="2681261"/>
                </a:lnTo>
                <a:lnTo>
                  <a:pt x="2028806" y="2680751"/>
                </a:lnTo>
                <a:lnTo>
                  <a:pt x="2035190" y="2666067"/>
                </a:lnTo>
                <a:lnTo>
                  <a:pt x="2027529" y="2666578"/>
                </a:lnTo>
                <a:lnTo>
                  <a:pt x="2005185" y="2647426"/>
                </a:lnTo>
                <a:lnTo>
                  <a:pt x="1996566" y="2633763"/>
                </a:lnTo>
                <a:lnTo>
                  <a:pt x="1982266" y="2628145"/>
                </a:lnTo>
                <a:lnTo>
                  <a:pt x="1974605" y="2621761"/>
                </a:lnTo>
                <a:lnTo>
                  <a:pt x="1973647" y="2607972"/>
                </a:lnTo>
                <a:lnTo>
                  <a:pt x="1973136" y="2600502"/>
                </a:lnTo>
                <a:lnTo>
                  <a:pt x="1972626" y="2593799"/>
                </a:lnTo>
                <a:lnTo>
                  <a:pt x="1965539" y="2587415"/>
                </a:lnTo>
                <a:lnTo>
                  <a:pt x="1971923" y="2579882"/>
                </a:lnTo>
                <a:lnTo>
                  <a:pt x="1985266" y="2571774"/>
                </a:lnTo>
                <a:lnTo>
                  <a:pt x="1992416" y="2571263"/>
                </a:lnTo>
                <a:lnTo>
                  <a:pt x="1993438" y="2585500"/>
                </a:lnTo>
                <a:lnTo>
                  <a:pt x="2001546" y="2591884"/>
                </a:lnTo>
                <a:lnTo>
                  <a:pt x="2009207" y="2605610"/>
                </a:lnTo>
                <a:lnTo>
                  <a:pt x="2017825" y="2618889"/>
                </a:lnTo>
                <a:lnTo>
                  <a:pt x="2032572" y="2625273"/>
                </a:lnTo>
                <a:lnTo>
                  <a:pt x="2046745" y="2630891"/>
                </a:lnTo>
                <a:lnTo>
                  <a:pt x="2046298" y="2624507"/>
                </a:lnTo>
                <a:lnTo>
                  <a:pt x="2032062" y="2618123"/>
                </a:lnTo>
                <a:lnTo>
                  <a:pt x="2023890" y="2611036"/>
                </a:lnTo>
                <a:lnTo>
                  <a:pt x="2023443" y="2604652"/>
                </a:lnTo>
                <a:lnTo>
                  <a:pt x="2022932" y="2597119"/>
                </a:lnTo>
                <a:lnTo>
                  <a:pt x="2031104" y="2604077"/>
                </a:lnTo>
                <a:lnTo>
                  <a:pt x="2038127" y="2609759"/>
                </a:lnTo>
                <a:lnTo>
                  <a:pt x="2045787" y="2616910"/>
                </a:lnTo>
                <a:lnTo>
                  <a:pt x="2067685" y="2622464"/>
                </a:lnTo>
                <a:lnTo>
                  <a:pt x="2067174" y="2615377"/>
                </a:lnTo>
                <a:lnTo>
                  <a:pt x="2059641" y="2615952"/>
                </a:lnTo>
                <a:lnTo>
                  <a:pt x="2051916" y="2602609"/>
                </a:lnTo>
                <a:lnTo>
                  <a:pt x="2044255" y="2595650"/>
                </a:lnTo>
                <a:lnTo>
                  <a:pt x="2051405" y="2595140"/>
                </a:lnTo>
                <a:lnTo>
                  <a:pt x="2058109" y="2594629"/>
                </a:lnTo>
                <a:lnTo>
                  <a:pt x="2059067" y="2608291"/>
                </a:lnTo>
                <a:lnTo>
                  <a:pt x="2073367" y="2607333"/>
                </a:lnTo>
                <a:lnTo>
                  <a:pt x="2087157" y="2600119"/>
                </a:lnTo>
                <a:lnTo>
                  <a:pt x="2093541" y="2592139"/>
                </a:lnTo>
                <a:lnTo>
                  <a:pt x="2086454" y="2592650"/>
                </a:lnTo>
                <a:lnTo>
                  <a:pt x="2071707" y="2586968"/>
                </a:lnTo>
                <a:lnTo>
                  <a:pt x="2056960" y="2580584"/>
                </a:lnTo>
                <a:lnTo>
                  <a:pt x="2049746" y="2574200"/>
                </a:lnTo>
                <a:lnTo>
                  <a:pt x="2042085" y="2567816"/>
                </a:lnTo>
                <a:lnTo>
                  <a:pt x="2041574" y="2560729"/>
                </a:lnTo>
                <a:lnTo>
                  <a:pt x="2048724" y="2560219"/>
                </a:lnTo>
                <a:lnTo>
                  <a:pt x="2069664" y="2558750"/>
                </a:lnTo>
                <a:lnTo>
                  <a:pt x="2076814" y="2558240"/>
                </a:lnTo>
                <a:lnTo>
                  <a:pt x="2076367" y="2551855"/>
                </a:lnTo>
                <a:lnTo>
                  <a:pt x="2075857" y="2544769"/>
                </a:lnTo>
                <a:lnTo>
                  <a:pt x="2082241" y="2537172"/>
                </a:lnTo>
                <a:lnTo>
                  <a:pt x="2089902" y="2543556"/>
                </a:lnTo>
                <a:lnTo>
                  <a:pt x="2096988" y="2549940"/>
                </a:lnTo>
                <a:lnTo>
                  <a:pt x="2111799" y="2548919"/>
                </a:lnTo>
                <a:lnTo>
                  <a:pt x="2118183" y="2541322"/>
                </a:lnTo>
                <a:lnTo>
                  <a:pt x="2110522" y="2534938"/>
                </a:lnTo>
                <a:lnTo>
                  <a:pt x="2117673" y="2534427"/>
                </a:lnTo>
                <a:lnTo>
                  <a:pt x="2130952" y="2533469"/>
                </a:lnTo>
                <a:lnTo>
                  <a:pt x="2145699" y="2539853"/>
                </a:lnTo>
                <a:lnTo>
                  <a:pt x="2167086" y="2538321"/>
                </a:lnTo>
                <a:lnTo>
                  <a:pt x="2174747" y="2544705"/>
                </a:lnTo>
                <a:lnTo>
                  <a:pt x="2181131" y="2544258"/>
                </a:lnTo>
                <a:lnTo>
                  <a:pt x="2180684" y="2544705"/>
                </a:lnTo>
                <a:lnTo>
                  <a:pt x="2188345" y="2551089"/>
                </a:lnTo>
                <a:lnTo>
                  <a:pt x="2203284" y="2549429"/>
                </a:lnTo>
                <a:lnTo>
                  <a:pt x="2210434" y="2548919"/>
                </a:lnTo>
                <a:lnTo>
                  <a:pt x="2216818" y="2541322"/>
                </a:lnTo>
                <a:lnTo>
                  <a:pt x="2217329" y="2548408"/>
                </a:lnTo>
                <a:lnTo>
                  <a:pt x="2217839" y="2555558"/>
                </a:lnTo>
                <a:lnTo>
                  <a:pt x="2211136" y="2556005"/>
                </a:lnTo>
                <a:lnTo>
                  <a:pt x="2197857" y="2571199"/>
                </a:lnTo>
                <a:lnTo>
                  <a:pt x="2205454" y="2577583"/>
                </a:lnTo>
                <a:lnTo>
                  <a:pt x="2211838" y="2570369"/>
                </a:lnTo>
                <a:lnTo>
                  <a:pt x="2232267" y="2561368"/>
                </a:lnTo>
                <a:lnTo>
                  <a:pt x="2238652" y="2554218"/>
                </a:lnTo>
                <a:lnTo>
                  <a:pt x="2252441" y="2546110"/>
                </a:lnTo>
                <a:lnTo>
                  <a:pt x="2251930" y="2539023"/>
                </a:lnTo>
                <a:lnTo>
                  <a:pt x="2258315" y="2532001"/>
                </a:lnTo>
                <a:lnTo>
                  <a:pt x="2272168" y="2523318"/>
                </a:lnTo>
                <a:lnTo>
                  <a:pt x="2278552" y="2516296"/>
                </a:lnTo>
                <a:lnTo>
                  <a:pt x="2284936" y="2508124"/>
                </a:lnTo>
                <a:lnTo>
                  <a:pt x="2298726" y="2500974"/>
                </a:lnTo>
                <a:lnTo>
                  <a:pt x="2305110" y="2500527"/>
                </a:lnTo>
                <a:lnTo>
                  <a:pt x="2319921" y="2499506"/>
                </a:lnTo>
                <a:lnTo>
                  <a:pt x="2333647" y="2498484"/>
                </a:lnTo>
                <a:lnTo>
                  <a:pt x="2340733" y="2498037"/>
                </a:lnTo>
                <a:lnTo>
                  <a:pt x="2347118" y="2490376"/>
                </a:lnTo>
                <a:lnTo>
                  <a:pt x="2346096" y="2476204"/>
                </a:lnTo>
                <a:lnTo>
                  <a:pt x="2339010" y="2476714"/>
                </a:lnTo>
                <a:lnTo>
                  <a:pt x="2324199" y="2470650"/>
                </a:lnTo>
                <a:lnTo>
                  <a:pt x="2317814" y="2471097"/>
                </a:lnTo>
                <a:lnTo>
                  <a:pt x="2302046" y="2457945"/>
                </a:lnTo>
                <a:lnTo>
                  <a:pt x="2288320" y="2458903"/>
                </a:lnTo>
                <a:lnTo>
                  <a:pt x="2287809" y="2452199"/>
                </a:lnTo>
                <a:lnTo>
                  <a:pt x="2287298" y="2445113"/>
                </a:lnTo>
                <a:lnTo>
                  <a:pt x="2279701" y="2439048"/>
                </a:lnTo>
                <a:lnTo>
                  <a:pt x="2277339" y="2439048"/>
                </a:lnTo>
                <a:lnTo>
                  <a:pt x="2276828" y="2432664"/>
                </a:lnTo>
                <a:lnTo>
                  <a:pt x="2275807" y="2418491"/>
                </a:lnTo>
                <a:lnTo>
                  <a:pt x="2268721" y="2418938"/>
                </a:lnTo>
                <a:lnTo>
                  <a:pt x="2261124" y="2412873"/>
                </a:lnTo>
                <a:lnTo>
                  <a:pt x="2260613" y="2405787"/>
                </a:lnTo>
                <a:lnTo>
                  <a:pt x="2246312" y="2406809"/>
                </a:lnTo>
                <a:lnTo>
                  <a:pt x="2239928" y="2414342"/>
                </a:lnTo>
                <a:lnTo>
                  <a:pt x="2238907" y="2400169"/>
                </a:lnTo>
                <a:lnTo>
                  <a:pt x="2238396" y="2393083"/>
                </a:lnTo>
                <a:lnTo>
                  <a:pt x="2244780" y="2385933"/>
                </a:lnTo>
                <a:lnTo>
                  <a:pt x="2251930" y="2385422"/>
                </a:lnTo>
                <a:lnTo>
                  <a:pt x="2251420" y="2377889"/>
                </a:lnTo>
                <a:lnTo>
                  <a:pt x="2257804" y="2370738"/>
                </a:lnTo>
                <a:lnTo>
                  <a:pt x="2250143" y="2364354"/>
                </a:lnTo>
                <a:lnTo>
                  <a:pt x="2249185" y="2350692"/>
                </a:lnTo>
                <a:lnTo>
                  <a:pt x="2256335" y="2350182"/>
                </a:lnTo>
                <a:lnTo>
                  <a:pt x="2255314" y="2336009"/>
                </a:lnTo>
                <a:lnTo>
                  <a:pt x="2254356" y="2322219"/>
                </a:lnTo>
                <a:lnTo>
                  <a:pt x="2268593" y="2321198"/>
                </a:lnTo>
                <a:lnTo>
                  <a:pt x="2282829" y="2320240"/>
                </a:lnTo>
                <a:lnTo>
                  <a:pt x="2289214" y="2312643"/>
                </a:lnTo>
                <a:lnTo>
                  <a:pt x="2283213" y="2300577"/>
                </a:lnTo>
                <a:lnTo>
                  <a:pt x="2283915" y="2297832"/>
                </a:lnTo>
                <a:lnTo>
                  <a:pt x="2283468" y="2291129"/>
                </a:lnTo>
                <a:lnTo>
                  <a:pt x="2289086" y="2277020"/>
                </a:lnTo>
                <a:lnTo>
                  <a:pt x="2281936" y="2269869"/>
                </a:lnTo>
                <a:lnTo>
                  <a:pt x="2280978" y="2256144"/>
                </a:lnTo>
                <a:lnTo>
                  <a:pt x="2280403" y="2248546"/>
                </a:lnTo>
                <a:lnTo>
                  <a:pt x="2286788" y="2241524"/>
                </a:lnTo>
                <a:lnTo>
                  <a:pt x="2293172" y="2233927"/>
                </a:lnTo>
                <a:lnTo>
                  <a:pt x="2286085" y="2234438"/>
                </a:lnTo>
                <a:lnTo>
                  <a:pt x="2279701" y="2234885"/>
                </a:lnTo>
                <a:lnTo>
                  <a:pt x="2279191" y="2227798"/>
                </a:lnTo>
                <a:lnTo>
                  <a:pt x="2284809" y="2213562"/>
                </a:lnTo>
                <a:lnTo>
                  <a:pt x="2284362" y="2206475"/>
                </a:lnTo>
                <a:lnTo>
                  <a:pt x="2290746" y="2198814"/>
                </a:lnTo>
                <a:lnTo>
                  <a:pt x="2298918" y="2205198"/>
                </a:lnTo>
                <a:lnTo>
                  <a:pt x="2299939" y="2219435"/>
                </a:lnTo>
                <a:lnTo>
                  <a:pt x="2306323" y="2218924"/>
                </a:lnTo>
                <a:lnTo>
                  <a:pt x="2312707" y="2211327"/>
                </a:lnTo>
                <a:lnTo>
                  <a:pt x="2312196" y="2204241"/>
                </a:lnTo>
                <a:lnTo>
                  <a:pt x="2319347" y="2203730"/>
                </a:lnTo>
                <a:lnTo>
                  <a:pt x="2325731" y="2189047"/>
                </a:lnTo>
                <a:lnTo>
                  <a:pt x="2323752" y="2161084"/>
                </a:lnTo>
                <a:lnTo>
                  <a:pt x="2319283" y="2172384"/>
                </a:lnTo>
                <a:lnTo>
                  <a:pt x="2309962" y="2159999"/>
                </a:lnTo>
                <a:lnTo>
                  <a:pt x="2307983" y="2159360"/>
                </a:lnTo>
                <a:lnTo>
                  <a:pt x="2307536" y="2152657"/>
                </a:lnTo>
                <a:lnTo>
                  <a:pt x="2307025" y="2145571"/>
                </a:lnTo>
                <a:lnTo>
                  <a:pt x="2299428" y="2139187"/>
                </a:lnTo>
                <a:lnTo>
                  <a:pt x="2298918" y="2132100"/>
                </a:lnTo>
                <a:lnTo>
                  <a:pt x="2305302" y="2124503"/>
                </a:lnTo>
                <a:lnTo>
                  <a:pt x="2312388" y="2123992"/>
                </a:lnTo>
                <a:lnTo>
                  <a:pt x="2312899" y="2131079"/>
                </a:lnTo>
                <a:lnTo>
                  <a:pt x="2319283" y="2123482"/>
                </a:lnTo>
                <a:lnTo>
                  <a:pt x="2332562" y="2122524"/>
                </a:lnTo>
                <a:lnTo>
                  <a:pt x="2338946" y="2114927"/>
                </a:lnTo>
                <a:lnTo>
                  <a:pt x="2346096" y="2114416"/>
                </a:lnTo>
                <a:lnTo>
                  <a:pt x="2352480" y="2113970"/>
                </a:lnTo>
                <a:lnTo>
                  <a:pt x="2351523" y="2100307"/>
                </a:lnTo>
                <a:lnTo>
                  <a:pt x="2344372" y="2093157"/>
                </a:lnTo>
                <a:lnTo>
                  <a:pt x="2337222" y="2093668"/>
                </a:lnTo>
                <a:lnTo>
                  <a:pt x="2322986" y="2088497"/>
                </a:lnTo>
                <a:lnTo>
                  <a:pt x="2322539" y="2082113"/>
                </a:lnTo>
                <a:lnTo>
                  <a:pt x="2329242" y="2081666"/>
                </a:lnTo>
                <a:lnTo>
                  <a:pt x="2335626" y="2073622"/>
                </a:lnTo>
                <a:lnTo>
                  <a:pt x="2343287" y="2080644"/>
                </a:lnTo>
                <a:lnTo>
                  <a:pt x="2350373" y="2086326"/>
                </a:lnTo>
                <a:lnTo>
                  <a:pt x="2356758" y="2085879"/>
                </a:lnTo>
                <a:lnTo>
                  <a:pt x="2355289" y="2065514"/>
                </a:lnTo>
                <a:lnTo>
                  <a:pt x="2361673" y="2050767"/>
                </a:lnTo>
                <a:lnTo>
                  <a:pt x="2368760" y="2050256"/>
                </a:lnTo>
                <a:lnTo>
                  <a:pt x="2375463" y="2056640"/>
                </a:lnTo>
                <a:lnTo>
                  <a:pt x="2389189" y="2048532"/>
                </a:lnTo>
                <a:lnTo>
                  <a:pt x="2402468" y="2033721"/>
                </a:lnTo>
                <a:lnTo>
                  <a:pt x="2409171" y="2033274"/>
                </a:lnTo>
                <a:lnTo>
                  <a:pt x="2409618" y="2039658"/>
                </a:lnTo>
                <a:lnTo>
                  <a:pt x="2417151" y="2039148"/>
                </a:lnTo>
                <a:lnTo>
                  <a:pt x="2416257" y="2025869"/>
                </a:lnTo>
                <a:lnTo>
                  <a:pt x="2415747" y="2018782"/>
                </a:lnTo>
                <a:lnTo>
                  <a:pt x="2414789" y="2005120"/>
                </a:lnTo>
                <a:lnTo>
                  <a:pt x="2422450" y="2018336"/>
                </a:lnTo>
                <a:lnTo>
                  <a:pt x="2429536" y="2024720"/>
                </a:lnTo>
                <a:lnTo>
                  <a:pt x="2430047" y="2031806"/>
                </a:lnTo>
                <a:lnTo>
                  <a:pt x="2438666" y="2045021"/>
                </a:lnTo>
                <a:lnTo>
                  <a:pt x="2424429" y="2046043"/>
                </a:lnTo>
                <a:lnTo>
                  <a:pt x="2424940" y="2053129"/>
                </a:lnTo>
                <a:lnTo>
                  <a:pt x="2425450" y="2060215"/>
                </a:lnTo>
                <a:lnTo>
                  <a:pt x="2425897" y="2066919"/>
                </a:lnTo>
                <a:lnTo>
                  <a:pt x="2440709" y="2073303"/>
                </a:lnTo>
                <a:lnTo>
                  <a:pt x="2454434" y="2078538"/>
                </a:lnTo>
                <a:lnTo>
                  <a:pt x="2475374" y="2063343"/>
                </a:lnTo>
                <a:lnTo>
                  <a:pt x="2487695" y="2055746"/>
                </a:lnTo>
                <a:lnTo>
                  <a:pt x="2494782" y="2055236"/>
                </a:lnTo>
                <a:lnTo>
                  <a:pt x="2501996" y="2047575"/>
                </a:lnTo>
                <a:lnTo>
                  <a:pt x="2510104" y="2068387"/>
                </a:lnTo>
                <a:lnTo>
                  <a:pt x="2516488" y="2060407"/>
                </a:lnTo>
                <a:lnTo>
                  <a:pt x="2522872" y="2046106"/>
                </a:lnTo>
                <a:lnTo>
                  <a:pt x="2522361" y="2039020"/>
                </a:lnTo>
                <a:lnTo>
                  <a:pt x="2528745" y="2038573"/>
                </a:lnTo>
                <a:lnTo>
                  <a:pt x="2537364" y="2044957"/>
                </a:lnTo>
                <a:lnTo>
                  <a:pt x="2543748" y="2037424"/>
                </a:lnTo>
                <a:lnTo>
                  <a:pt x="2550132" y="2036977"/>
                </a:lnTo>
                <a:lnTo>
                  <a:pt x="2571519" y="2035445"/>
                </a:lnTo>
                <a:lnTo>
                  <a:pt x="2572030" y="2042531"/>
                </a:lnTo>
                <a:lnTo>
                  <a:pt x="2578414" y="2042084"/>
                </a:lnTo>
                <a:lnTo>
                  <a:pt x="2577903" y="2034998"/>
                </a:lnTo>
                <a:lnTo>
                  <a:pt x="2585053" y="2034487"/>
                </a:lnTo>
                <a:lnTo>
                  <a:pt x="2589714" y="2013164"/>
                </a:lnTo>
                <a:lnTo>
                  <a:pt x="2603503" y="2005057"/>
                </a:lnTo>
                <a:lnTo>
                  <a:pt x="2604525" y="2019293"/>
                </a:lnTo>
                <a:lnTo>
                  <a:pt x="2612569" y="2018719"/>
                </a:lnTo>
                <a:lnTo>
                  <a:pt x="2631721" y="1995927"/>
                </a:lnTo>
                <a:lnTo>
                  <a:pt x="2645575" y="1988394"/>
                </a:lnTo>
                <a:lnTo>
                  <a:pt x="2650810" y="1980861"/>
                </a:lnTo>
                <a:lnTo>
                  <a:pt x="2657832" y="1973264"/>
                </a:lnTo>
                <a:lnTo>
                  <a:pt x="2664535" y="1972753"/>
                </a:lnTo>
                <a:lnTo>
                  <a:pt x="2679730" y="1978818"/>
                </a:lnTo>
                <a:lnTo>
                  <a:pt x="2686114" y="1971285"/>
                </a:lnTo>
                <a:lnTo>
                  <a:pt x="2678900" y="1964901"/>
                </a:lnTo>
                <a:lnTo>
                  <a:pt x="2691668" y="1957303"/>
                </a:lnTo>
                <a:lnTo>
                  <a:pt x="2698052" y="1943131"/>
                </a:lnTo>
                <a:lnTo>
                  <a:pt x="2705202" y="1935470"/>
                </a:lnTo>
                <a:lnTo>
                  <a:pt x="2711586" y="1935023"/>
                </a:lnTo>
                <a:lnTo>
                  <a:pt x="2717970" y="1926915"/>
                </a:lnTo>
                <a:lnTo>
                  <a:pt x="2717460" y="1920531"/>
                </a:lnTo>
                <a:lnTo>
                  <a:pt x="2725504" y="1926596"/>
                </a:lnTo>
                <a:lnTo>
                  <a:pt x="2731888" y="1926149"/>
                </a:lnTo>
                <a:lnTo>
                  <a:pt x="2732335" y="1919765"/>
                </a:lnTo>
                <a:lnTo>
                  <a:pt x="2732335" y="1918807"/>
                </a:lnTo>
                <a:lnTo>
                  <a:pt x="2738719" y="1911657"/>
                </a:lnTo>
                <a:lnTo>
                  <a:pt x="2745805" y="1911146"/>
                </a:lnTo>
                <a:lnTo>
                  <a:pt x="2751615" y="1904762"/>
                </a:lnTo>
                <a:lnTo>
                  <a:pt x="2752572" y="1918041"/>
                </a:lnTo>
                <a:lnTo>
                  <a:pt x="2760105" y="1917467"/>
                </a:lnTo>
                <a:lnTo>
                  <a:pt x="2773512" y="1903230"/>
                </a:lnTo>
                <a:lnTo>
                  <a:pt x="2779896" y="1896846"/>
                </a:lnTo>
                <a:lnTo>
                  <a:pt x="2793175" y="1895888"/>
                </a:lnTo>
                <a:lnTo>
                  <a:pt x="2794005" y="1907699"/>
                </a:lnTo>
                <a:lnTo>
                  <a:pt x="2794580" y="1915360"/>
                </a:lnTo>
                <a:lnTo>
                  <a:pt x="2781811" y="1922829"/>
                </a:lnTo>
                <a:lnTo>
                  <a:pt x="2767575" y="1931512"/>
                </a:lnTo>
                <a:lnTo>
                  <a:pt x="2761893" y="1939045"/>
                </a:lnTo>
                <a:lnTo>
                  <a:pt x="2768277" y="1945429"/>
                </a:lnTo>
                <a:lnTo>
                  <a:pt x="2776959" y="1951813"/>
                </a:lnTo>
                <a:lnTo>
                  <a:pt x="2763042" y="1959538"/>
                </a:lnTo>
                <a:lnTo>
                  <a:pt x="2748869" y="1953792"/>
                </a:lnTo>
                <a:lnTo>
                  <a:pt x="2741719" y="1954303"/>
                </a:lnTo>
                <a:lnTo>
                  <a:pt x="2734569" y="1961517"/>
                </a:lnTo>
                <a:lnTo>
                  <a:pt x="2728185" y="1961964"/>
                </a:lnTo>
                <a:lnTo>
                  <a:pt x="2728696" y="1969050"/>
                </a:lnTo>
                <a:lnTo>
                  <a:pt x="2735399" y="1975434"/>
                </a:lnTo>
                <a:lnTo>
                  <a:pt x="2756339" y="1973966"/>
                </a:lnTo>
                <a:lnTo>
                  <a:pt x="2764383" y="1980350"/>
                </a:lnTo>
                <a:lnTo>
                  <a:pt x="2764830" y="1986734"/>
                </a:lnTo>
                <a:lnTo>
                  <a:pt x="2786344" y="1992352"/>
                </a:lnTo>
                <a:lnTo>
                  <a:pt x="2779960" y="1992863"/>
                </a:lnTo>
                <a:lnTo>
                  <a:pt x="2772299" y="2000524"/>
                </a:lnTo>
                <a:lnTo>
                  <a:pt x="2765596" y="1993821"/>
                </a:lnTo>
                <a:lnTo>
                  <a:pt x="2766617" y="2008057"/>
                </a:lnTo>
                <a:lnTo>
                  <a:pt x="2773001" y="2013803"/>
                </a:lnTo>
                <a:lnTo>
                  <a:pt x="2767320" y="2021847"/>
                </a:lnTo>
                <a:lnTo>
                  <a:pt x="2759276" y="2014760"/>
                </a:lnTo>
                <a:lnTo>
                  <a:pt x="2752891" y="2009015"/>
                </a:lnTo>
                <a:lnTo>
                  <a:pt x="2746188" y="2015399"/>
                </a:lnTo>
                <a:lnTo>
                  <a:pt x="2747210" y="2030146"/>
                </a:lnTo>
                <a:lnTo>
                  <a:pt x="2740826" y="2038701"/>
                </a:lnTo>
                <a:lnTo>
                  <a:pt x="2748933" y="2045085"/>
                </a:lnTo>
                <a:lnTo>
                  <a:pt x="2749891" y="2058747"/>
                </a:lnTo>
                <a:lnTo>
                  <a:pt x="2736037" y="2059705"/>
                </a:lnTo>
                <a:lnTo>
                  <a:pt x="2729972" y="2080581"/>
                </a:lnTo>
                <a:lnTo>
                  <a:pt x="2730483" y="2087667"/>
                </a:lnTo>
                <a:lnTo>
                  <a:pt x="2744720" y="2094051"/>
                </a:lnTo>
                <a:lnTo>
                  <a:pt x="2759978" y="2100116"/>
                </a:lnTo>
                <a:lnTo>
                  <a:pt x="2766362" y="2099733"/>
                </a:lnTo>
                <a:lnTo>
                  <a:pt x="2780088" y="2098711"/>
                </a:lnTo>
                <a:lnTo>
                  <a:pt x="2788770" y="2105096"/>
                </a:lnTo>
                <a:lnTo>
                  <a:pt x="2789217" y="2111480"/>
                </a:lnTo>
                <a:lnTo>
                  <a:pt x="2801985" y="2110586"/>
                </a:lnTo>
                <a:lnTo>
                  <a:pt x="2808688" y="2103436"/>
                </a:lnTo>
                <a:lnTo>
                  <a:pt x="2816286" y="2109820"/>
                </a:lnTo>
                <a:lnTo>
                  <a:pt x="2830522" y="2108798"/>
                </a:lnTo>
                <a:lnTo>
                  <a:pt x="2831033" y="2115885"/>
                </a:lnTo>
                <a:lnTo>
                  <a:pt x="2845780" y="2121439"/>
                </a:lnTo>
                <a:lnTo>
                  <a:pt x="2859570" y="2120481"/>
                </a:lnTo>
                <a:lnTo>
                  <a:pt x="2866720" y="2126865"/>
                </a:lnTo>
                <a:lnTo>
                  <a:pt x="2873870" y="2133250"/>
                </a:lnTo>
                <a:lnTo>
                  <a:pt x="2888171" y="2132228"/>
                </a:lnTo>
                <a:lnTo>
                  <a:pt x="2910579" y="2158722"/>
                </a:lnTo>
                <a:lnTo>
                  <a:pt x="2932860" y="2163766"/>
                </a:lnTo>
                <a:lnTo>
                  <a:pt x="2939244" y="2163319"/>
                </a:lnTo>
                <a:lnTo>
                  <a:pt x="2946394" y="2162808"/>
                </a:lnTo>
                <a:lnTo>
                  <a:pt x="2953544" y="2169958"/>
                </a:lnTo>
                <a:lnTo>
                  <a:pt x="2960247" y="2169511"/>
                </a:lnTo>
                <a:lnTo>
                  <a:pt x="2967206" y="2161340"/>
                </a:lnTo>
                <a:lnTo>
                  <a:pt x="2973909" y="2160893"/>
                </a:lnTo>
                <a:lnTo>
                  <a:pt x="2981634" y="2167979"/>
                </a:lnTo>
                <a:lnTo>
                  <a:pt x="2996381" y="2166958"/>
                </a:lnTo>
                <a:lnTo>
                  <a:pt x="2997339" y="2180620"/>
                </a:lnTo>
                <a:lnTo>
                  <a:pt x="3003723" y="2180173"/>
                </a:lnTo>
                <a:lnTo>
                  <a:pt x="3017513" y="2179215"/>
                </a:lnTo>
                <a:lnTo>
                  <a:pt x="3023897" y="2185599"/>
                </a:lnTo>
                <a:lnTo>
                  <a:pt x="3024408" y="2192813"/>
                </a:lnTo>
                <a:lnTo>
                  <a:pt x="3033409" y="2205007"/>
                </a:lnTo>
                <a:lnTo>
                  <a:pt x="3040496" y="2211391"/>
                </a:lnTo>
                <a:lnTo>
                  <a:pt x="3055754" y="2224159"/>
                </a:lnTo>
                <a:lnTo>
                  <a:pt x="3062138" y="2230863"/>
                </a:lnTo>
                <a:lnTo>
                  <a:pt x="3062648" y="2238396"/>
                </a:lnTo>
                <a:lnTo>
                  <a:pt x="3056264" y="2238779"/>
                </a:lnTo>
                <a:lnTo>
                  <a:pt x="3049880" y="2253079"/>
                </a:lnTo>
                <a:lnTo>
                  <a:pt x="3050391" y="2259463"/>
                </a:lnTo>
                <a:lnTo>
                  <a:pt x="3050902" y="2266550"/>
                </a:lnTo>
                <a:lnTo>
                  <a:pt x="3057988" y="2266039"/>
                </a:lnTo>
                <a:lnTo>
                  <a:pt x="3057477" y="2258953"/>
                </a:lnTo>
                <a:lnTo>
                  <a:pt x="3063861" y="2258506"/>
                </a:lnTo>
                <a:lnTo>
                  <a:pt x="3071969" y="2257931"/>
                </a:lnTo>
                <a:lnTo>
                  <a:pt x="3099102" y="2256016"/>
                </a:lnTo>
                <a:lnTo>
                  <a:pt x="3106188" y="2248930"/>
                </a:lnTo>
                <a:lnTo>
                  <a:pt x="3112572" y="2248483"/>
                </a:lnTo>
                <a:lnTo>
                  <a:pt x="3118956" y="2240886"/>
                </a:lnTo>
                <a:lnTo>
                  <a:pt x="3133320" y="2247270"/>
                </a:lnTo>
                <a:lnTo>
                  <a:pt x="3140854" y="2246759"/>
                </a:lnTo>
                <a:lnTo>
                  <a:pt x="3141301" y="2253143"/>
                </a:lnTo>
                <a:lnTo>
                  <a:pt x="3141811" y="2260229"/>
                </a:lnTo>
                <a:lnTo>
                  <a:pt x="3149089" y="2259719"/>
                </a:lnTo>
                <a:lnTo>
                  <a:pt x="3162815" y="2258761"/>
                </a:lnTo>
                <a:lnTo>
                  <a:pt x="3184265" y="2263996"/>
                </a:lnTo>
                <a:lnTo>
                  <a:pt x="3184776" y="2271465"/>
                </a:lnTo>
                <a:lnTo>
                  <a:pt x="3191160" y="2277849"/>
                </a:lnTo>
                <a:lnTo>
                  <a:pt x="3185989" y="2291959"/>
                </a:lnTo>
                <a:lnTo>
                  <a:pt x="3186436" y="2299045"/>
                </a:lnTo>
                <a:lnTo>
                  <a:pt x="3193650" y="2312834"/>
                </a:lnTo>
                <a:lnTo>
                  <a:pt x="3201311" y="2319921"/>
                </a:lnTo>
                <a:lnTo>
                  <a:pt x="3208845" y="2319410"/>
                </a:lnTo>
                <a:lnTo>
                  <a:pt x="3215612" y="2318963"/>
                </a:lnTo>
                <a:lnTo>
                  <a:pt x="3222698" y="2318453"/>
                </a:lnTo>
                <a:lnTo>
                  <a:pt x="3229082" y="2317942"/>
                </a:lnTo>
                <a:lnTo>
                  <a:pt x="3235466" y="2317495"/>
                </a:lnTo>
                <a:lnTo>
                  <a:pt x="3241850" y="2309387"/>
                </a:lnTo>
                <a:lnTo>
                  <a:pt x="3249894" y="2316473"/>
                </a:lnTo>
                <a:lnTo>
                  <a:pt x="3250405" y="2322858"/>
                </a:lnTo>
                <a:lnTo>
                  <a:pt x="3264259" y="2321900"/>
                </a:lnTo>
                <a:lnTo>
                  <a:pt x="3271345" y="2321389"/>
                </a:lnTo>
                <a:lnTo>
                  <a:pt x="3286092" y="2327454"/>
                </a:lnTo>
                <a:lnTo>
                  <a:pt x="3286539" y="2333200"/>
                </a:lnTo>
                <a:lnTo>
                  <a:pt x="3307926" y="2345457"/>
                </a:lnTo>
                <a:lnTo>
                  <a:pt x="3322737" y="2351841"/>
                </a:lnTo>
                <a:lnTo>
                  <a:pt x="3329823" y="2357906"/>
                </a:lnTo>
                <a:lnTo>
                  <a:pt x="3350763" y="2356438"/>
                </a:lnTo>
                <a:lnTo>
                  <a:pt x="3365510" y="2355416"/>
                </a:lnTo>
                <a:lnTo>
                  <a:pt x="3371894" y="2354970"/>
                </a:lnTo>
                <a:lnTo>
                  <a:pt x="3385684" y="2347373"/>
                </a:lnTo>
                <a:lnTo>
                  <a:pt x="3399410" y="2346415"/>
                </a:lnTo>
                <a:lnTo>
                  <a:pt x="3398900" y="2338818"/>
                </a:lnTo>
                <a:lnTo>
                  <a:pt x="3399793" y="2345202"/>
                </a:lnTo>
                <a:lnTo>
                  <a:pt x="3399793" y="2346287"/>
                </a:lnTo>
                <a:lnTo>
                  <a:pt x="3399793" y="2345074"/>
                </a:lnTo>
                <a:lnTo>
                  <a:pt x="3404517" y="2331668"/>
                </a:lnTo>
                <a:lnTo>
                  <a:pt x="3404071" y="2324581"/>
                </a:lnTo>
                <a:lnTo>
                  <a:pt x="3403624" y="2318836"/>
                </a:lnTo>
                <a:lnTo>
                  <a:pt x="3417924" y="2310664"/>
                </a:lnTo>
                <a:lnTo>
                  <a:pt x="3430692" y="2295534"/>
                </a:lnTo>
                <a:lnTo>
                  <a:pt x="3430181" y="2288447"/>
                </a:lnTo>
                <a:lnTo>
                  <a:pt x="3436566" y="2273700"/>
                </a:lnTo>
                <a:lnTo>
                  <a:pt x="3442311" y="2259591"/>
                </a:lnTo>
                <a:lnTo>
                  <a:pt x="3456995" y="2258570"/>
                </a:lnTo>
                <a:lnTo>
                  <a:pt x="3462166" y="2243950"/>
                </a:lnTo>
                <a:lnTo>
                  <a:pt x="3469763" y="2243375"/>
                </a:lnTo>
                <a:lnTo>
                  <a:pt x="3484127" y="2256654"/>
                </a:lnTo>
                <a:lnTo>
                  <a:pt x="3492682" y="2263039"/>
                </a:lnTo>
                <a:lnTo>
                  <a:pt x="3493639" y="2276700"/>
                </a:lnTo>
                <a:lnTo>
                  <a:pt x="3485595" y="2277275"/>
                </a:lnTo>
                <a:lnTo>
                  <a:pt x="3494150" y="2283659"/>
                </a:lnTo>
                <a:lnTo>
                  <a:pt x="3501939" y="2297896"/>
                </a:lnTo>
                <a:lnTo>
                  <a:pt x="3502386" y="2304280"/>
                </a:lnTo>
                <a:lnTo>
                  <a:pt x="3488085" y="2312388"/>
                </a:lnTo>
                <a:lnTo>
                  <a:pt x="3481701" y="2312834"/>
                </a:lnTo>
                <a:lnTo>
                  <a:pt x="3496895" y="2317559"/>
                </a:lnTo>
                <a:lnTo>
                  <a:pt x="3510174" y="2323943"/>
                </a:lnTo>
                <a:lnTo>
                  <a:pt x="3517325" y="2316282"/>
                </a:lnTo>
                <a:lnTo>
                  <a:pt x="3524475" y="2315835"/>
                </a:lnTo>
                <a:lnTo>
                  <a:pt x="3552565" y="2320942"/>
                </a:lnTo>
                <a:lnTo>
                  <a:pt x="3544904" y="2314558"/>
                </a:lnTo>
                <a:lnTo>
                  <a:pt x="3551288" y="2308174"/>
                </a:lnTo>
                <a:lnTo>
                  <a:pt x="3536541" y="2302109"/>
                </a:lnTo>
                <a:lnTo>
                  <a:pt x="3531178" y="2289916"/>
                </a:lnTo>
                <a:lnTo>
                  <a:pt x="3536796" y="2282382"/>
                </a:lnTo>
                <a:lnTo>
                  <a:pt x="3536349" y="2275296"/>
                </a:lnTo>
                <a:lnTo>
                  <a:pt x="3535838" y="2268210"/>
                </a:lnTo>
                <a:lnTo>
                  <a:pt x="3542925" y="2267699"/>
                </a:lnTo>
                <a:lnTo>
                  <a:pt x="3543946" y="2281872"/>
                </a:lnTo>
                <a:lnTo>
                  <a:pt x="3550330" y="2267188"/>
                </a:lnTo>
                <a:lnTo>
                  <a:pt x="3549373" y="2253526"/>
                </a:lnTo>
                <a:lnTo>
                  <a:pt x="3548862" y="2247142"/>
                </a:lnTo>
                <a:lnTo>
                  <a:pt x="3541201" y="2240183"/>
                </a:lnTo>
                <a:lnTo>
                  <a:pt x="3533093" y="2226904"/>
                </a:lnTo>
                <a:lnTo>
                  <a:pt x="3540243" y="2226394"/>
                </a:lnTo>
                <a:lnTo>
                  <a:pt x="3539796" y="2220010"/>
                </a:lnTo>
                <a:lnTo>
                  <a:pt x="3538775" y="2206220"/>
                </a:lnTo>
                <a:lnTo>
                  <a:pt x="3538264" y="2198687"/>
                </a:lnTo>
                <a:lnTo>
                  <a:pt x="3530667" y="2192303"/>
                </a:lnTo>
                <a:lnTo>
                  <a:pt x="3530157" y="2185216"/>
                </a:lnTo>
                <a:lnTo>
                  <a:pt x="3536541" y="2178002"/>
                </a:lnTo>
                <a:lnTo>
                  <a:pt x="3542605" y="2162808"/>
                </a:lnTo>
                <a:lnTo>
                  <a:pt x="3549373" y="2157190"/>
                </a:lnTo>
                <a:lnTo>
                  <a:pt x="3563226" y="2156232"/>
                </a:lnTo>
                <a:lnTo>
                  <a:pt x="3562716" y="2149018"/>
                </a:lnTo>
                <a:lnTo>
                  <a:pt x="3556012" y="2142315"/>
                </a:lnTo>
                <a:lnTo>
                  <a:pt x="3541776" y="2150487"/>
                </a:lnTo>
                <a:lnTo>
                  <a:pt x="3527475" y="2151508"/>
                </a:lnTo>
                <a:lnTo>
                  <a:pt x="3514197" y="2152402"/>
                </a:lnTo>
                <a:lnTo>
                  <a:pt x="3506089" y="2139251"/>
                </a:lnTo>
                <a:lnTo>
                  <a:pt x="3492363" y="2140208"/>
                </a:lnTo>
                <a:lnTo>
                  <a:pt x="3485149" y="2133824"/>
                </a:lnTo>
                <a:lnTo>
                  <a:pt x="3476083" y="2120226"/>
                </a:lnTo>
                <a:lnTo>
                  <a:pt x="3468869" y="2113842"/>
                </a:lnTo>
                <a:lnTo>
                  <a:pt x="3461783" y="2107458"/>
                </a:lnTo>
                <a:lnTo>
                  <a:pt x="3453611" y="2100435"/>
                </a:lnTo>
                <a:lnTo>
                  <a:pt x="3447227" y="2100882"/>
                </a:lnTo>
                <a:lnTo>
                  <a:pt x="3432863" y="2095519"/>
                </a:lnTo>
                <a:lnTo>
                  <a:pt x="3426862" y="2109884"/>
                </a:lnTo>
                <a:lnTo>
                  <a:pt x="3427883" y="2123673"/>
                </a:lnTo>
                <a:lnTo>
                  <a:pt x="3427372" y="2123673"/>
                </a:lnTo>
                <a:lnTo>
                  <a:pt x="3426351" y="2109948"/>
                </a:lnTo>
                <a:lnTo>
                  <a:pt x="3432097" y="2095264"/>
                </a:lnTo>
                <a:lnTo>
                  <a:pt x="3425712" y="2095711"/>
                </a:lnTo>
                <a:lnTo>
                  <a:pt x="3411859" y="2089327"/>
                </a:lnTo>
                <a:lnTo>
                  <a:pt x="3396665" y="2083262"/>
                </a:lnTo>
                <a:lnTo>
                  <a:pt x="3388557" y="2077197"/>
                </a:lnTo>
                <a:lnTo>
                  <a:pt x="3367553" y="2064237"/>
                </a:lnTo>
                <a:lnTo>
                  <a:pt x="3352806" y="2057853"/>
                </a:lnTo>
                <a:lnTo>
                  <a:pt x="3337931" y="2045085"/>
                </a:lnTo>
                <a:lnTo>
                  <a:pt x="3336016" y="2017633"/>
                </a:lnTo>
                <a:lnTo>
                  <a:pt x="3328419" y="2011951"/>
                </a:lnTo>
                <a:lnTo>
                  <a:pt x="3320502" y="2004674"/>
                </a:lnTo>
                <a:lnTo>
                  <a:pt x="3319545" y="1990884"/>
                </a:lnTo>
                <a:lnTo>
                  <a:pt x="3312395" y="1976583"/>
                </a:lnTo>
                <a:lnTo>
                  <a:pt x="3305180" y="1977094"/>
                </a:lnTo>
                <a:lnTo>
                  <a:pt x="3304734" y="1970710"/>
                </a:lnTo>
                <a:lnTo>
                  <a:pt x="3289986" y="1964326"/>
                </a:lnTo>
                <a:lnTo>
                  <a:pt x="3268536" y="1951558"/>
                </a:lnTo>
                <a:lnTo>
                  <a:pt x="3269047" y="1958644"/>
                </a:lnTo>
                <a:lnTo>
                  <a:pt x="3262662" y="1966241"/>
                </a:lnTo>
                <a:lnTo>
                  <a:pt x="3254555" y="1959857"/>
                </a:lnTo>
                <a:lnTo>
                  <a:pt x="3240318" y="1953473"/>
                </a:lnTo>
                <a:lnTo>
                  <a:pt x="3245425" y="1925128"/>
                </a:lnTo>
                <a:lnTo>
                  <a:pt x="3244978" y="1918424"/>
                </a:lnTo>
                <a:lnTo>
                  <a:pt x="3251362" y="1910891"/>
                </a:lnTo>
                <a:lnTo>
                  <a:pt x="3250405" y="1897165"/>
                </a:lnTo>
                <a:lnTo>
                  <a:pt x="3257491" y="1889057"/>
                </a:lnTo>
                <a:lnTo>
                  <a:pt x="3249383" y="1882992"/>
                </a:lnTo>
                <a:lnTo>
                  <a:pt x="3248043" y="1863840"/>
                </a:lnTo>
                <a:lnTo>
                  <a:pt x="3254427" y="1848582"/>
                </a:lnTo>
                <a:lnTo>
                  <a:pt x="3253469" y="1834920"/>
                </a:lnTo>
                <a:lnTo>
                  <a:pt x="3259853" y="1834473"/>
                </a:lnTo>
                <a:lnTo>
                  <a:pt x="3267068" y="1840538"/>
                </a:lnTo>
                <a:lnTo>
                  <a:pt x="3279836" y="1825408"/>
                </a:lnTo>
                <a:lnTo>
                  <a:pt x="3286986" y="1817747"/>
                </a:lnTo>
                <a:lnTo>
                  <a:pt x="3293370" y="1811363"/>
                </a:lnTo>
                <a:lnTo>
                  <a:pt x="3299754" y="1796679"/>
                </a:lnTo>
                <a:lnTo>
                  <a:pt x="3306138" y="1803063"/>
                </a:lnTo>
                <a:lnTo>
                  <a:pt x="3312522" y="1788380"/>
                </a:lnTo>
                <a:lnTo>
                  <a:pt x="3303393" y="1768015"/>
                </a:lnTo>
                <a:lnTo>
                  <a:pt x="3290114" y="1768972"/>
                </a:lnTo>
                <a:lnTo>
                  <a:pt x="3283730" y="1769419"/>
                </a:lnTo>
                <a:lnTo>
                  <a:pt x="3269047" y="1763865"/>
                </a:lnTo>
                <a:lnTo>
                  <a:pt x="3274601" y="1748671"/>
                </a:lnTo>
                <a:lnTo>
                  <a:pt x="3281751" y="1741584"/>
                </a:lnTo>
                <a:lnTo>
                  <a:pt x="3288135" y="1741074"/>
                </a:lnTo>
                <a:lnTo>
                  <a:pt x="3280985" y="1734690"/>
                </a:lnTo>
                <a:lnTo>
                  <a:pt x="3258640" y="1721921"/>
                </a:lnTo>
                <a:lnTo>
                  <a:pt x="3229657" y="1703982"/>
                </a:lnTo>
                <a:lnTo>
                  <a:pt x="3215293" y="1690703"/>
                </a:lnTo>
                <a:lnTo>
                  <a:pt x="3208206" y="1698875"/>
                </a:lnTo>
                <a:lnTo>
                  <a:pt x="3193522" y="1699896"/>
                </a:lnTo>
                <a:lnTo>
                  <a:pt x="3194033" y="1706280"/>
                </a:lnTo>
                <a:lnTo>
                  <a:pt x="3187649" y="1713814"/>
                </a:lnTo>
                <a:lnTo>
                  <a:pt x="3173476" y="1707429"/>
                </a:lnTo>
                <a:lnTo>
                  <a:pt x="3166263" y="1701365"/>
                </a:lnTo>
                <a:lnTo>
                  <a:pt x="3165305" y="1687575"/>
                </a:lnTo>
                <a:lnTo>
                  <a:pt x="3164730" y="1679531"/>
                </a:lnTo>
                <a:lnTo>
                  <a:pt x="3149600" y="1673977"/>
                </a:lnTo>
                <a:lnTo>
                  <a:pt x="3136257" y="1674934"/>
                </a:lnTo>
                <a:lnTo>
                  <a:pt x="3129873" y="1682021"/>
                </a:lnTo>
                <a:lnTo>
                  <a:pt x="3128341" y="1662039"/>
                </a:lnTo>
                <a:lnTo>
                  <a:pt x="3127319" y="1647866"/>
                </a:lnTo>
                <a:lnTo>
                  <a:pt x="3140088" y="1625585"/>
                </a:lnTo>
                <a:lnTo>
                  <a:pt x="3118701" y="1621308"/>
                </a:lnTo>
                <a:lnTo>
                  <a:pt x="3111615" y="1614222"/>
                </a:lnTo>
                <a:lnTo>
                  <a:pt x="3117999" y="1606178"/>
                </a:lnTo>
                <a:lnTo>
                  <a:pt x="3116530" y="1585812"/>
                </a:lnTo>
                <a:lnTo>
                  <a:pt x="3109061" y="1579045"/>
                </a:lnTo>
                <a:lnTo>
                  <a:pt x="3101081" y="1567681"/>
                </a:lnTo>
                <a:lnTo>
                  <a:pt x="3107465" y="1552551"/>
                </a:lnTo>
                <a:lnTo>
                  <a:pt x="3113849" y="1552104"/>
                </a:lnTo>
                <a:lnTo>
                  <a:pt x="3112317" y="1530781"/>
                </a:lnTo>
                <a:lnTo>
                  <a:pt x="3105933" y="1531228"/>
                </a:lnTo>
                <a:lnTo>
                  <a:pt x="3117743" y="1509458"/>
                </a:lnTo>
                <a:lnTo>
                  <a:pt x="3132554" y="1515843"/>
                </a:lnTo>
                <a:lnTo>
                  <a:pt x="3139704" y="1528611"/>
                </a:lnTo>
                <a:lnTo>
                  <a:pt x="3154835" y="1534676"/>
                </a:lnTo>
                <a:lnTo>
                  <a:pt x="3162113" y="1541762"/>
                </a:lnTo>
                <a:lnTo>
                  <a:pt x="3174881" y="1526121"/>
                </a:lnTo>
                <a:lnTo>
                  <a:pt x="3174370" y="1519035"/>
                </a:lnTo>
                <a:lnTo>
                  <a:pt x="3166773" y="1505756"/>
                </a:lnTo>
                <a:lnTo>
                  <a:pt x="3158155" y="1485454"/>
                </a:lnTo>
                <a:lnTo>
                  <a:pt x="3143407" y="1479070"/>
                </a:lnTo>
                <a:lnTo>
                  <a:pt x="3157197" y="1471473"/>
                </a:lnTo>
                <a:lnTo>
                  <a:pt x="3170923" y="1470515"/>
                </a:lnTo>
                <a:lnTo>
                  <a:pt x="3170412" y="1463429"/>
                </a:lnTo>
                <a:lnTo>
                  <a:pt x="3169965" y="1457045"/>
                </a:lnTo>
                <a:lnTo>
                  <a:pt x="3167922" y="1428189"/>
                </a:lnTo>
                <a:lnTo>
                  <a:pt x="3181712" y="1427231"/>
                </a:lnTo>
                <a:lnTo>
                  <a:pt x="3188798" y="1420017"/>
                </a:lnTo>
                <a:lnTo>
                  <a:pt x="3195565" y="1406738"/>
                </a:lnTo>
                <a:lnTo>
                  <a:pt x="3207887" y="1391608"/>
                </a:lnTo>
                <a:lnTo>
                  <a:pt x="3213505" y="1377882"/>
                </a:lnTo>
                <a:lnTo>
                  <a:pt x="3212930" y="1369838"/>
                </a:lnTo>
                <a:lnTo>
                  <a:pt x="3212483" y="1363454"/>
                </a:lnTo>
                <a:lnTo>
                  <a:pt x="3220144" y="1362879"/>
                </a:lnTo>
                <a:lnTo>
                  <a:pt x="3227167" y="1369263"/>
                </a:lnTo>
                <a:lnTo>
                  <a:pt x="3234445" y="1376797"/>
                </a:lnTo>
                <a:lnTo>
                  <a:pt x="3247660" y="1367795"/>
                </a:lnTo>
                <a:lnTo>
                  <a:pt x="3254363" y="1354005"/>
                </a:lnTo>
                <a:lnTo>
                  <a:pt x="3259981" y="1339322"/>
                </a:lnTo>
                <a:lnTo>
                  <a:pt x="3272749" y="1331278"/>
                </a:lnTo>
                <a:lnTo>
                  <a:pt x="3280410" y="1330767"/>
                </a:lnTo>
                <a:lnTo>
                  <a:pt x="3296243" y="1344365"/>
                </a:lnTo>
                <a:lnTo>
                  <a:pt x="3295668" y="1336832"/>
                </a:lnTo>
                <a:lnTo>
                  <a:pt x="3300903" y="1322596"/>
                </a:lnTo>
                <a:lnTo>
                  <a:pt x="3307989" y="1322085"/>
                </a:lnTo>
                <a:lnTo>
                  <a:pt x="3321779" y="1321127"/>
                </a:lnTo>
                <a:lnTo>
                  <a:pt x="3329376" y="1327511"/>
                </a:lnTo>
                <a:lnTo>
                  <a:pt x="3343677" y="1333895"/>
                </a:lnTo>
                <a:lnTo>
                  <a:pt x="3364553" y="1332427"/>
                </a:lnTo>
                <a:lnTo>
                  <a:pt x="3372214" y="1339450"/>
                </a:lnTo>
                <a:lnTo>
                  <a:pt x="3386067" y="1338492"/>
                </a:lnTo>
                <a:lnTo>
                  <a:pt x="3393601" y="1337917"/>
                </a:lnTo>
                <a:lnTo>
                  <a:pt x="3399985" y="1344301"/>
                </a:lnTo>
                <a:lnTo>
                  <a:pt x="3398963" y="1330129"/>
                </a:lnTo>
                <a:lnTo>
                  <a:pt x="3392579" y="1323426"/>
                </a:lnTo>
                <a:lnTo>
                  <a:pt x="3392068" y="1317041"/>
                </a:lnTo>
                <a:lnTo>
                  <a:pt x="3398453" y="1316594"/>
                </a:lnTo>
                <a:lnTo>
                  <a:pt x="3434650" y="1320744"/>
                </a:lnTo>
                <a:lnTo>
                  <a:pt x="3456037" y="1326362"/>
                </a:lnTo>
                <a:lnTo>
                  <a:pt x="3462421" y="1312126"/>
                </a:lnTo>
                <a:lnTo>
                  <a:pt x="3461911" y="1304975"/>
                </a:lnTo>
                <a:lnTo>
                  <a:pt x="3461400" y="1297889"/>
                </a:lnTo>
                <a:lnTo>
                  <a:pt x="3467784" y="1297506"/>
                </a:lnTo>
                <a:lnTo>
                  <a:pt x="3467337" y="1291122"/>
                </a:lnTo>
                <a:lnTo>
                  <a:pt x="3460634" y="1284738"/>
                </a:lnTo>
                <a:lnTo>
                  <a:pt x="3473976" y="1283780"/>
                </a:lnTo>
                <a:lnTo>
                  <a:pt x="3488213" y="1282823"/>
                </a:lnTo>
                <a:lnTo>
                  <a:pt x="3480105" y="1268969"/>
                </a:lnTo>
                <a:lnTo>
                  <a:pt x="3487191" y="1268522"/>
                </a:lnTo>
                <a:lnTo>
                  <a:pt x="3494342" y="1260478"/>
                </a:lnTo>
                <a:lnTo>
                  <a:pt x="3508578" y="1266862"/>
                </a:lnTo>
                <a:lnTo>
                  <a:pt x="3522432" y="1265905"/>
                </a:lnTo>
                <a:lnTo>
                  <a:pt x="3521410" y="1251668"/>
                </a:lnTo>
                <a:lnTo>
                  <a:pt x="3534178" y="1250774"/>
                </a:lnTo>
                <a:lnTo>
                  <a:pt x="3527794" y="1237495"/>
                </a:lnTo>
                <a:lnTo>
                  <a:pt x="3533029" y="1231111"/>
                </a:lnTo>
                <a:lnTo>
                  <a:pt x="3539413" y="1223897"/>
                </a:lnTo>
                <a:lnTo>
                  <a:pt x="3554161" y="1215726"/>
                </a:lnTo>
                <a:lnTo>
                  <a:pt x="3561375" y="1222110"/>
                </a:lnTo>
                <a:lnTo>
                  <a:pt x="3568461" y="1234495"/>
                </a:lnTo>
                <a:lnTo>
                  <a:pt x="3582698" y="1233537"/>
                </a:lnTo>
                <a:lnTo>
                  <a:pt x="3610341" y="1225366"/>
                </a:lnTo>
                <a:lnTo>
                  <a:pt x="3616725" y="1224919"/>
                </a:lnTo>
                <a:lnTo>
                  <a:pt x="3624322" y="1224408"/>
                </a:lnTo>
                <a:lnTo>
                  <a:pt x="3623875" y="1218024"/>
                </a:lnTo>
                <a:lnTo>
                  <a:pt x="3622918" y="1204362"/>
                </a:lnTo>
                <a:lnTo>
                  <a:pt x="3635175" y="1195807"/>
                </a:lnTo>
                <a:lnTo>
                  <a:pt x="3656562" y="1187189"/>
                </a:lnTo>
                <a:lnTo>
                  <a:pt x="3675714" y="1165355"/>
                </a:lnTo>
                <a:lnTo>
                  <a:pt x="3681396" y="1157822"/>
                </a:lnTo>
                <a:lnTo>
                  <a:pt x="3680375" y="1143649"/>
                </a:lnTo>
                <a:close/>
                <a:moveTo>
                  <a:pt x="3224741" y="2227798"/>
                </a:moveTo>
                <a:lnTo>
                  <a:pt x="3225188" y="2227798"/>
                </a:lnTo>
                <a:lnTo>
                  <a:pt x="3230997" y="2227415"/>
                </a:lnTo>
                <a:lnTo>
                  <a:pt x="3224613" y="2227862"/>
                </a:lnTo>
                <a:close/>
                <a:moveTo>
                  <a:pt x="3245106" y="2218797"/>
                </a:moveTo>
                <a:lnTo>
                  <a:pt x="3231380" y="2219754"/>
                </a:lnTo>
                <a:lnTo>
                  <a:pt x="3246064" y="2218733"/>
                </a:lnTo>
                <a:lnTo>
                  <a:pt x="3252448" y="2218286"/>
                </a:lnTo>
                <a:lnTo>
                  <a:pt x="3244787" y="2218797"/>
                </a:lnTo>
                <a:close/>
                <a:moveTo>
                  <a:pt x="3271090" y="2181194"/>
                </a:moveTo>
                <a:lnTo>
                  <a:pt x="3286411" y="2194920"/>
                </a:lnTo>
                <a:lnTo>
                  <a:pt x="3290497" y="2194601"/>
                </a:lnTo>
                <a:lnTo>
                  <a:pt x="3285454" y="2194984"/>
                </a:lnTo>
                <a:lnTo>
                  <a:pt x="3270707" y="2181769"/>
                </a:lnTo>
                <a:lnTo>
                  <a:pt x="3271090" y="2181194"/>
                </a:lnTo>
                <a:close/>
                <a:moveTo>
                  <a:pt x="3300201" y="2193962"/>
                </a:moveTo>
                <a:lnTo>
                  <a:pt x="3313991" y="2199261"/>
                </a:lnTo>
                <a:lnTo>
                  <a:pt x="3313991" y="2199708"/>
                </a:lnTo>
                <a:lnTo>
                  <a:pt x="3299307" y="2194026"/>
                </a:lnTo>
                <a:close/>
                <a:moveTo>
                  <a:pt x="3324588" y="2255058"/>
                </a:moveTo>
                <a:lnTo>
                  <a:pt x="3324588" y="2255058"/>
                </a:lnTo>
                <a:lnTo>
                  <a:pt x="3318204" y="2255505"/>
                </a:lnTo>
                <a:lnTo>
                  <a:pt x="3324588" y="2255058"/>
                </a:lnTo>
                <a:close/>
                <a:moveTo>
                  <a:pt x="3320439" y="2276764"/>
                </a:moveTo>
                <a:lnTo>
                  <a:pt x="3332632" y="2275870"/>
                </a:lnTo>
                <a:lnTo>
                  <a:pt x="3320439" y="2276764"/>
                </a:lnTo>
                <a:close/>
                <a:moveTo>
                  <a:pt x="3425457" y="2122780"/>
                </a:moveTo>
                <a:lnTo>
                  <a:pt x="3420860" y="2123163"/>
                </a:lnTo>
                <a:lnTo>
                  <a:pt x="3412306" y="2123737"/>
                </a:lnTo>
                <a:lnTo>
                  <a:pt x="3420350" y="2123163"/>
                </a:lnTo>
                <a:lnTo>
                  <a:pt x="3425457" y="2122780"/>
                </a:lnTo>
                <a:close/>
                <a:moveTo>
                  <a:pt x="3408156" y="2145443"/>
                </a:moveTo>
                <a:lnTo>
                  <a:pt x="3414540" y="2130185"/>
                </a:lnTo>
                <a:lnTo>
                  <a:pt x="3406560" y="2124120"/>
                </a:lnTo>
                <a:lnTo>
                  <a:pt x="3406943" y="2124120"/>
                </a:lnTo>
                <a:lnTo>
                  <a:pt x="3415498" y="2130121"/>
                </a:lnTo>
                <a:lnTo>
                  <a:pt x="3408476" y="2145443"/>
                </a:lnTo>
                <a:lnTo>
                  <a:pt x="3394686" y="2152976"/>
                </a:lnTo>
                <a:lnTo>
                  <a:pt x="3393728" y="2152976"/>
                </a:lnTo>
                <a:lnTo>
                  <a:pt x="3408092" y="2145379"/>
                </a:lnTo>
                <a:close/>
                <a:moveTo>
                  <a:pt x="3379300" y="2154062"/>
                </a:moveTo>
                <a:lnTo>
                  <a:pt x="3374320" y="2154445"/>
                </a:lnTo>
                <a:lnTo>
                  <a:pt x="3374320" y="2154445"/>
                </a:lnTo>
                <a:lnTo>
                  <a:pt x="3379300" y="2154062"/>
                </a:lnTo>
                <a:close/>
                <a:moveTo>
                  <a:pt x="3316225" y="2137080"/>
                </a:moveTo>
                <a:lnTo>
                  <a:pt x="3310543" y="2137527"/>
                </a:lnTo>
                <a:lnTo>
                  <a:pt x="3310543" y="2137527"/>
                </a:lnTo>
                <a:lnTo>
                  <a:pt x="3316225" y="2137080"/>
                </a:lnTo>
                <a:lnTo>
                  <a:pt x="3316225" y="2137080"/>
                </a:lnTo>
                <a:close/>
                <a:moveTo>
                  <a:pt x="3287752" y="2132483"/>
                </a:moveTo>
                <a:lnTo>
                  <a:pt x="3288582" y="2132483"/>
                </a:lnTo>
                <a:lnTo>
                  <a:pt x="3275814" y="2139953"/>
                </a:lnTo>
                <a:lnTo>
                  <a:pt x="3275431" y="2139953"/>
                </a:lnTo>
                <a:lnTo>
                  <a:pt x="3287688" y="2132739"/>
                </a:lnTo>
                <a:close/>
                <a:moveTo>
                  <a:pt x="3238275" y="2122141"/>
                </a:moveTo>
                <a:lnTo>
                  <a:pt x="3237701" y="2114608"/>
                </a:lnTo>
                <a:lnTo>
                  <a:pt x="3238658" y="2114608"/>
                </a:lnTo>
                <a:lnTo>
                  <a:pt x="3239169" y="2122141"/>
                </a:lnTo>
                <a:lnTo>
                  <a:pt x="3224996" y="2129866"/>
                </a:lnTo>
                <a:lnTo>
                  <a:pt x="3224996" y="2129419"/>
                </a:lnTo>
                <a:lnTo>
                  <a:pt x="3238339" y="2122205"/>
                </a:lnTo>
                <a:close/>
                <a:moveTo>
                  <a:pt x="3210249" y="2124120"/>
                </a:moveTo>
                <a:lnTo>
                  <a:pt x="3209738" y="2116587"/>
                </a:lnTo>
                <a:lnTo>
                  <a:pt x="3210696" y="2116587"/>
                </a:lnTo>
                <a:lnTo>
                  <a:pt x="3211207" y="2124120"/>
                </a:lnTo>
                <a:lnTo>
                  <a:pt x="3204822" y="2131334"/>
                </a:lnTo>
                <a:lnTo>
                  <a:pt x="3203865" y="2131334"/>
                </a:lnTo>
                <a:lnTo>
                  <a:pt x="3210249" y="2124120"/>
                </a:lnTo>
                <a:close/>
                <a:moveTo>
                  <a:pt x="3168944" y="2133760"/>
                </a:moveTo>
                <a:lnTo>
                  <a:pt x="3181712" y="2126099"/>
                </a:lnTo>
                <a:lnTo>
                  <a:pt x="3182223" y="2126099"/>
                </a:lnTo>
                <a:lnTo>
                  <a:pt x="3169455" y="2133505"/>
                </a:lnTo>
                <a:lnTo>
                  <a:pt x="3163071" y="2141102"/>
                </a:lnTo>
                <a:lnTo>
                  <a:pt x="3157133" y="2141485"/>
                </a:lnTo>
                <a:lnTo>
                  <a:pt x="3162113" y="2141166"/>
                </a:lnTo>
                <a:lnTo>
                  <a:pt x="3168497" y="2133569"/>
                </a:lnTo>
                <a:close/>
                <a:moveTo>
                  <a:pt x="1807852" y="1252307"/>
                </a:moveTo>
                <a:lnTo>
                  <a:pt x="1815513" y="1251732"/>
                </a:lnTo>
                <a:lnTo>
                  <a:pt x="1822663" y="1258882"/>
                </a:lnTo>
                <a:lnTo>
                  <a:pt x="1823110" y="1265266"/>
                </a:lnTo>
                <a:lnTo>
                  <a:pt x="1830324" y="1258180"/>
                </a:lnTo>
                <a:lnTo>
                  <a:pt x="1829749" y="1250519"/>
                </a:lnTo>
                <a:lnTo>
                  <a:pt x="1843475" y="1249561"/>
                </a:lnTo>
                <a:lnTo>
                  <a:pt x="1850178" y="1249115"/>
                </a:lnTo>
                <a:lnTo>
                  <a:pt x="1849732" y="1242730"/>
                </a:lnTo>
                <a:lnTo>
                  <a:pt x="1856116" y="1235133"/>
                </a:lnTo>
                <a:lnTo>
                  <a:pt x="1863777" y="1227025"/>
                </a:lnTo>
                <a:lnTo>
                  <a:pt x="1848519" y="1221407"/>
                </a:lnTo>
                <a:lnTo>
                  <a:pt x="1829047" y="1237048"/>
                </a:lnTo>
                <a:lnTo>
                  <a:pt x="1820237" y="1223833"/>
                </a:lnTo>
                <a:lnTo>
                  <a:pt x="1813853" y="1230984"/>
                </a:lnTo>
                <a:lnTo>
                  <a:pt x="1814364" y="1238453"/>
                </a:lnTo>
                <a:lnTo>
                  <a:pt x="1814874" y="1245603"/>
                </a:lnTo>
                <a:lnTo>
                  <a:pt x="1801085" y="1252753"/>
                </a:lnTo>
                <a:lnTo>
                  <a:pt x="1807469" y="1252307"/>
                </a:lnTo>
                <a:close/>
                <a:moveTo>
                  <a:pt x="1832878" y="1201553"/>
                </a:moveTo>
                <a:lnTo>
                  <a:pt x="1833899" y="1215215"/>
                </a:lnTo>
                <a:lnTo>
                  <a:pt x="1840283" y="1208128"/>
                </a:lnTo>
                <a:lnTo>
                  <a:pt x="1846667" y="1200531"/>
                </a:lnTo>
                <a:lnTo>
                  <a:pt x="1846284" y="1194850"/>
                </a:lnTo>
                <a:lnTo>
                  <a:pt x="1831920" y="1188465"/>
                </a:lnTo>
                <a:lnTo>
                  <a:pt x="1825855" y="1195999"/>
                </a:lnTo>
                <a:lnTo>
                  <a:pt x="1818194" y="1196509"/>
                </a:lnTo>
                <a:lnTo>
                  <a:pt x="1818577" y="1202255"/>
                </a:lnTo>
                <a:lnTo>
                  <a:pt x="1826238" y="1201744"/>
                </a:lnTo>
                <a:lnTo>
                  <a:pt x="1832622" y="1201298"/>
                </a:lnTo>
                <a:close/>
                <a:moveTo>
                  <a:pt x="119319" y="2252313"/>
                </a:moveTo>
                <a:lnTo>
                  <a:pt x="126469" y="2251802"/>
                </a:lnTo>
                <a:lnTo>
                  <a:pt x="126022" y="2245418"/>
                </a:lnTo>
                <a:lnTo>
                  <a:pt x="118872" y="2245929"/>
                </a:lnTo>
                <a:lnTo>
                  <a:pt x="119319" y="2252313"/>
                </a:lnTo>
                <a:close/>
                <a:moveTo>
                  <a:pt x="786841" y="2636764"/>
                </a:moveTo>
                <a:lnTo>
                  <a:pt x="779180" y="2630380"/>
                </a:lnTo>
                <a:lnTo>
                  <a:pt x="778670" y="2623294"/>
                </a:lnTo>
                <a:lnTo>
                  <a:pt x="771073" y="2616910"/>
                </a:lnTo>
                <a:lnTo>
                  <a:pt x="764689" y="2624507"/>
                </a:lnTo>
                <a:lnTo>
                  <a:pt x="765199" y="2631593"/>
                </a:lnTo>
                <a:lnTo>
                  <a:pt x="750963" y="2632614"/>
                </a:lnTo>
                <a:lnTo>
                  <a:pt x="744259" y="2633061"/>
                </a:lnTo>
                <a:lnTo>
                  <a:pt x="737109" y="2633572"/>
                </a:lnTo>
                <a:lnTo>
                  <a:pt x="737620" y="2640658"/>
                </a:lnTo>
                <a:lnTo>
                  <a:pt x="751473" y="2639701"/>
                </a:lnTo>
                <a:lnTo>
                  <a:pt x="759007" y="2639126"/>
                </a:lnTo>
                <a:lnTo>
                  <a:pt x="766731" y="2652852"/>
                </a:lnTo>
                <a:lnTo>
                  <a:pt x="773818" y="2652405"/>
                </a:lnTo>
                <a:lnTo>
                  <a:pt x="774329" y="2658789"/>
                </a:lnTo>
                <a:lnTo>
                  <a:pt x="781415" y="2658278"/>
                </a:lnTo>
                <a:lnTo>
                  <a:pt x="787799" y="2651128"/>
                </a:lnTo>
                <a:lnTo>
                  <a:pt x="787288" y="2644042"/>
                </a:lnTo>
                <a:lnTo>
                  <a:pt x="794375" y="2643531"/>
                </a:lnTo>
                <a:lnTo>
                  <a:pt x="800759" y="2635934"/>
                </a:lnTo>
                <a:lnTo>
                  <a:pt x="793609" y="2636445"/>
                </a:lnTo>
                <a:lnTo>
                  <a:pt x="786522" y="2636892"/>
                </a:lnTo>
                <a:close/>
                <a:moveTo>
                  <a:pt x="856684" y="2617612"/>
                </a:moveTo>
                <a:lnTo>
                  <a:pt x="849469" y="2618123"/>
                </a:lnTo>
                <a:lnTo>
                  <a:pt x="842319" y="2618633"/>
                </a:lnTo>
                <a:lnTo>
                  <a:pt x="834658" y="2612249"/>
                </a:lnTo>
                <a:lnTo>
                  <a:pt x="827572" y="2612696"/>
                </a:lnTo>
                <a:lnTo>
                  <a:pt x="828083" y="2619846"/>
                </a:lnTo>
                <a:lnTo>
                  <a:pt x="835680" y="2626230"/>
                </a:lnTo>
                <a:lnTo>
                  <a:pt x="842830" y="2625720"/>
                </a:lnTo>
                <a:lnTo>
                  <a:pt x="850427" y="2632104"/>
                </a:lnTo>
                <a:lnTo>
                  <a:pt x="857705" y="2631593"/>
                </a:lnTo>
                <a:lnTo>
                  <a:pt x="857194" y="2624507"/>
                </a:lnTo>
                <a:lnTo>
                  <a:pt x="856684" y="2617420"/>
                </a:lnTo>
                <a:close/>
                <a:moveTo>
                  <a:pt x="667969" y="2666131"/>
                </a:moveTo>
                <a:lnTo>
                  <a:pt x="661585" y="2666578"/>
                </a:lnTo>
                <a:lnTo>
                  <a:pt x="662096" y="2673728"/>
                </a:lnTo>
                <a:lnTo>
                  <a:pt x="647796" y="2674686"/>
                </a:lnTo>
                <a:lnTo>
                  <a:pt x="648306" y="2681772"/>
                </a:lnTo>
                <a:lnTo>
                  <a:pt x="648817" y="2688922"/>
                </a:lnTo>
                <a:lnTo>
                  <a:pt x="662607" y="2680814"/>
                </a:lnTo>
                <a:lnTo>
                  <a:pt x="668991" y="2680304"/>
                </a:lnTo>
                <a:lnTo>
                  <a:pt x="668480" y="2673217"/>
                </a:lnTo>
                <a:lnTo>
                  <a:pt x="675630" y="2665620"/>
                </a:lnTo>
                <a:lnTo>
                  <a:pt x="667969" y="2666131"/>
                </a:lnTo>
                <a:close/>
                <a:moveTo>
                  <a:pt x="276113" y="543224"/>
                </a:moveTo>
                <a:lnTo>
                  <a:pt x="283263" y="550310"/>
                </a:lnTo>
                <a:lnTo>
                  <a:pt x="291371" y="556694"/>
                </a:lnTo>
                <a:lnTo>
                  <a:pt x="298457" y="563078"/>
                </a:lnTo>
                <a:lnTo>
                  <a:pt x="305607" y="562568"/>
                </a:lnTo>
                <a:lnTo>
                  <a:pt x="312821" y="562057"/>
                </a:lnTo>
                <a:lnTo>
                  <a:pt x="313332" y="569590"/>
                </a:lnTo>
                <a:lnTo>
                  <a:pt x="313843" y="575974"/>
                </a:lnTo>
                <a:lnTo>
                  <a:pt x="314354" y="583061"/>
                </a:lnTo>
                <a:lnTo>
                  <a:pt x="314800" y="589445"/>
                </a:lnTo>
                <a:lnTo>
                  <a:pt x="321951" y="595829"/>
                </a:lnTo>
                <a:lnTo>
                  <a:pt x="337209" y="609172"/>
                </a:lnTo>
                <a:lnTo>
                  <a:pt x="344870" y="608597"/>
                </a:lnTo>
                <a:lnTo>
                  <a:pt x="351254" y="608150"/>
                </a:lnTo>
                <a:lnTo>
                  <a:pt x="351764" y="615683"/>
                </a:lnTo>
                <a:lnTo>
                  <a:pt x="352211" y="622067"/>
                </a:lnTo>
                <a:lnTo>
                  <a:pt x="366576" y="628452"/>
                </a:lnTo>
                <a:lnTo>
                  <a:pt x="374619" y="634836"/>
                </a:lnTo>
                <a:lnTo>
                  <a:pt x="374109" y="627749"/>
                </a:lnTo>
                <a:lnTo>
                  <a:pt x="380493" y="620152"/>
                </a:lnTo>
                <a:lnTo>
                  <a:pt x="381004" y="627239"/>
                </a:lnTo>
                <a:lnTo>
                  <a:pt x="388090" y="626728"/>
                </a:lnTo>
                <a:lnTo>
                  <a:pt x="400858" y="618684"/>
                </a:lnTo>
                <a:lnTo>
                  <a:pt x="408519" y="618173"/>
                </a:lnTo>
                <a:lnTo>
                  <a:pt x="423266" y="624557"/>
                </a:lnTo>
                <a:lnTo>
                  <a:pt x="429331" y="617024"/>
                </a:lnTo>
                <a:lnTo>
                  <a:pt x="437503" y="623408"/>
                </a:lnTo>
                <a:lnTo>
                  <a:pt x="451356" y="622451"/>
                </a:lnTo>
                <a:lnTo>
                  <a:pt x="451867" y="629537"/>
                </a:lnTo>
                <a:lnTo>
                  <a:pt x="465082" y="621493"/>
                </a:lnTo>
                <a:lnTo>
                  <a:pt x="472232" y="613832"/>
                </a:lnTo>
                <a:lnTo>
                  <a:pt x="486980" y="620216"/>
                </a:lnTo>
                <a:lnTo>
                  <a:pt x="493364" y="619769"/>
                </a:lnTo>
                <a:lnTo>
                  <a:pt x="500386" y="612108"/>
                </a:lnTo>
                <a:lnTo>
                  <a:pt x="508047" y="618492"/>
                </a:lnTo>
                <a:lnTo>
                  <a:pt x="508558" y="625579"/>
                </a:lnTo>
                <a:lnTo>
                  <a:pt x="514942" y="617982"/>
                </a:lnTo>
                <a:lnTo>
                  <a:pt x="522092" y="617471"/>
                </a:lnTo>
                <a:lnTo>
                  <a:pt x="535435" y="609427"/>
                </a:lnTo>
                <a:lnTo>
                  <a:pt x="541053" y="595254"/>
                </a:lnTo>
                <a:lnTo>
                  <a:pt x="549799" y="602277"/>
                </a:lnTo>
                <a:lnTo>
                  <a:pt x="556184" y="601766"/>
                </a:lnTo>
                <a:lnTo>
                  <a:pt x="570931" y="600745"/>
                </a:lnTo>
                <a:lnTo>
                  <a:pt x="569909" y="586508"/>
                </a:lnTo>
                <a:lnTo>
                  <a:pt x="576293" y="578400"/>
                </a:lnTo>
                <a:lnTo>
                  <a:pt x="582678" y="577953"/>
                </a:lnTo>
                <a:lnTo>
                  <a:pt x="582167" y="570867"/>
                </a:lnTo>
                <a:lnTo>
                  <a:pt x="581720" y="564483"/>
                </a:lnTo>
                <a:lnTo>
                  <a:pt x="588423" y="556886"/>
                </a:lnTo>
                <a:lnTo>
                  <a:pt x="587976" y="550502"/>
                </a:lnTo>
                <a:lnTo>
                  <a:pt x="580188" y="543479"/>
                </a:lnTo>
                <a:lnTo>
                  <a:pt x="579741" y="537095"/>
                </a:lnTo>
                <a:lnTo>
                  <a:pt x="579230" y="530009"/>
                </a:lnTo>
                <a:lnTo>
                  <a:pt x="565504" y="530966"/>
                </a:lnTo>
                <a:lnTo>
                  <a:pt x="564930" y="523433"/>
                </a:lnTo>
                <a:lnTo>
                  <a:pt x="571633" y="517049"/>
                </a:lnTo>
                <a:lnTo>
                  <a:pt x="578656" y="522731"/>
                </a:lnTo>
                <a:lnTo>
                  <a:pt x="578209" y="516347"/>
                </a:lnTo>
                <a:lnTo>
                  <a:pt x="571122" y="509963"/>
                </a:lnTo>
                <a:lnTo>
                  <a:pt x="570612" y="502876"/>
                </a:lnTo>
                <a:lnTo>
                  <a:pt x="570101" y="495790"/>
                </a:lnTo>
                <a:lnTo>
                  <a:pt x="583444" y="487746"/>
                </a:lnTo>
                <a:lnTo>
                  <a:pt x="582933" y="480596"/>
                </a:lnTo>
                <a:lnTo>
                  <a:pt x="576549" y="488257"/>
                </a:lnTo>
                <a:lnTo>
                  <a:pt x="562823" y="489214"/>
                </a:lnTo>
                <a:lnTo>
                  <a:pt x="562568" y="480979"/>
                </a:lnTo>
                <a:lnTo>
                  <a:pt x="562121" y="474275"/>
                </a:lnTo>
                <a:lnTo>
                  <a:pt x="568505" y="466678"/>
                </a:lnTo>
                <a:lnTo>
                  <a:pt x="568058" y="459592"/>
                </a:lnTo>
                <a:lnTo>
                  <a:pt x="553247" y="453208"/>
                </a:lnTo>
                <a:lnTo>
                  <a:pt x="553758" y="460358"/>
                </a:lnTo>
                <a:lnTo>
                  <a:pt x="546863" y="468210"/>
                </a:lnTo>
                <a:lnTo>
                  <a:pt x="540798" y="475744"/>
                </a:lnTo>
                <a:lnTo>
                  <a:pt x="533137" y="476318"/>
                </a:lnTo>
                <a:lnTo>
                  <a:pt x="526051" y="469934"/>
                </a:lnTo>
                <a:lnTo>
                  <a:pt x="525540" y="462848"/>
                </a:lnTo>
                <a:lnTo>
                  <a:pt x="512197" y="470892"/>
                </a:lnTo>
                <a:lnTo>
                  <a:pt x="498727" y="479000"/>
                </a:lnTo>
                <a:lnTo>
                  <a:pt x="491640" y="479510"/>
                </a:lnTo>
                <a:lnTo>
                  <a:pt x="497258" y="457741"/>
                </a:lnTo>
                <a:lnTo>
                  <a:pt x="489597" y="451356"/>
                </a:lnTo>
                <a:lnTo>
                  <a:pt x="490108" y="458507"/>
                </a:lnTo>
                <a:lnTo>
                  <a:pt x="483724" y="473190"/>
                </a:lnTo>
                <a:lnTo>
                  <a:pt x="484235" y="480276"/>
                </a:lnTo>
                <a:lnTo>
                  <a:pt x="478489" y="487427"/>
                </a:lnTo>
                <a:lnTo>
                  <a:pt x="470381" y="481043"/>
                </a:lnTo>
                <a:lnTo>
                  <a:pt x="469360" y="466806"/>
                </a:lnTo>
                <a:lnTo>
                  <a:pt x="476510" y="459209"/>
                </a:lnTo>
                <a:lnTo>
                  <a:pt x="475552" y="445419"/>
                </a:lnTo>
                <a:lnTo>
                  <a:pt x="466806" y="438460"/>
                </a:lnTo>
                <a:lnTo>
                  <a:pt x="460422" y="446441"/>
                </a:lnTo>
                <a:lnTo>
                  <a:pt x="452250" y="439418"/>
                </a:lnTo>
                <a:lnTo>
                  <a:pt x="452825" y="446951"/>
                </a:lnTo>
                <a:lnTo>
                  <a:pt x="446441" y="454102"/>
                </a:lnTo>
                <a:lnTo>
                  <a:pt x="440057" y="461699"/>
                </a:lnTo>
                <a:lnTo>
                  <a:pt x="432843" y="462209"/>
                </a:lnTo>
                <a:lnTo>
                  <a:pt x="432332" y="455123"/>
                </a:lnTo>
                <a:lnTo>
                  <a:pt x="431821" y="448739"/>
                </a:lnTo>
                <a:lnTo>
                  <a:pt x="430800" y="434566"/>
                </a:lnTo>
                <a:lnTo>
                  <a:pt x="423777" y="428182"/>
                </a:lnTo>
                <a:lnTo>
                  <a:pt x="417393" y="441972"/>
                </a:lnTo>
                <a:lnTo>
                  <a:pt x="411775" y="456655"/>
                </a:lnTo>
                <a:lnTo>
                  <a:pt x="404114" y="457166"/>
                </a:lnTo>
                <a:lnTo>
                  <a:pt x="403667" y="450463"/>
                </a:lnTo>
                <a:lnTo>
                  <a:pt x="397283" y="450973"/>
                </a:lnTo>
                <a:lnTo>
                  <a:pt x="389622" y="451484"/>
                </a:lnTo>
                <a:lnTo>
                  <a:pt x="377428" y="473254"/>
                </a:lnTo>
                <a:lnTo>
                  <a:pt x="376918" y="466168"/>
                </a:lnTo>
                <a:lnTo>
                  <a:pt x="369831" y="466678"/>
                </a:lnTo>
                <a:lnTo>
                  <a:pt x="369321" y="459528"/>
                </a:lnTo>
                <a:lnTo>
                  <a:pt x="375705" y="452378"/>
                </a:lnTo>
                <a:lnTo>
                  <a:pt x="375194" y="444845"/>
                </a:lnTo>
                <a:lnTo>
                  <a:pt x="374683" y="438460"/>
                </a:lnTo>
                <a:lnTo>
                  <a:pt x="373662" y="424224"/>
                </a:lnTo>
                <a:lnTo>
                  <a:pt x="381259" y="423522"/>
                </a:lnTo>
                <a:lnTo>
                  <a:pt x="387643" y="423075"/>
                </a:lnTo>
                <a:lnTo>
                  <a:pt x="394027" y="408391"/>
                </a:lnTo>
                <a:lnTo>
                  <a:pt x="386366" y="408902"/>
                </a:lnTo>
                <a:lnTo>
                  <a:pt x="385919" y="402518"/>
                </a:lnTo>
                <a:lnTo>
                  <a:pt x="393070" y="394921"/>
                </a:lnTo>
                <a:lnTo>
                  <a:pt x="392559" y="388537"/>
                </a:lnTo>
                <a:lnTo>
                  <a:pt x="391537" y="373917"/>
                </a:lnTo>
                <a:lnTo>
                  <a:pt x="376726" y="361149"/>
                </a:lnTo>
                <a:lnTo>
                  <a:pt x="362490" y="362170"/>
                </a:lnTo>
                <a:lnTo>
                  <a:pt x="370087" y="368555"/>
                </a:lnTo>
                <a:lnTo>
                  <a:pt x="378258" y="382217"/>
                </a:lnTo>
                <a:lnTo>
                  <a:pt x="371108" y="382727"/>
                </a:lnTo>
                <a:lnTo>
                  <a:pt x="371619" y="389814"/>
                </a:lnTo>
                <a:lnTo>
                  <a:pt x="372130" y="396198"/>
                </a:lnTo>
                <a:lnTo>
                  <a:pt x="372577" y="403284"/>
                </a:lnTo>
                <a:lnTo>
                  <a:pt x="366192" y="410370"/>
                </a:lnTo>
                <a:lnTo>
                  <a:pt x="358276" y="404369"/>
                </a:lnTo>
                <a:lnTo>
                  <a:pt x="357319" y="390580"/>
                </a:lnTo>
                <a:lnTo>
                  <a:pt x="350360" y="397985"/>
                </a:lnTo>
                <a:lnTo>
                  <a:pt x="349338" y="384196"/>
                </a:lnTo>
                <a:lnTo>
                  <a:pt x="348381" y="370023"/>
                </a:lnTo>
                <a:lnTo>
                  <a:pt x="348828" y="376407"/>
                </a:lnTo>
                <a:lnTo>
                  <a:pt x="342444" y="376918"/>
                </a:lnTo>
                <a:lnTo>
                  <a:pt x="334846" y="370534"/>
                </a:lnTo>
                <a:lnTo>
                  <a:pt x="336379" y="391793"/>
                </a:lnTo>
                <a:lnTo>
                  <a:pt x="321631" y="385409"/>
                </a:lnTo>
                <a:lnTo>
                  <a:pt x="329739" y="391793"/>
                </a:lnTo>
                <a:lnTo>
                  <a:pt x="336826" y="398177"/>
                </a:lnTo>
                <a:lnTo>
                  <a:pt x="323100" y="406285"/>
                </a:lnTo>
                <a:lnTo>
                  <a:pt x="316716" y="406732"/>
                </a:lnTo>
                <a:lnTo>
                  <a:pt x="316205" y="399645"/>
                </a:lnTo>
                <a:lnTo>
                  <a:pt x="315758" y="393261"/>
                </a:lnTo>
                <a:lnTo>
                  <a:pt x="307586" y="386877"/>
                </a:lnTo>
                <a:lnTo>
                  <a:pt x="308097" y="393963"/>
                </a:lnTo>
                <a:lnTo>
                  <a:pt x="308608" y="400347"/>
                </a:lnTo>
                <a:lnTo>
                  <a:pt x="302224" y="400858"/>
                </a:lnTo>
                <a:lnTo>
                  <a:pt x="301777" y="394474"/>
                </a:lnTo>
                <a:lnTo>
                  <a:pt x="294435" y="401624"/>
                </a:lnTo>
                <a:lnTo>
                  <a:pt x="294435" y="408711"/>
                </a:lnTo>
                <a:lnTo>
                  <a:pt x="301649" y="408200"/>
                </a:lnTo>
                <a:lnTo>
                  <a:pt x="308033" y="407753"/>
                </a:lnTo>
                <a:lnTo>
                  <a:pt x="316141" y="413754"/>
                </a:lnTo>
                <a:lnTo>
                  <a:pt x="330378" y="412733"/>
                </a:lnTo>
                <a:lnTo>
                  <a:pt x="337528" y="419883"/>
                </a:lnTo>
                <a:lnTo>
                  <a:pt x="345125" y="426267"/>
                </a:lnTo>
                <a:lnTo>
                  <a:pt x="345636" y="433864"/>
                </a:lnTo>
                <a:lnTo>
                  <a:pt x="352339" y="433417"/>
                </a:lnTo>
                <a:lnTo>
                  <a:pt x="359936" y="432842"/>
                </a:lnTo>
                <a:lnTo>
                  <a:pt x="360830" y="446121"/>
                </a:lnTo>
                <a:lnTo>
                  <a:pt x="353297" y="446632"/>
                </a:lnTo>
                <a:lnTo>
                  <a:pt x="338996" y="440950"/>
                </a:lnTo>
                <a:lnTo>
                  <a:pt x="324760" y="441972"/>
                </a:lnTo>
                <a:lnTo>
                  <a:pt x="332867" y="448356"/>
                </a:lnTo>
                <a:lnTo>
                  <a:pt x="340018" y="455378"/>
                </a:lnTo>
                <a:lnTo>
                  <a:pt x="347615" y="461762"/>
                </a:lnTo>
                <a:lnTo>
                  <a:pt x="341231" y="469360"/>
                </a:lnTo>
                <a:lnTo>
                  <a:pt x="334846" y="469806"/>
                </a:lnTo>
                <a:lnTo>
                  <a:pt x="326675" y="463422"/>
                </a:lnTo>
                <a:lnTo>
                  <a:pt x="319588" y="457038"/>
                </a:lnTo>
                <a:lnTo>
                  <a:pt x="311928" y="457613"/>
                </a:lnTo>
                <a:lnTo>
                  <a:pt x="297563" y="451229"/>
                </a:lnTo>
                <a:lnTo>
                  <a:pt x="283391" y="445547"/>
                </a:lnTo>
                <a:lnTo>
                  <a:pt x="269601" y="453208"/>
                </a:lnTo>
                <a:lnTo>
                  <a:pt x="270112" y="460741"/>
                </a:lnTo>
                <a:lnTo>
                  <a:pt x="284348" y="459720"/>
                </a:lnTo>
                <a:lnTo>
                  <a:pt x="298074" y="458762"/>
                </a:lnTo>
                <a:lnTo>
                  <a:pt x="305799" y="465146"/>
                </a:lnTo>
                <a:lnTo>
                  <a:pt x="306310" y="472232"/>
                </a:lnTo>
                <a:lnTo>
                  <a:pt x="312694" y="471786"/>
                </a:lnTo>
                <a:lnTo>
                  <a:pt x="313141" y="478872"/>
                </a:lnTo>
                <a:lnTo>
                  <a:pt x="313651" y="485958"/>
                </a:lnTo>
                <a:lnTo>
                  <a:pt x="307267" y="493491"/>
                </a:lnTo>
                <a:lnTo>
                  <a:pt x="308225" y="507281"/>
                </a:lnTo>
                <a:lnTo>
                  <a:pt x="314609" y="499748"/>
                </a:lnTo>
                <a:lnTo>
                  <a:pt x="315120" y="506834"/>
                </a:lnTo>
                <a:lnTo>
                  <a:pt x="308735" y="514368"/>
                </a:lnTo>
                <a:lnTo>
                  <a:pt x="302351" y="522028"/>
                </a:lnTo>
                <a:lnTo>
                  <a:pt x="295201" y="522475"/>
                </a:lnTo>
                <a:lnTo>
                  <a:pt x="288817" y="522986"/>
                </a:lnTo>
                <a:lnTo>
                  <a:pt x="281156" y="523497"/>
                </a:lnTo>
                <a:lnTo>
                  <a:pt x="274772" y="531030"/>
                </a:lnTo>
                <a:lnTo>
                  <a:pt x="266600" y="524646"/>
                </a:lnTo>
                <a:lnTo>
                  <a:pt x="261046" y="539266"/>
                </a:lnTo>
                <a:lnTo>
                  <a:pt x="268069" y="545011"/>
                </a:lnTo>
                <a:lnTo>
                  <a:pt x="275730" y="544437"/>
                </a:lnTo>
                <a:close/>
                <a:moveTo>
                  <a:pt x="407115" y="1595388"/>
                </a:moveTo>
                <a:lnTo>
                  <a:pt x="407625" y="1602092"/>
                </a:lnTo>
                <a:lnTo>
                  <a:pt x="415286" y="1601581"/>
                </a:lnTo>
                <a:lnTo>
                  <a:pt x="421670" y="1594431"/>
                </a:lnTo>
                <a:lnTo>
                  <a:pt x="428757" y="1593920"/>
                </a:lnTo>
                <a:lnTo>
                  <a:pt x="442993" y="1592899"/>
                </a:lnTo>
                <a:lnTo>
                  <a:pt x="457294" y="1591877"/>
                </a:lnTo>
                <a:lnTo>
                  <a:pt x="470573" y="1590983"/>
                </a:lnTo>
                <a:lnTo>
                  <a:pt x="478744" y="1597367"/>
                </a:lnTo>
                <a:lnTo>
                  <a:pt x="492470" y="1589707"/>
                </a:lnTo>
                <a:lnTo>
                  <a:pt x="498854" y="1582110"/>
                </a:lnTo>
                <a:lnTo>
                  <a:pt x="498344" y="1575023"/>
                </a:lnTo>
                <a:lnTo>
                  <a:pt x="506004" y="1574449"/>
                </a:lnTo>
                <a:lnTo>
                  <a:pt x="512069" y="1566915"/>
                </a:lnTo>
                <a:lnTo>
                  <a:pt x="511622" y="1560531"/>
                </a:lnTo>
                <a:lnTo>
                  <a:pt x="518836" y="1560020"/>
                </a:lnTo>
                <a:lnTo>
                  <a:pt x="518390" y="1552934"/>
                </a:lnTo>
                <a:lnTo>
                  <a:pt x="517879" y="1545848"/>
                </a:lnTo>
                <a:lnTo>
                  <a:pt x="517368" y="1538698"/>
                </a:lnTo>
                <a:lnTo>
                  <a:pt x="523752" y="1531164"/>
                </a:lnTo>
                <a:lnTo>
                  <a:pt x="523241" y="1524461"/>
                </a:lnTo>
                <a:lnTo>
                  <a:pt x="522731" y="1516800"/>
                </a:lnTo>
                <a:lnTo>
                  <a:pt x="529115" y="1509778"/>
                </a:lnTo>
                <a:lnTo>
                  <a:pt x="528093" y="1495605"/>
                </a:lnTo>
                <a:lnTo>
                  <a:pt x="527647" y="1488902"/>
                </a:lnTo>
                <a:lnTo>
                  <a:pt x="534733" y="1480858"/>
                </a:lnTo>
                <a:lnTo>
                  <a:pt x="541117" y="1473707"/>
                </a:lnTo>
                <a:lnTo>
                  <a:pt x="540798" y="1473133"/>
                </a:lnTo>
                <a:lnTo>
                  <a:pt x="546416" y="1466749"/>
                </a:lnTo>
                <a:lnTo>
                  <a:pt x="552800" y="1459152"/>
                </a:lnTo>
                <a:lnTo>
                  <a:pt x="560397" y="1458641"/>
                </a:lnTo>
                <a:lnTo>
                  <a:pt x="566781" y="1458130"/>
                </a:lnTo>
                <a:lnTo>
                  <a:pt x="565760" y="1444404"/>
                </a:lnTo>
                <a:lnTo>
                  <a:pt x="572910" y="1436743"/>
                </a:lnTo>
                <a:lnTo>
                  <a:pt x="573421" y="1443830"/>
                </a:lnTo>
                <a:lnTo>
                  <a:pt x="573931" y="1450916"/>
                </a:lnTo>
                <a:lnTo>
                  <a:pt x="580315" y="1450469"/>
                </a:lnTo>
                <a:lnTo>
                  <a:pt x="579805" y="1443383"/>
                </a:lnTo>
                <a:lnTo>
                  <a:pt x="579294" y="1436296"/>
                </a:lnTo>
                <a:lnTo>
                  <a:pt x="572208" y="1429912"/>
                </a:lnTo>
                <a:lnTo>
                  <a:pt x="564994" y="1437573"/>
                </a:lnTo>
                <a:lnTo>
                  <a:pt x="557907" y="1431189"/>
                </a:lnTo>
                <a:lnTo>
                  <a:pt x="564291" y="1423592"/>
                </a:lnTo>
                <a:lnTo>
                  <a:pt x="571952" y="1423081"/>
                </a:lnTo>
                <a:lnTo>
                  <a:pt x="571442" y="1416697"/>
                </a:lnTo>
                <a:lnTo>
                  <a:pt x="570931" y="1409036"/>
                </a:lnTo>
                <a:lnTo>
                  <a:pt x="562312" y="1395949"/>
                </a:lnTo>
                <a:lnTo>
                  <a:pt x="561802" y="1388799"/>
                </a:lnTo>
                <a:lnTo>
                  <a:pt x="561291" y="1381712"/>
                </a:lnTo>
                <a:lnTo>
                  <a:pt x="554907" y="1382159"/>
                </a:lnTo>
                <a:lnTo>
                  <a:pt x="547246" y="1382734"/>
                </a:lnTo>
                <a:lnTo>
                  <a:pt x="540862" y="1383181"/>
                </a:lnTo>
                <a:lnTo>
                  <a:pt x="540415" y="1376797"/>
                </a:lnTo>
                <a:lnTo>
                  <a:pt x="533201" y="1377307"/>
                </a:lnTo>
                <a:lnTo>
                  <a:pt x="526497" y="1384458"/>
                </a:lnTo>
                <a:lnTo>
                  <a:pt x="519411" y="1384968"/>
                </a:lnTo>
                <a:lnTo>
                  <a:pt x="512261" y="1385479"/>
                </a:lnTo>
                <a:lnTo>
                  <a:pt x="499493" y="1386373"/>
                </a:lnTo>
                <a:lnTo>
                  <a:pt x="499940" y="1385798"/>
                </a:lnTo>
                <a:lnTo>
                  <a:pt x="514304" y="1384777"/>
                </a:lnTo>
                <a:lnTo>
                  <a:pt x="520688" y="1384330"/>
                </a:lnTo>
                <a:lnTo>
                  <a:pt x="513665" y="1377946"/>
                </a:lnTo>
                <a:lnTo>
                  <a:pt x="520049" y="1377499"/>
                </a:lnTo>
                <a:lnTo>
                  <a:pt x="527710" y="1376988"/>
                </a:lnTo>
                <a:lnTo>
                  <a:pt x="533775" y="1369391"/>
                </a:lnTo>
                <a:lnTo>
                  <a:pt x="526689" y="1363007"/>
                </a:lnTo>
                <a:lnTo>
                  <a:pt x="517879" y="1354963"/>
                </a:lnTo>
                <a:lnTo>
                  <a:pt x="518453" y="1362560"/>
                </a:lnTo>
                <a:lnTo>
                  <a:pt x="512069" y="1363071"/>
                </a:lnTo>
                <a:lnTo>
                  <a:pt x="504983" y="1363518"/>
                </a:lnTo>
                <a:lnTo>
                  <a:pt x="497705" y="1364028"/>
                </a:lnTo>
                <a:lnTo>
                  <a:pt x="482958" y="1357644"/>
                </a:lnTo>
                <a:lnTo>
                  <a:pt x="476574" y="1365688"/>
                </a:lnTo>
                <a:lnTo>
                  <a:pt x="462337" y="1366710"/>
                </a:lnTo>
                <a:lnTo>
                  <a:pt x="455187" y="1373924"/>
                </a:lnTo>
                <a:lnTo>
                  <a:pt x="449505" y="1381457"/>
                </a:lnTo>
                <a:lnTo>
                  <a:pt x="428501" y="1389373"/>
                </a:lnTo>
                <a:lnTo>
                  <a:pt x="436162" y="1395757"/>
                </a:lnTo>
                <a:lnTo>
                  <a:pt x="450910" y="1402141"/>
                </a:lnTo>
                <a:lnTo>
                  <a:pt x="457294" y="1401695"/>
                </a:lnTo>
                <a:lnTo>
                  <a:pt x="451612" y="1408717"/>
                </a:lnTo>
                <a:lnTo>
                  <a:pt x="437375" y="1409739"/>
                </a:lnTo>
                <a:lnTo>
                  <a:pt x="437822" y="1416825"/>
                </a:lnTo>
                <a:lnTo>
                  <a:pt x="438333" y="1423911"/>
                </a:lnTo>
                <a:lnTo>
                  <a:pt x="423777" y="1432211"/>
                </a:lnTo>
                <a:lnTo>
                  <a:pt x="416563" y="1425827"/>
                </a:lnTo>
                <a:lnTo>
                  <a:pt x="402390" y="1419442"/>
                </a:lnTo>
                <a:lnTo>
                  <a:pt x="401880" y="1412356"/>
                </a:lnTo>
                <a:lnTo>
                  <a:pt x="393708" y="1406355"/>
                </a:lnTo>
                <a:lnTo>
                  <a:pt x="386558" y="1399205"/>
                </a:lnTo>
                <a:lnTo>
                  <a:pt x="372321" y="1400162"/>
                </a:lnTo>
                <a:lnTo>
                  <a:pt x="365937" y="1414910"/>
                </a:lnTo>
                <a:lnTo>
                  <a:pt x="358787" y="1415357"/>
                </a:lnTo>
                <a:lnTo>
                  <a:pt x="366448" y="1421741"/>
                </a:lnTo>
                <a:lnTo>
                  <a:pt x="366895" y="1428827"/>
                </a:lnTo>
                <a:lnTo>
                  <a:pt x="367405" y="1435211"/>
                </a:lnTo>
                <a:lnTo>
                  <a:pt x="361021" y="1442808"/>
                </a:lnTo>
                <a:lnTo>
                  <a:pt x="354637" y="1450342"/>
                </a:lnTo>
                <a:lnTo>
                  <a:pt x="346976" y="1450916"/>
                </a:lnTo>
                <a:lnTo>
                  <a:pt x="340592" y="1458449"/>
                </a:lnTo>
                <a:lnTo>
                  <a:pt x="348253" y="1472175"/>
                </a:lnTo>
                <a:lnTo>
                  <a:pt x="348700" y="1478559"/>
                </a:lnTo>
                <a:lnTo>
                  <a:pt x="356361" y="1478049"/>
                </a:lnTo>
                <a:lnTo>
                  <a:pt x="357319" y="1491774"/>
                </a:lnTo>
                <a:lnTo>
                  <a:pt x="363703" y="1484688"/>
                </a:lnTo>
                <a:lnTo>
                  <a:pt x="378067" y="1483667"/>
                </a:lnTo>
                <a:lnTo>
                  <a:pt x="384451" y="1483156"/>
                </a:lnTo>
                <a:lnTo>
                  <a:pt x="384962" y="1489859"/>
                </a:lnTo>
                <a:lnTo>
                  <a:pt x="378578" y="1497839"/>
                </a:lnTo>
                <a:lnTo>
                  <a:pt x="371300" y="1498350"/>
                </a:lnTo>
                <a:lnTo>
                  <a:pt x="350424" y="1506522"/>
                </a:lnTo>
                <a:lnTo>
                  <a:pt x="337145" y="1521716"/>
                </a:lnTo>
                <a:lnTo>
                  <a:pt x="322908" y="1522737"/>
                </a:lnTo>
                <a:lnTo>
                  <a:pt x="331016" y="1529121"/>
                </a:lnTo>
                <a:lnTo>
                  <a:pt x="323355" y="1529632"/>
                </a:lnTo>
                <a:lnTo>
                  <a:pt x="323930" y="1537229"/>
                </a:lnTo>
                <a:lnTo>
                  <a:pt x="303054" y="1538698"/>
                </a:lnTo>
                <a:lnTo>
                  <a:pt x="296670" y="1539208"/>
                </a:lnTo>
                <a:lnTo>
                  <a:pt x="290030" y="1547125"/>
                </a:lnTo>
                <a:lnTo>
                  <a:pt x="290541" y="1554211"/>
                </a:lnTo>
                <a:lnTo>
                  <a:pt x="298074" y="1553700"/>
                </a:lnTo>
                <a:lnTo>
                  <a:pt x="312374" y="1552679"/>
                </a:lnTo>
                <a:lnTo>
                  <a:pt x="319972" y="1559063"/>
                </a:lnTo>
                <a:lnTo>
                  <a:pt x="312821" y="1559574"/>
                </a:lnTo>
                <a:lnTo>
                  <a:pt x="305288" y="1560084"/>
                </a:lnTo>
                <a:lnTo>
                  <a:pt x="298904" y="1560595"/>
                </a:lnTo>
                <a:lnTo>
                  <a:pt x="291881" y="1568192"/>
                </a:lnTo>
                <a:lnTo>
                  <a:pt x="285497" y="1575789"/>
                </a:lnTo>
                <a:lnTo>
                  <a:pt x="292648" y="1582173"/>
                </a:lnTo>
                <a:lnTo>
                  <a:pt x="299734" y="1575087"/>
                </a:lnTo>
                <a:lnTo>
                  <a:pt x="306884" y="1581471"/>
                </a:lnTo>
                <a:lnTo>
                  <a:pt x="300500" y="1589004"/>
                </a:lnTo>
                <a:lnTo>
                  <a:pt x="301011" y="1596091"/>
                </a:lnTo>
                <a:lnTo>
                  <a:pt x="307395" y="1595644"/>
                </a:lnTo>
                <a:lnTo>
                  <a:pt x="314928" y="1595133"/>
                </a:lnTo>
                <a:lnTo>
                  <a:pt x="301202" y="1603241"/>
                </a:lnTo>
                <a:lnTo>
                  <a:pt x="322589" y="1601709"/>
                </a:lnTo>
                <a:lnTo>
                  <a:pt x="323036" y="1608412"/>
                </a:lnTo>
                <a:lnTo>
                  <a:pt x="323547" y="1615498"/>
                </a:lnTo>
                <a:lnTo>
                  <a:pt x="336889" y="1607454"/>
                </a:lnTo>
                <a:lnTo>
                  <a:pt x="343274" y="1606944"/>
                </a:lnTo>
                <a:lnTo>
                  <a:pt x="351445" y="1613328"/>
                </a:lnTo>
                <a:lnTo>
                  <a:pt x="365746" y="1612306"/>
                </a:lnTo>
                <a:lnTo>
                  <a:pt x="371810" y="1604773"/>
                </a:lnTo>
                <a:lnTo>
                  <a:pt x="379471" y="1611157"/>
                </a:lnTo>
                <a:lnTo>
                  <a:pt x="393261" y="1610200"/>
                </a:lnTo>
                <a:lnTo>
                  <a:pt x="392814" y="1603113"/>
                </a:lnTo>
                <a:lnTo>
                  <a:pt x="400411" y="1602539"/>
                </a:lnTo>
                <a:lnTo>
                  <a:pt x="406795" y="1595388"/>
                </a:lnTo>
                <a:close/>
                <a:moveTo>
                  <a:pt x="308799" y="1609051"/>
                </a:moveTo>
                <a:lnTo>
                  <a:pt x="322972" y="1601326"/>
                </a:lnTo>
                <a:lnTo>
                  <a:pt x="302032" y="1609497"/>
                </a:lnTo>
                <a:lnTo>
                  <a:pt x="308799" y="1609051"/>
                </a:lnTo>
                <a:close/>
                <a:moveTo>
                  <a:pt x="1186933" y="2478374"/>
                </a:moveTo>
                <a:lnTo>
                  <a:pt x="1185912" y="2464138"/>
                </a:lnTo>
                <a:lnTo>
                  <a:pt x="1185465" y="2457434"/>
                </a:lnTo>
                <a:lnTo>
                  <a:pt x="1184891" y="2449837"/>
                </a:lnTo>
                <a:lnTo>
                  <a:pt x="1181571" y="2443453"/>
                </a:lnTo>
                <a:lnTo>
                  <a:pt x="1177996" y="2440389"/>
                </a:lnTo>
                <a:lnTo>
                  <a:pt x="1176655" y="2441921"/>
                </a:lnTo>
                <a:lnTo>
                  <a:pt x="1170271" y="2440900"/>
                </a:lnTo>
                <a:lnTo>
                  <a:pt x="1163376" y="2444730"/>
                </a:lnTo>
                <a:lnTo>
                  <a:pt x="1155843" y="2445305"/>
                </a:lnTo>
                <a:lnTo>
                  <a:pt x="1152587" y="2446965"/>
                </a:lnTo>
                <a:lnTo>
                  <a:pt x="1149586" y="2451880"/>
                </a:lnTo>
                <a:lnTo>
                  <a:pt x="1142245" y="2455264"/>
                </a:lnTo>
                <a:lnTo>
                  <a:pt x="1136627" y="2463308"/>
                </a:lnTo>
                <a:lnTo>
                  <a:pt x="1132094" y="2468351"/>
                </a:lnTo>
                <a:lnTo>
                  <a:pt x="1134009" y="2474416"/>
                </a:lnTo>
                <a:lnTo>
                  <a:pt x="1133115" y="2482141"/>
                </a:lnTo>
                <a:lnTo>
                  <a:pt x="1135094" y="2489547"/>
                </a:lnTo>
                <a:lnTo>
                  <a:pt x="1138350" y="2495484"/>
                </a:lnTo>
                <a:lnTo>
                  <a:pt x="1138861" y="2502570"/>
                </a:lnTo>
                <a:lnTo>
                  <a:pt x="1139563" y="2504932"/>
                </a:lnTo>
                <a:lnTo>
                  <a:pt x="1135031" y="2509593"/>
                </a:lnTo>
                <a:lnTo>
                  <a:pt x="1139883" y="2516807"/>
                </a:lnTo>
                <a:lnTo>
                  <a:pt x="1145564" y="2522552"/>
                </a:lnTo>
                <a:lnTo>
                  <a:pt x="1146075" y="2529703"/>
                </a:lnTo>
                <a:lnTo>
                  <a:pt x="1150799" y="2536087"/>
                </a:lnTo>
                <a:lnTo>
                  <a:pt x="1155587" y="2536661"/>
                </a:lnTo>
                <a:lnTo>
                  <a:pt x="1162802" y="2543045"/>
                </a:lnTo>
                <a:lnTo>
                  <a:pt x="1162291" y="2535959"/>
                </a:lnTo>
                <a:lnTo>
                  <a:pt x="1169377" y="2528298"/>
                </a:lnTo>
                <a:lnTo>
                  <a:pt x="1168866" y="2521914"/>
                </a:lnTo>
                <a:lnTo>
                  <a:pt x="1174548" y="2507231"/>
                </a:lnTo>
                <a:lnTo>
                  <a:pt x="1174038" y="2500144"/>
                </a:lnTo>
                <a:lnTo>
                  <a:pt x="1173591" y="2492994"/>
                </a:lnTo>
                <a:lnTo>
                  <a:pt x="1179975" y="2485971"/>
                </a:lnTo>
                <a:lnTo>
                  <a:pt x="1186359" y="2478374"/>
                </a:lnTo>
                <a:close/>
                <a:moveTo>
                  <a:pt x="1181826" y="2605737"/>
                </a:moveTo>
                <a:lnTo>
                  <a:pt x="1188210" y="2591054"/>
                </a:lnTo>
                <a:lnTo>
                  <a:pt x="1187636" y="2583457"/>
                </a:lnTo>
                <a:lnTo>
                  <a:pt x="1180549" y="2583904"/>
                </a:lnTo>
                <a:lnTo>
                  <a:pt x="1180039" y="2577520"/>
                </a:lnTo>
                <a:lnTo>
                  <a:pt x="1172888" y="2571135"/>
                </a:lnTo>
                <a:lnTo>
                  <a:pt x="1179592" y="2570688"/>
                </a:lnTo>
                <a:lnTo>
                  <a:pt x="1172314" y="2563538"/>
                </a:lnTo>
                <a:lnTo>
                  <a:pt x="1164334" y="2557474"/>
                </a:lnTo>
                <a:lnTo>
                  <a:pt x="1163823" y="2550387"/>
                </a:lnTo>
                <a:lnTo>
                  <a:pt x="1157439" y="2557984"/>
                </a:lnTo>
                <a:lnTo>
                  <a:pt x="1149906" y="2558495"/>
                </a:lnTo>
                <a:lnTo>
                  <a:pt x="1150353" y="2564879"/>
                </a:lnTo>
                <a:lnTo>
                  <a:pt x="1143649" y="2565326"/>
                </a:lnTo>
                <a:lnTo>
                  <a:pt x="1136499" y="2565837"/>
                </a:lnTo>
                <a:lnTo>
                  <a:pt x="1130115" y="2573944"/>
                </a:lnTo>
                <a:lnTo>
                  <a:pt x="1122454" y="2574455"/>
                </a:lnTo>
                <a:lnTo>
                  <a:pt x="1108217" y="2575477"/>
                </a:lnTo>
                <a:lnTo>
                  <a:pt x="1101833" y="2582563"/>
                </a:lnTo>
                <a:lnTo>
                  <a:pt x="1094683" y="2576179"/>
                </a:lnTo>
                <a:lnTo>
                  <a:pt x="1095130" y="2582563"/>
                </a:lnTo>
                <a:lnTo>
                  <a:pt x="1088746" y="2589777"/>
                </a:lnTo>
                <a:lnTo>
                  <a:pt x="1089257" y="2597374"/>
                </a:lnTo>
                <a:lnTo>
                  <a:pt x="1089704" y="2603758"/>
                </a:lnTo>
                <a:lnTo>
                  <a:pt x="1097875" y="2617420"/>
                </a:lnTo>
                <a:lnTo>
                  <a:pt x="1098386" y="2624570"/>
                </a:lnTo>
                <a:lnTo>
                  <a:pt x="1099344" y="2638360"/>
                </a:lnTo>
                <a:lnTo>
                  <a:pt x="1106047" y="2637849"/>
                </a:lnTo>
                <a:lnTo>
                  <a:pt x="1120283" y="2636892"/>
                </a:lnTo>
                <a:lnTo>
                  <a:pt x="1113899" y="2644425"/>
                </a:lnTo>
                <a:lnTo>
                  <a:pt x="1107515" y="2652022"/>
                </a:lnTo>
                <a:lnTo>
                  <a:pt x="1108026" y="2659172"/>
                </a:lnTo>
                <a:lnTo>
                  <a:pt x="1108537" y="2666259"/>
                </a:lnTo>
                <a:lnTo>
                  <a:pt x="1102153" y="2673281"/>
                </a:lnTo>
                <a:lnTo>
                  <a:pt x="1095002" y="2673792"/>
                </a:lnTo>
                <a:lnTo>
                  <a:pt x="1102663" y="2680176"/>
                </a:lnTo>
                <a:lnTo>
                  <a:pt x="1096279" y="2694859"/>
                </a:lnTo>
                <a:lnTo>
                  <a:pt x="1103876" y="2701244"/>
                </a:lnTo>
                <a:lnTo>
                  <a:pt x="1104387" y="2708330"/>
                </a:lnTo>
                <a:lnTo>
                  <a:pt x="1104898" y="2715033"/>
                </a:lnTo>
                <a:lnTo>
                  <a:pt x="1119198" y="2721417"/>
                </a:lnTo>
                <a:lnTo>
                  <a:pt x="1126348" y="2720906"/>
                </a:lnTo>
                <a:lnTo>
                  <a:pt x="1133498" y="2720396"/>
                </a:lnTo>
                <a:lnTo>
                  <a:pt x="1132988" y="2713310"/>
                </a:lnTo>
                <a:lnTo>
                  <a:pt x="1132477" y="2706606"/>
                </a:lnTo>
                <a:lnTo>
                  <a:pt x="1139627" y="2699009"/>
                </a:lnTo>
                <a:lnTo>
                  <a:pt x="1153864" y="2705393"/>
                </a:lnTo>
                <a:lnTo>
                  <a:pt x="1160567" y="2704883"/>
                </a:lnTo>
                <a:lnTo>
                  <a:pt x="1168611" y="2711267"/>
                </a:lnTo>
                <a:lnTo>
                  <a:pt x="1174995" y="2704116"/>
                </a:lnTo>
                <a:lnTo>
                  <a:pt x="1174484" y="2696966"/>
                </a:lnTo>
                <a:lnTo>
                  <a:pt x="1173463" y="2682794"/>
                </a:lnTo>
                <a:lnTo>
                  <a:pt x="1172442" y="2668621"/>
                </a:lnTo>
                <a:lnTo>
                  <a:pt x="1178826" y="2654384"/>
                </a:lnTo>
                <a:lnTo>
                  <a:pt x="1178315" y="2647298"/>
                </a:lnTo>
                <a:lnTo>
                  <a:pt x="1177804" y="2640211"/>
                </a:lnTo>
                <a:lnTo>
                  <a:pt x="1177293" y="2633125"/>
                </a:lnTo>
                <a:lnTo>
                  <a:pt x="1176783" y="2625975"/>
                </a:lnTo>
                <a:lnTo>
                  <a:pt x="1176336" y="2619591"/>
                </a:lnTo>
                <a:lnTo>
                  <a:pt x="1183039" y="2619080"/>
                </a:lnTo>
                <a:lnTo>
                  <a:pt x="1189423" y="2611483"/>
                </a:lnTo>
                <a:lnTo>
                  <a:pt x="1188976" y="2605099"/>
                </a:lnTo>
                <a:lnTo>
                  <a:pt x="1181826" y="2605610"/>
                </a:lnTo>
                <a:close/>
                <a:moveTo>
                  <a:pt x="1541698" y="2776895"/>
                </a:moveTo>
                <a:lnTo>
                  <a:pt x="1528483" y="2784939"/>
                </a:lnTo>
                <a:lnTo>
                  <a:pt x="1514183" y="2785961"/>
                </a:lnTo>
                <a:lnTo>
                  <a:pt x="1507799" y="2793558"/>
                </a:lnTo>
                <a:lnTo>
                  <a:pt x="1499627" y="2787174"/>
                </a:lnTo>
                <a:lnTo>
                  <a:pt x="1493243" y="2787684"/>
                </a:lnTo>
                <a:lnTo>
                  <a:pt x="1486157" y="2795282"/>
                </a:lnTo>
                <a:lnTo>
                  <a:pt x="1479773" y="2795728"/>
                </a:lnTo>
                <a:lnTo>
                  <a:pt x="1472686" y="2796239"/>
                </a:lnTo>
                <a:lnTo>
                  <a:pt x="1465536" y="2796750"/>
                </a:lnTo>
                <a:lnTo>
                  <a:pt x="1451299" y="2804794"/>
                </a:lnTo>
                <a:lnTo>
                  <a:pt x="1437063" y="2805815"/>
                </a:lnTo>
                <a:lnTo>
                  <a:pt x="1422252" y="2799431"/>
                </a:lnTo>
                <a:lnTo>
                  <a:pt x="1407951" y="2793047"/>
                </a:lnTo>
                <a:lnTo>
                  <a:pt x="1400290" y="2786663"/>
                </a:lnTo>
                <a:lnTo>
                  <a:pt x="1386054" y="2787620"/>
                </a:lnTo>
                <a:lnTo>
                  <a:pt x="1372328" y="2795728"/>
                </a:lnTo>
                <a:lnTo>
                  <a:pt x="1371817" y="2788642"/>
                </a:lnTo>
                <a:lnTo>
                  <a:pt x="1364731" y="2782258"/>
                </a:lnTo>
                <a:lnTo>
                  <a:pt x="1357517" y="2789472"/>
                </a:lnTo>
                <a:lnTo>
                  <a:pt x="1351133" y="2789919"/>
                </a:lnTo>
                <a:lnTo>
                  <a:pt x="1352154" y="2804155"/>
                </a:lnTo>
                <a:lnTo>
                  <a:pt x="1345004" y="2811752"/>
                </a:lnTo>
                <a:lnTo>
                  <a:pt x="1345515" y="2818839"/>
                </a:lnTo>
                <a:lnTo>
                  <a:pt x="1353623" y="2824904"/>
                </a:lnTo>
                <a:lnTo>
                  <a:pt x="1368434" y="2831288"/>
                </a:lnTo>
                <a:lnTo>
                  <a:pt x="1374818" y="2830777"/>
                </a:lnTo>
                <a:lnTo>
                  <a:pt x="1382926" y="2836842"/>
                </a:lnTo>
                <a:lnTo>
                  <a:pt x="1404312" y="2842460"/>
                </a:lnTo>
                <a:lnTo>
                  <a:pt x="1411973" y="2848844"/>
                </a:lnTo>
                <a:lnTo>
                  <a:pt x="1420209" y="2862634"/>
                </a:lnTo>
                <a:lnTo>
                  <a:pt x="1434445" y="2861676"/>
                </a:lnTo>
                <a:lnTo>
                  <a:pt x="1441532" y="2867741"/>
                </a:lnTo>
                <a:lnTo>
                  <a:pt x="1455768" y="2866783"/>
                </a:lnTo>
                <a:lnTo>
                  <a:pt x="1470516" y="2872465"/>
                </a:lnTo>
                <a:lnTo>
                  <a:pt x="1471026" y="2879935"/>
                </a:lnTo>
                <a:lnTo>
                  <a:pt x="1479134" y="2893661"/>
                </a:lnTo>
                <a:lnTo>
                  <a:pt x="1492924" y="2899406"/>
                </a:lnTo>
                <a:lnTo>
                  <a:pt x="1500138" y="2892192"/>
                </a:lnTo>
                <a:lnTo>
                  <a:pt x="1514885" y="2897874"/>
                </a:lnTo>
                <a:lnTo>
                  <a:pt x="1513864" y="2883638"/>
                </a:lnTo>
                <a:lnTo>
                  <a:pt x="1527589" y="2875977"/>
                </a:lnTo>
                <a:lnTo>
                  <a:pt x="1526632" y="2861740"/>
                </a:lnTo>
                <a:lnTo>
                  <a:pt x="1519482" y="2862251"/>
                </a:lnTo>
                <a:lnTo>
                  <a:pt x="1525866" y="2855228"/>
                </a:lnTo>
                <a:lnTo>
                  <a:pt x="1518779" y="2855675"/>
                </a:lnTo>
                <a:lnTo>
                  <a:pt x="1518205" y="2848078"/>
                </a:lnTo>
                <a:lnTo>
                  <a:pt x="1517758" y="2841375"/>
                </a:lnTo>
                <a:lnTo>
                  <a:pt x="1524142" y="2833778"/>
                </a:lnTo>
                <a:lnTo>
                  <a:pt x="1523631" y="2826691"/>
                </a:lnTo>
                <a:lnTo>
                  <a:pt x="1523121" y="2820307"/>
                </a:lnTo>
                <a:lnTo>
                  <a:pt x="1522610" y="2812710"/>
                </a:lnTo>
                <a:lnTo>
                  <a:pt x="1528994" y="2805624"/>
                </a:lnTo>
                <a:lnTo>
                  <a:pt x="1535378" y="2805177"/>
                </a:lnTo>
                <a:lnTo>
                  <a:pt x="1541762" y="2790430"/>
                </a:lnTo>
                <a:lnTo>
                  <a:pt x="1541251" y="2783343"/>
                </a:lnTo>
                <a:lnTo>
                  <a:pt x="1540741" y="2776257"/>
                </a:lnTo>
                <a:close/>
                <a:moveTo>
                  <a:pt x="602532" y="1547891"/>
                </a:moveTo>
                <a:lnTo>
                  <a:pt x="608916" y="1547444"/>
                </a:lnTo>
                <a:lnTo>
                  <a:pt x="616130" y="1540294"/>
                </a:lnTo>
                <a:lnTo>
                  <a:pt x="607959" y="1533909"/>
                </a:lnTo>
                <a:lnTo>
                  <a:pt x="601575" y="1534420"/>
                </a:lnTo>
                <a:lnTo>
                  <a:pt x="594871" y="1534867"/>
                </a:lnTo>
                <a:lnTo>
                  <a:pt x="595829" y="1548529"/>
                </a:lnTo>
                <a:lnTo>
                  <a:pt x="602213" y="1548082"/>
                </a:lnTo>
                <a:close/>
                <a:moveTo>
                  <a:pt x="685972" y="1767568"/>
                </a:moveTo>
                <a:lnTo>
                  <a:pt x="693570" y="1773952"/>
                </a:lnTo>
                <a:lnTo>
                  <a:pt x="700720" y="1773441"/>
                </a:lnTo>
                <a:lnTo>
                  <a:pt x="707870" y="1772930"/>
                </a:lnTo>
                <a:lnTo>
                  <a:pt x="707359" y="1765844"/>
                </a:lnTo>
                <a:lnTo>
                  <a:pt x="700209" y="1766355"/>
                </a:lnTo>
                <a:lnTo>
                  <a:pt x="685972" y="1767376"/>
                </a:lnTo>
                <a:close/>
                <a:moveTo>
                  <a:pt x="787161" y="1140968"/>
                </a:moveTo>
                <a:lnTo>
                  <a:pt x="786650" y="1133881"/>
                </a:lnTo>
                <a:lnTo>
                  <a:pt x="786203" y="1127178"/>
                </a:lnTo>
                <a:lnTo>
                  <a:pt x="785692" y="1120092"/>
                </a:lnTo>
                <a:lnTo>
                  <a:pt x="778670" y="1127753"/>
                </a:lnTo>
                <a:lnTo>
                  <a:pt x="771519" y="1128200"/>
                </a:lnTo>
                <a:lnTo>
                  <a:pt x="779117" y="1134584"/>
                </a:lnTo>
                <a:lnTo>
                  <a:pt x="787161" y="1140968"/>
                </a:lnTo>
                <a:close/>
                <a:moveTo>
                  <a:pt x="866324" y="1064997"/>
                </a:moveTo>
                <a:lnTo>
                  <a:pt x="873984" y="1071381"/>
                </a:lnTo>
                <a:lnTo>
                  <a:pt x="874431" y="1077765"/>
                </a:lnTo>
                <a:lnTo>
                  <a:pt x="868047" y="1085362"/>
                </a:lnTo>
                <a:lnTo>
                  <a:pt x="881773" y="1077254"/>
                </a:lnTo>
                <a:lnTo>
                  <a:pt x="881326" y="1070870"/>
                </a:lnTo>
                <a:lnTo>
                  <a:pt x="887710" y="1063273"/>
                </a:lnTo>
                <a:lnTo>
                  <a:pt x="887200" y="1056123"/>
                </a:lnTo>
                <a:lnTo>
                  <a:pt x="886753" y="1049037"/>
                </a:lnTo>
                <a:lnTo>
                  <a:pt x="886242" y="1041950"/>
                </a:lnTo>
                <a:lnTo>
                  <a:pt x="885220" y="1028161"/>
                </a:lnTo>
                <a:lnTo>
                  <a:pt x="879602" y="1049547"/>
                </a:lnTo>
                <a:lnTo>
                  <a:pt x="880113" y="1056634"/>
                </a:lnTo>
                <a:lnTo>
                  <a:pt x="865877" y="1057655"/>
                </a:lnTo>
                <a:lnTo>
                  <a:pt x="866324" y="1064741"/>
                </a:lnTo>
                <a:close/>
                <a:moveTo>
                  <a:pt x="597553" y="1182847"/>
                </a:moveTo>
                <a:lnTo>
                  <a:pt x="597999" y="1189232"/>
                </a:lnTo>
                <a:lnTo>
                  <a:pt x="604384" y="1174931"/>
                </a:lnTo>
                <a:lnTo>
                  <a:pt x="610768" y="1167845"/>
                </a:lnTo>
                <a:lnTo>
                  <a:pt x="618365" y="1174229"/>
                </a:lnTo>
                <a:lnTo>
                  <a:pt x="618939" y="1181826"/>
                </a:lnTo>
                <a:lnTo>
                  <a:pt x="624940" y="1173718"/>
                </a:lnTo>
                <a:lnTo>
                  <a:pt x="624493" y="1167334"/>
                </a:lnTo>
                <a:lnTo>
                  <a:pt x="631197" y="1159226"/>
                </a:lnTo>
                <a:lnTo>
                  <a:pt x="638347" y="1158716"/>
                </a:lnTo>
                <a:lnTo>
                  <a:pt x="637836" y="1152331"/>
                </a:lnTo>
                <a:lnTo>
                  <a:pt x="644220" y="1144798"/>
                </a:lnTo>
                <a:lnTo>
                  <a:pt x="643774" y="1138095"/>
                </a:lnTo>
                <a:lnTo>
                  <a:pt x="637389" y="1145245"/>
                </a:lnTo>
                <a:lnTo>
                  <a:pt x="630239" y="1145756"/>
                </a:lnTo>
                <a:lnTo>
                  <a:pt x="616386" y="1146713"/>
                </a:lnTo>
                <a:lnTo>
                  <a:pt x="617343" y="1160375"/>
                </a:lnTo>
                <a:lnTo>
                  <a:pt x="609746" y="1154310"/>
                </a:lnTo>
                <a:lnTo>
                  <a:pt x="609235" y="1147224"/>
                </a:lnTo>
                <a:lnTo>
                  <a:pt x="602851" y="1154821"/>
                </a:lnTo>
                <a:lnTo>
                  <a:pt x="603298" y="1161205"/>
                </a:lnTo>
                <a:lnTo>
                  <a:pt x="596914" y="1175953"/>
                </a:lnTo>
                <a:lnTo>
                  <a:pt x="597425" y="1183550"/>
                </a:lnTo>
                <a:close/>
                <a:moveTo>
                  <a:pt x="633240" y="1475814"/>
                </a:moveTo>
                <a:lnTo>
                  <a:pt x="632665" y="1468217"/>
                </a:lnTo>
                <a:lnTo>
                  <a:pt x="625068" y="1461833"/>
                </a:lnTo>
                <a:lnTo>
                  <a:pt x="617918" y="1469111"/>
                </a:lnTo>
                <a:lnTo>
                  <a:pt x="611853" y="1477155"/>
                </a:lnTo>
                <a:lnTo>
                  <a:pt x="618939" y="1483539"/>
                </a:lnTo>
                <a:lnTo>
                  <a:pt x="633240" y="1475878"/>
                </a:lnTo>
                <a:close/>
                <a:moveTo>
                  <a:pt x="620472" y="1203149"/>
                </a:moveTo>
                <a:lnTo>
                  <a:pt x="606682" y="1211257"/>
                </a:lnTo>
                <a:lnTo>
                  <a:pt x="607193" y="1217641"/>
                </a:lnTo>
                <a:lnTo>
                  <a:pt x="607703" y="1225238"/>
                </a:lnTo>
                <a:lnTo>
                  <a:pt x="621429" y="1216619"/>
                </a:lnTo>
                <a:lnTo>
                  <a:pt x="620982" y="1210235"/>
                </a:lnTo>
                <a:lnTo>
                  <a:pt x="620472" y="1203149"/>
                </a:lnTo>
                <a:close/>
                <a:moveTo>
                  <a:pt x="634836" y="1202127"/>
                </a:moveTo>
                <a:lnTo>
                  <a:pt x="628452" y="1209724"/>
                </a:lnTo>
                <a:lnTo>
                  <a:pt x="621301" y="1216811"/>
                </a:lnTo>
                <a:lnTo>
                  <a:pt x="615683" y="1231494"/>
                </a:lnTo>
                <a:lnTo>
                  <a:pt x="622834" y="1237878"/>
                </a:lnTo>
                <a:lnTo>
                  <a:pt x="623280" y="1244965"/>
                </a:lnTo>
                <a:lnTo>
                  <a:pt x="629665" y="1230218"/>
                </a:lnTo>
                <a:lnTo>
                  <a:pt x="629218" y="1223833"/>
                </a:lnTo>
                <a:lnTo>
                  <a:pt x="628707" y="1216236"/>
                </a:lnTo>
                <a:lnTo>
                  <a:pt x="635091" y="1209214"/>
                </a:lnTo>
                <a:lnTo>
                  <a:pt x="634644" y="1202064"/>
                </a:lnTo>
                <a:close/>
                <a:moveTo>
                  <a:pt x="604511" y="1281290"/>
                </a:moveTo>
                <a:lnTo>
                  <a:pt x="611853" y="1284227"/>
                </a:lnTo>
                <a:lnTo>
                  <a:pt x="611853" y="1280780"/>
                </a:lnTo>
                <a:lnTo>
                  <a:pt x="604703" y="1281290"/>
                </a:lnTo>
                <a:close/>
                <a:moveTo>
                  <a:pt x="473956" y="1757289"/>
                </a:moveTo>
                <a:lnTo>
                  <a:pt x="487810" y="1756332"/>
                </a:lnTo>
                <a:lnTo>
                  <a:pt x="481106" y="1756779"/>
                </a:lnTo>
                <a:lnTo>
                  <a:pt x="473956" y="1757289"/>
                </a:lnTo>
                <a:close/>
                <a:moveTo>
                  <a:pt x="675694" y="1503713"/>
                </a:moveTo>
                <a:lnTo>
                  <a:pt x="682653" y="1496116"/>
                </a:lnTo>
                <a:lnTo>
                  <a:pt x="682653" y="1496116"/>
                </a:lnTo>
                <a:lnTo>
                  <a:pt x="675949" y="1503713"/>
                </a:lnTo>
                <a:close/>
                <a:moveTo>
                  <a:pt x="584337" y="1581982"/>
                </a:moveTo>
                <a:lnTo>
                  <a:pt x="591488" y="1581471"/>
                </a:lnTo>
                <a:lnTo>
                  <a:pt x="597872" y="1573874"/>
                </a:lnTo>
                <a:lnTo>
                  <a:pt x="605980" y="1580258"/>
                </a:lnTo>
                <a:lnTo>
                  <a:pt x="611661" y="1572725"/>
                </a:lnTo>
                <a:lnTo>
                  <a:pt x="618748" y="1572214"/>
                </a:lnTo>
                <a:lnTo>
                  <a:pt x="619259" y="1579301"/>
                </a:lnTo>
                <a:lnTo>
                  <a:pt x="612874" y="1586515"/>
                </a:lnTo>
                <a:lnTo>
                  <a:pt x="613385" y="1593601"/>
                </a:lnTo>
                <a:lnTo>
                  <a:pt x="613896" y="1600687"/>
                </a:lnTo>
                <a:lnTo>
                  <a:pt x="607512" y="1601134"/>
                </a:lnTo>
                <a:lnTo>
                  <a:pt x="613896" y="1607518"/>
                </a:lnTo>
                <a:lnTo>
                  <a:pt x="608278" y="1615052"/>
                </a:lnTo>
                <a:lnTo>
                  <a:pt x="600681" y="1615626"/>
                </a:lnTo>
                <a:lnTo>
                  <a:pt x="594297" y="1622712"/>
                </a:lnTo>
                <a:lnTo>
                  <a:pt x="587913" y="1630820"/>
                </a:lnTo>
                <a:lnTo>
                  <a:pt x="580252" y="1623670"/>
                </a:lnTo>
                <a:lnTo>
                  <a:pt x="573868" y="1631778"/>
                </a:lnTo>
                <a:lnTo>
                  <a:pt x="567100" y="1632289"/>
                </a:lnTo>
                <a:lnTo>
                  <a:pt x="560014" y="1632799"/>
                </a:lnTo>
                <a:lnTo>
                  <a:pt x="552864" y="1633310"/>
                </a:lnTo>
                <a:lnTo>
                  <a:pt x="545203" y="1626160"/>
                </a:lnTo>
                <a:lnTo>
                  <a:pt x="538819" y="1634268"/>
                </a:lnTo>
                <a:lnTo>
                  <a:pt x="539266" y="1640652"/>
                </a:lnTo>
                <a:lnTo>
                  <a:pt x="532882" y="1648249"/>
                </a:lnTo>
                <a:lnTo>
                  <a:pt x="547182" y="1647291"/>
                </a:lnTo>
                <a:lnTo>
                  <a:pt x="554332" y="1646780"/>
                </a:lnTo>
                <a:lnTo>
                  <a:pt x="554779" y="1653165"/>
                </a:lnTo>
                <a:lnTo>
                  <a:pt x="547629" y="1653675"/>
                </a:lnTo>
                <a:lnTo>
                  <a:pt x="548140" y="1660826"/>
                </a:lnTo>
                <a:lnTo>
                  <a:pt x="562440" y="1659804"/>
                </a:lnTo>
                <a:lnTo>
                  <a:pt x="568824" y="1652207"/>
                </a:lnTo>
                <a:lnTo>
                  <a:pt x="575527" y="1651696"/>
                </a:lnTo>
                <a:lnTo>
                  <a:pt x="582678" y="1651185"/>
                </a:lnTo>
                <a:lnTo>
                  <a:pt x="583188" y="1658336"/>
                </a:lnTo>
                <a:lnTo>
                  <a:pt x="583699" y="1665933"/>
                </a:lnTo>
                <a:lnTo>
                  <a:pt x="584210" y="1672317"/>
                </a:lnTo>
                <a:lnTo>
                  <a:pt x="598446" y="1671296"/>
                </a:lnTo>
                <a:lnTo>
                  <a:pt x="605533" y="1670785"/>
                </a:lnTo>
                <a:lnTo>
                  <a:pt x="599149" y="1678956"/>
                </a:lnTo>
                <a:lnTo>
                  <a:pt x="606746" y="1685021"/>
                </a:lnTo>
                <a:lnTo>
                  <a:pt x="614790" y="1691405"/>
                </a:lnTo>
                <a:lnTo>
                  <a:pt x="621174" y="1690959"/>
                </a:lnTo>
                <a:lnTo>
                  <a:pt x="635410" y="1690001"/>
                </a:lnTo>
                <a:lnTo>
                  <a:pt x="642561" y="1689490"/>
                </a:lnTo>
                <a:lnTo>
                  <a:pt x="649328" y="1682276"/>
                </a:lnTo>
                <a:lnTo>
                  <a:pt x="649328" y="1680808"/>
                </a:lnTo>
                <a:lnTo>
                  <a:pt x="661138" y="1679978"/>
                </a:lnTo>
                <a:lnTo>
                  <a:pt x="667522" y="1679531"/>
                </a:lnTo>
                <a:lnTo>
                  <a:pt x="661138" y="1687064"/>
                </a:lnTo>
                <a:lnTo>
                  <a:pt x="654754" y="1694789"/>
                </a:lnTo>
                <a:lnTo>
                  <a:pt x="647604" y="1695300"/>
                </a:lnTo>
                <a:lnTo>
                  <a:pt x="640454" y="1695810"/>
                </a:lnTo>
                <a:lnTo>
                  <a:pt x="634070" y="1702897"/>
                </a:lnTo>
                <a:lnTo>
                  <a:pt x="634580" y="1709983"/>
                </a:lnTo>
                <a:lnTo>
                  <a:pt x="627430" y="1710494"/>
                </a:lnTo>
                <a:lnTo>
                  <a:pt x="613641" y="1711451"/>
                </a:lnTo>
                <a:lnTo>
                  <a:pt x="606490" y="1711962"/>
                </a:lnTo>
                <a:lnTo>
                  <a:pt x="599340" y="1712473"/>
                </a:lnTo>
                <a:lnTo>
                  <a:pt x="591743" y="1706089"/>
                </a:lnTo>
                <a:lnTo>
                  <a:pt x="584593" y="1706600"/>
                </a:lnTo>
                <a:lnTo>
                  <a:pt x="584146" y="1700216"/>
                </a:lnTo>
                <a:lnTo>
                  <a:pt x="576996" y="1700726"/>
                </a:lnTo>
                <a:lnTo>
                  <a:pt x="570612" y="1701173"/>
                </a:lnTo>
                <a:lnTo>
                  <a:pt x="563461" y="1701684"/>
                </a:lnTo>
                <a:lnTo>
                  <a:pt x="571059" y="1708068"/>
                </a:lnTo>
                <a:lnTo>
                  <a:pt x="564674" y="1715665"/>
                </a:lnTo>
                <a:lnTo>
                  <a:pt x="556950" y="1709281"/>
                </a:lnTo>
                <a:lnTo>
                  <a:pt x="549799" y="1709792"/>
                </a:lnTo>
                <a:lnTo>
                  <a:pt x="550310" y="1716878"/>
                </a:lnTo>
                <a:lnTo>
                  <a:pt x="543926" y="1731178"/>
                </a:lnTo>
                <a:lnTo>
                  <a:pt x="529690" y="1732200"/>
                </a:lnTo>
                <a:lnTo>
                  <a:pt x="509324" y="1741138"/>
                </a:lnTo>
                <a:lnTo>
                  <a:pt x="509835" y="1747841"/>
                </a:lnTo>
                <a:lnTo>
                  <a:pt x="502685" y="1748352"/>
                </a:lnTo>
                <a:lnTo>
                  <a:pt x="488959" y="1756460"/>
                </a:lnTo>
                <a:lnTo>
                  <a:pt x="489980" y="1770632"/>
                </a:lnTo>
                <a:lnTo>
                  <a:pt x="497067" y="1770121"/>
                </a:lnTo>
                <a:lnTo>
                  <a:pt x="504217" y="1769611"/>
                </a:lnTo>
                <a:lnTo>
                  <a:pt x="503706" y="1762524"/>
                </a:lnTo>
                <a:lnTo>
                  <a:pt x="510856" y="1762014"/>
                </a:lnTo>
                <a:lnTo>
                  <a:pt x="511303" y="1769100"/>
                </a:lnTo>
                <a:lnTo>
                  <a:pt x="517687" y="1761567"/>
                </a:lnTo>
                <a:lnTo>
                  <a:pt x="530902" y="1753459"/>
                </a:lnTo>
                <a:lnTo>
                  <a:pt x="545714" y="1759843"/>
                </a:lnTo>
                <a:lnTo>
                  <a:pt x="559950" y="1758822"/>
                </a:lnTo>
                <a:lnTo>
                  <a:pt x="560461" y="1765908"/>
                </a:lnTo>
                <a:lnTo>
                  <a:pt x="568186" y="1772292"/>
                </a:lnTo>
                <a:lnTo>
                  <a:pt x="581911" y="1771334"/>
                </a:lnTo>
                <a:lnTo>
                  <a:pt x="588296" y="1763737"/>
                </a:lnTo>
                <a:lnTo>
                  <a:pt x="587785" y="1756651"/>
                </a:lnTo>
                <a:lnTo>
                  <a:pt x="587274" y="1749565"/>
                </a:lnTo>
                <a:lnTo>
                  <a:pt x="593658" y="1741967"/>
                </a:lnTo>
                <a:lnTo>
                  <a:pt x="601255" y="1748352"/>
                </a:lnTo>
                <a:lnTo>
                  <a:pt x="608405" y="1747841"/>
                </a:lnTo>
                <a:lnTo>
                  <a:pt x="615556" y="1747330"/>
                </a:lnTo>
                <a:lnTo>
                  <a:pt x="622259" y="1746883"/>
                </a:lnTo>
                <a:lnTo>
                  <a:pt x="629345" y="1746373"/>
                </a:lnTo>
                <a:lnTo>
                  <a:pt x="637006" y="1752757"/>
                </a:lnTo>
                <a:lnTo>
                  <a:pt x="644603" y="1759141"/>
                </a:lnTo>
                <a:lnTo>
                  <a:pt x="645114" y="1766227"/>
                </a:lnTo>
                <a:lnTo>
                  <a:pt x="652264" y="1765716"/>
                </a:lnTo>
                <a:lnTo>
                  <a:pt x="658648" y="1758119"/>
                </a:lnTo>
                <a:lnTo>
                  <a:pt x="672374" y="1757162"/>
                </a:lnTo>
                <a:lnTo>
                  <a:pt x="679971" y="1763546"/>
                </a:lnTo>
                <a:lnTo>
                  <a:pt x="694272" y="1762524"/>
                </a:lnTo>
                <a:lnTo>
                  <a:pt x="693761" y="1755438"/>
                </a:lnTo>
                <a:lnTo>
                  <a:pt x="700464" y="1747841"/>
                </a:lnTo>
                <a:lnTo>
                  <a:pt x="708125" y="1754225"/>
                </a:lnTo>
                <a:lnTo>
                  <a:pt x="715212" y="1760609"/>
                </a:lnTo>
                <a:lnTo>
                  <a:pt x="722362" y="1760098"/>
                </a:lnTo>
                <a:lnTo>
                  <a:pt x="729448" y="1759652"/>
                </a:lnTo>
                <a:lnTo>
                  <a:pt x="729895" y="1766036"/>
                </a:lnTo>
                <a:lnTo>
                  <a:pt x="744196" y="1765078"/>
                </a:lnTo>
                <a:lnTo>
                  <a:pt x="751282" y="1764567"/>
                </a:lnTo>
                <a:lnTo>
                  <a:pt x="758432" y="1764057"/>
                </a:lnTo>
                <a:lnTo>
                  <a:pt x="765135" y="1763610"/>
                </a:lnTo>
                <a:lnTo>
                  <a:pt x="772796" y="1769994"/>
                </a:lnTo>
                <a:lnTo>
                  <a:pt x="779883" y="1769483"/>
                </a:lnTo>
                <a:lnTo>
                  <a:pt x="787544" y="1775867"/>
                </a:lnTo>
                <a:lnTo>
                  <a:pt x="801269" y="1767759"/>
                </a:lnTo>
                <a:lnTo>
                  <a:pt x="808420" y="1767249"/>
                </a:lnTo>
                <a:lnTo>
                  <a:pt x="815506" y="1773633"/>
                </a:lnTo>
                <a:lnTo>
                  <a:pt x="821890" y="1766036"/>
                </a:lnTo>
                <a:lnTo>
                  <a:pt x="828274" y="1758375"/>
                </a:lnTo>
                <a:lnTo>
                  <a:pt x="835871" y="1757864"/>
                </a:lnTo>
                <a:lnTo>
                  <a:pt x="842255" y="1750841"/>
                </a:lnTo>
                <a:lnTo>
                  <a:pt x="848640" y="1743244"/>
                </a:lnTo>
                <a:lnTo>
                  <a:pt x="840979" y="1736860"/>
                </a:lnTo>
                <a:lnTo>
                  <a:pt x="834594" y="1737371"/>
                </a:lnTo>
                <a:lnTo>
                  <a:pt x="827444" y="1744968"/>
                </a:lnTo>
                <a:lnTo>
                  <a:pt x="819847" y="1738584"/>
                </a:lnTo>
                <a:lnTo>
                  <a:pt x="812697" y="1739095"/>
                </a:lnTo>
                <a:lnTo>
                  <a:pt x="805611" y="1732711"/>
                </a:lnTo>
                <a:lnTo>
                  <a:pt x="797950" y="1726327"/>
                </a:lnTo>
                <a:lnTo>
                  <a:pt x="797503" y="1719623"/>
                </a:lnTo>
                <a:lnTo>
                  <a:pt x="804653" y="1719112"/>
                </a:lnTo>
                <a:lnTo>
                  <a:pt x="811037" y="1718666"/>
                </a:lnTo>
                <a:lnTo>
                  <a:pt x="818634" y="1725050"/>
                </a:lnTo>
                <a:lnTo>
                  <a:pt x="825018" y="1717836"/>
                </a:lnTo>
                <a:lnTo>
                  <a:pt x="824508" y="1710366"/>
                </a:lnTo>
                <a:lnTo>
                  <a:pt x="817357" y="1710813"/>
                </a:lnTo>
                <a:lnTo>
                  <a:pt x="823742" y="1704429"/>
                </a:lnTo>
                <a:lnTo>
                  <a:pt x="831402" y="1703918"/>
                </a:lnTo>
                <a:lnTo>
                  <a:pt x="837787" y="1703408"/>
                </a:lnTo>
                <a:lnTo>
                  <a:pt x="844937" y="1702897"/>
                </a:lnTo>
                <a:lnTo>
                  <a:pt x="844362" y="1695300"/>
                </a:lnTo>
                <a:lnTo>
                  <a:pt x="851512" y="1694789"/>
                </a:lnTo>
                <a:lnTo>
                  <a:pt x="857896" y="1694342"/>
                </a:lnTo>
                <a:lnTo>
                  <a:pt x="864281" y="1686745"/>
                </a:lnTo>
                <a:lnTo>
                  <a:pt x="870665" y="1679659"/>
                </a:lnTo>
                <a:lnTo>
                  <a:pt x="870154" y="1672445"/>
                </a:lnTo>
                <a:lnTo>
                  <a:pt x="876857" y="1658272"/>
                </a:lnTo>
                <a:lnTo>
                  <a:pt x="876347" y="1651122"/>
                </a:lnTo>
                <a:lnTo>
                  <a:pt x="875325" y="1636949"/>
                </a:lnTo>
                <a:lnTo>
                  <a:pt x="867217" y="1630565"/>
                </a:lnTo>
                <a:lnTo>
                  <a:pt x="852406" y="1624500"/>
                </a:lnTo>
                <a:lnTo>
                  <a:pt x="838680" y="1625458"/>
                </a:lnTo>
                <a:lnTo>
                  <a:pt x="831083" y="1619073"/>
                </a:lnTo>
                <a:lnTo>
                  <a:pt x="824699" y="1626224"/>
                </a:lnTo>
                <a:lnTo>
                  <a:pt x="817038" y="1626798"/>
                </a:lnTo>
                <a:lnTo>
                  <a:pt x="810654" y="1634395"/>
                </a:lnTo>
                <a:lnTo>
                  <a:pt x="802993" y="1628011"/>
                </a:lnTo>
                <a:lnTo>
                  <a:pt x="802546" y="1621627"/>
                </a:lnTo>
                <a:lnTo>
                  <a:pt x="802036" y="1614477"/>
                </a:lnTo>
                <a:lnTo>
                  <a:pt x="809186" y="1614030"/>
                </a:lnTo>
                <a:lnTo>
                  <a:pt x="815570" y="1606433"/>
                </a:lnTo>
                <a:lnTo>
                  <a:pt x="822656" y="1598772"/>
                </a:lnTo>
                <a:lnTo>
                  <a:pt x="822209" y="1592388"/>
                </a:lnTo>
                <a:lnTo>
                  <a:pt x="821699" y="1584791"/>
                </a:lnTo>
                <a:lnTo>
                  <a:pt x="821188" y="1578407"/>
                </a:lnTo>
                <a:lnTo>
                  <a:pt x="813080" y="1572023"/>
                </a:lnTo>
                <a:lnTo>
                  <a:pt x="812569" y="1564936"/>
                </a:lnTo>
                <a:lnTo>
                  <a:pt x="797822" y="1559254"/>
                </a:lnTo>
                <a:lnTo>
                  <a:pt x="791438" y="1559701"/>
                </a:lnTo>
                <a:lnTo>
                  <a:pt x="790863" y="1552168"/>
                </a:lnTo>
                <a:lnTo>
                  <a:pt x="797247" y="1551721"/>
                </a:lnTo>
                <a:lnTo>
                  <a:pt x="804334" y="1551211"/>
                </a:lnTo>
                <a:lnTo>
                  <a:pt x="811995" y="1558233"/>
                </a:lnTo>
                <a:lnTo>
                  <a:pt x="809505" y="1523184"/>
                </a:lnTo>
                <a:lnTo>
                  <a:pt x="809058" y="1516098"/>
                </a:lnTo>
                <a:lnTo>
                  <a:pt x="808547" y="1508948"/>
                </a:lnTo>
                <a:lnTo>
                  <a:pt x="808037" y="1501861"/>
                </a:lnTo>
                <a:lnTo>
                  <a:pt x="800376" y="1495477"/>
                </a:lnTo>
                <a:lnTo>
                  <a:pt x="799865" y="1488391"/>
                </a:lnTo>
                <a:lnTo>
                  <a:pt x="792779" y="1488902"/>
                </a:lnTo>
                <a:lnTo>
                  <a:pt x="785692" y="1482517"/>
                </a:lnTo>
                <a:lnTo>
                  <a:pt x="778542" y="1483028"/>
                </a:lnTo>
                <a:lnTo>
                  <a:pt x="778031" y="1475942"/>
                </a:lnTo>
                <a:lnTo>
                  <a:pt x="777074" y="1461705"/>
                </a:lnTo>
                <a:lnTo>
                  <a:pt x="776563" y="1454619"/>
                </a:lnTo>
                <a:lnTo>
                  <a:pt x="782947" y="1447405"/>
                </a:lnTo>
                <a:lnTo>
                  <a:pt x="782436" y="1440319"/>
                </a:lnTo>
                <a:lnTo>
                  <a:pt x="774839" y="1434254"/>
                </a:lnTo>
                <a:lnTo>
                  <a:pt x="774329" y="1426657"/>
                </a:lnTo>
                <a:lnTo>
                  <a:pt x="773818" y="1420272"/>
                </a:lnTo>
                <a:lnTo>
                  <a:pt x="780202" y="1405525"/>
                </a:lnTo>
                <a:lnTo>
                  <a:pt x="772605" y="1399141"/>
                </a:lnTo>
                <a:lnTo>
                  <a:pt x="766859" y="1385032"/>
                </a:lnTo>
                <a:lnTo>
                  <a:pt x="766285" y="1386309"/>
                </a:lnTo>
                <a:lnTo>
                  <a:pt x="758368" y="1373541"/>
                </a:lnTo>
                <a:lnTo>
                  <a:pt x="750707" y="1367157"/>
                </a:lnTo>
                <a:lnTo>
                  <a:pt x="743110" y="1360772"/>
                </a:lnTo>
                <a:lnTo>
                  <a:pt x="735960" y="1361283"/>
                </a:lnTo>
                <a:lnTo>
                  <a:pt x="722234" y="1362241"/>
                </a:lnTo>
                <a:lnTo>
                  <a:pt x="715531" y="1362688"/>
                </a:lnTo>
                <a:lnTo>
                  <a:pt x="707487" y="1356304"/>
                </a:lnTo>
                <a:lnTo>
                  <a:pt x="700401" y="1356814"/>
                </a:lnTo>
                <a:lnTo>
                  <a:pt x="699890" y="1350430"/>
                </a:lnTo>
                <a:lnTo>
                  <a:pt x="707040" y="1349920"/>
                </a:lnTo>
                <a:lnTo>
                  <a:pt x="715020" y="1355984"/>
                </a:lnTo>
                <a:lnTo>
                  <a:pt x="721787" y="1355538"/>
                </a:lnTo>
                <a:lnTo>
                  <a:pt x="729321" y="1354963"/>
                </a:lnTo>
                <a:lnTo>
                  <a:pt x="728874" y="1348579"/>
                </a:lnTo>
                <a:lnTo>
                  <a:pt x="742153" y="1347685"/>
                </a:lnTo>
                <a:lnTo>
                  <a:pt x="748537" y="1339513"/>
                </a:lnTo>
                <a:lnTo>
                  <a:pt x="741450" y="1340024"/>
                </a:lnTo>
                <a:lnTo>
                  <a:pt x="733789" y="1333640"/>
                </a:lnTo>
                <a:lnTo>
                  <a:pt x="727405" y="1334087"/>
                </a:lnTo>
                <a:lnTo>
                  <a:pt x="726958" y="1327384"/>
                </a:lnTo>
                <a:lnTo>
                  <a:pt x="740237" y="1326426"/>
                </a:lnTo>
                <a:lnTo>
                  <a:pt x="747388" y="1325979"/>
                </a:lnTo>
                <a:lnTo>
                  <a:pt x="754985" y="1332363"/>
                </a:lnTo>
                <a:lnTo>
                  <a:pt x="762135" y="1325149"/>
                </a:lnTo>
                <a:lnTo>
                  <a:pt x="768519" y="1324702"/>
                </a:lnTo>
                <a:lnTo>
                  <a:pt x="767944" y="1317169"/>
                </a:lnTo>
                <a:lnTo>
                  <a:pt x="781351" y="1310083"/>
                </a:lnTo>
                <a:lnTo>
                  <a:pt x="788374" y="1301911"/>
                </a:lnTo>
                <a:lnTo>
                  <a:pt x="787927" y="1295527"/>
                </a:lnTo>
                <a:lnTo>
                  <a:pt x="779883" y="1289143"/>
                </a:lnTo>
                <a:lnTo>
                  <a:pt x="786905" y="1281482"/>
                </a:lnTo>
                <a:lnTo>
                  <a:pt x="793609" y="1281035"/>
                </a:lnTo>
                <a:lnTo>
                  <a:pt x="793672" y="1272608"/>
                </a:lnTo>
                <a:lnTo>
                  <a:pt x="801333" y="1272097"/>
                </a:lnTo>
                <a:lnTo>
                  <a:pt x="807717" y="1264947"/>
                </a:lnTo>
                <a:lnTo>
                  <a:pt x="807207" y="1257797"/>
                </a:lnTo>
                <a:lnTo>
                  <a:pt x="806696" y="1250711"/>
                </a:lnTo>
                <a:lnTo>
                  <a:pt x="800312" y="1251221"/>
                </a:lnTo>
                <a:lnTo>
                  <a:pt x="792651" y="1251732"/>
                </a:lnTo>
                <a:lnTo>
                  <a:pt x="785948" y="1252179"/>
                </a:lnTo>
                <a:lnTo>
                  <a:pt x="785437" y="1245092"/>
                </a:lnTo>
                <a:lnTo>
                  <a:pt x="777393" y="1238708"/>
                </a:lnTo>
                <a:lnTo>
                  <a:pt x="770690" y="1239219"/>
                </a:lnTo>
                <a:lnTo>
                  <a:pt x="756964" y="1240177"/>
                </a:lnTo>
                <a:lnTo>
                  <a:pt x="749303" y="1240687"/>
                </a:lnTo>
                <a:lnTo>
                  <a:pt x="735066" y="1241709"/>
                </a:lnTo>
                <a:lnTo>
                  <a:pt x="727916" y="1242220"/>
                </a:lnTo>
                <a:lnTo>
                  <a:pt x="714701" y="1250264"/>
                </a:lnTo>
                <a:lnTo>
                  <a:pt x="708317" y="1250774"/>
                </a:lnTo>
                <a:lnTo>
                  <a:pt x="707806" y="1243624"/>
                </a:lnTo>
                <a:lnTo>
                  <a:pt x="707295" y="1236538"/>
                </a:lnTo>
                <a:lnTo>
                  <a:pt x="706785" y="1229451"/>
                </a:lnTo>
                <a:lnTo>
                  <a:pt x="720574" y="1221854"/>
                </a:lnTo>
                <a:lnTo>
                  <a:pt x="726958" y="1221471"/>
                </a:lnTo>
                <a:lnTo>
                  <a:pt x="726448" y="1214321"/>
                </a:lnTo>
                <a:lnTo>
                  <a:pt x="732832" y="1206724"/>
                </a:lnTo>
                <a:lnTo>
                  <a:pt x="739918" y="1206213"/>
                </a:lnTo>
                <a:lnTo>
                  <a:pt x="747068" y="1205766"/>
                </a:lnTo>
                <a:lnTo>
                  <a:pt x="754219" y="1198488"/>
                </a:lnTo>
                <a:lnTo>
                  <a:pt x="760603" y="1190445"/>
                </a:lnTo>
                <a:lnTo>
                  <a:pt x="773243" y="1189615"/>
                </a:lnTo>
                <a:lnTo>
                  <a:pt x="772732" y="1182464"/>
                </a:lnTo>
                <a:lnTo>
                  <a:pt x="779819" y="1176080"/>
                </a:lnTo>
                <a:lnTo>
                  <a:pt x="771775" y="1169058"/>
                </a:lnTo>
                <a:lnTo>
                  <a:pt x="765072" y="1169568"/>
                </a:lnTo>
                <a:lnTo>
                  <a:pt x="757921" y="1170015"/>
                </a:lnTo>
                <a:lnTo>
                  <a:pt x="757474" y="1163631"/>
                </a:lnTo>
                <a:lnTo>
                  <a:pt x="743876" y="1170462"/>
                </a:lnTo>
                <a:lnTo>
                  <a:pt x="729129" y="1164780"/>
                </a:lnTo>
                <a:lnTo>
                  <a:pt x="728554" y="1157694"/>
                </a:lnTo>
                <a:lnTo>
                  <a:pt x="722170" y="1165674"/>
                </a:lnTo>
                <a:lnTo>
                  <a:pt x="715403" y="1158588"/>
                </a:lnTo>
                <a:lnTo>
                  <a:pt x="721787" y="1158141"/>
                </a:lnTo>
                <a:lnTo>
                  <a:pt x="707615" y="1152459"/>
                </a:lnTo>
                <a:lnTo>
                  <a:pt x="701230" y="1152906"/>
                </a:lnTo>
                <a:lnTo>
                  <a:pt x="701677" y="1159609"/>
                </a:lnTo>
                <a:lnTo>
                  <a:pt x="695293" y="1174357"/>
                </a:lnTo>
                <a:lnTo>
                  <a:pt x="702827" y="1173782"/>
                </a:lnTo>
                <a:lnTo>
                  <a:pt x="695804" y="1181826"/>
                </a:lnTo>
                <a:lnTo>
                  <a:pt x="680993" y="1175442"/>
                </a:lnTo>
                <a:lnTo>
                  <a:pt x="688654" y="1182464"/>
                </a:lnTo>
                <a:lnTo>
                  <a:pt x="681567" y="1182975"/>
                </a:lnTo>
                <a:lnTo>
                  <a:pt x="674864" y="1189359"/>
                </a:lnTo>
                <a:lnTo>
                  <a:pt x="682525" y="1195743"/>
                </a:lnTo>
                <a:lnTo>
                  <a:pt x="683036" y="1203340"/>
                </a:lnTo>
                <a:lnTo>
                  <a:pt x="683483" y="1209724"/>
                </a:lnTo>
                <a:lnTo>
                  <a:pt x="675886" y="1203340"/>
                </a:lnTo>
                <a:lnTo>
                  <a:pt x="669501" y="1203787"/>
                </a:lnTo>
                <a:lnTo>
                  <a:pt x="668991" y="1196190"/>
                </a:lnTo>
                <a:lnTo>
                  <a:pt x="661841" y="1196701"/>
                </a:lnTo>
                <a:lnTo>
                  <a:pt x="654754" y="1197212"/>
                </a:lnTo>
                <a:lnTo>
                  <a:pt x="648370" y="1205320"/>
                </a:lnTo>
                <a:lnTo>
                  <a:pt x="648881" y="1212023"/>
                </a:lnTo>
                <a:lnTo>
                  <a:pt x="649392" y="1219109"/>
                </a:lnTo>
                <a:lnTo>
                  <a:pt x="649838" y="1226195"/>
                </a:lnTo>
                <a:lnTo>
                  <a:pt x="657499" y="1232260"/>
                </a:lnTo>
                <a:lnTo>
                  <a:pt x="657946" y="1239347"/>
                </a:lnTo>
                <a:lnTo>
                  <a:pt x="644157" y="1240368"/>
                </a:lnTo>
                <a:lnTo>
                  <a:pt x="644667" y="1247455"/>
                </a:lnTo>
                <a:lnTo>
                  <a:pt x="645114" y="1254541"/>
                </a:lnTo>
                <a:lnTo>
                  <a:pt x="637581" y="1255052"/>
                </a:lnTo>
                <a:lnTo>
                  <a:pt x="631197" y="1262649"/>
                </a:lnTo>
                <a:lnTo>
                  <a:pt x="631708" y="1269735"/>
                </a:lnTo>
                <a:lnTo>
                  <a:pt x="632218" y="1276822"/>
                </a:lnTo>
                <a:lnTo>
                  <a:pt x="617279" y="1285376"/>
                </a:lnTo>
                <a:lnTo>
                  <a:pt x="619642" y="1287355"/>
                </a:lnTo>
                <a:lnTo>
                  <a:pt x="611917" y="1284355"/>
                </a:lnTo>
                <a:lnTo>
                  <a:pt x="611917" y="1287994"/>
                </a:lnTo>
                <a:lnTo>
                  <a:pt x="605533" y="1296101"/>
                </a:lnTo>
                <a:lnTo>
                  <a:pt x="612683" y="1295591"/>
                </a:lnTo>
                <a:lnTo>
                  <a:pt x="620344" y="1295080"/>
                </a:lnTo>
                <a:lnTo>
                  <a:pt x="619769" y="1287547"/>
                </a:lnTo>
                <a:lnTo>
                  <a:pt x="624877" y="1291952"/>
                </a:lnTo>
                <a:lnTo>
                  <a:pt x="632474" y="1298336"/>
                </a:lnTo>
                <a:lnTo>
                  <a:pt x="638155" y="1283652"/>
                </a:lnTo>
                <a:lnTo>
                  <a:pt x="645753" y="1283142"/>
                </a:lnTo>
                <a:lnTo>
                  <a:pt x="652137" y="1275992"/>
                </a:lnTo>
                <a:lnTo>
                  <a:pt x="659287" y="1275481"/>
                </a:lnTo>
                <a:lnTo>
                  <a:pt x="652903" y="1282695"/>
                </a:lnTo>
                <a:lnTo>
                  <a:pt x="646519" y="1290228"/>
                </a:lnTo>
                <a:lnTo>
                  <a:pt x="639177" y="1298144"/>
                </a:lnTo>
                <a:lnTo>
                  <a:pt x="646710" y="1297570"/>
                </a:lnTo>
                <a:lnTo>
                  <a:pt x="647221" y="1304720"/>
                </a:lnTo>
                <a:lnTo>
                  <a:pt x="639688" y="1305231"/>
                </a:lnTo>
                <a:lnTo>
                  <a:pt x="632984" y="1305678"/>
                </a:lnTo>
                <a:lnTo>
                  <a:pt x="626600" y="1312764"/>
                </a:lnTo>
                <a:lnTo>
                  <a:pt x="620216" y="1327064"/>
                </a:lnTo>
                <a:lnTo>
                  <a:pt x="620791" y="1334534"/>
                </a:lnTo>
                <a:lnTo>
                  <a:pt x="621238" y="1341237"/>
                </a:lnTo>
                <a:lnTo>
                  <a:pt x="627622" y="1334087"/>
                </a:lnTo>
                <a:lnTo>
                  <a:pt x="634006" y="1319914"/>
                </a:lnTo>
                <a:lnTo>
                  <a:pt x="640709" y="1319403"/>
                </a:lnTo>
                <a:lnTo>
                  <a:pt x="648689" y="1325022"/>
                </a:lnTo>
                <a:lnTo>
                  <a:pt x="649200" y="1332555"/>
                </a:lnTo>
                <a:lnTo>
                  <a:pt x="642114" y="1339769"/>
                </a:lnTo>
                <a:lnTo>
                  <a:pt x="635410" y="1340216"/>
                </a:lnTo>
                <a:lnTo>
                  <a:pt x="635921" y="1347366"/>
                </a:lnTo>
                <a:lnTo>
                  <a:pt x="642624" y="1346855"/>
                </a:lnTo>
                <a:lnTo>
                  <a:pt x="650221" y="1346344"/>
                </a:lnTo>
                <a:lnTo>
                  <a:pt x="657435" y="1353495"/>
                </a:lnTo>
                <a:lnTo>
                  <a:pt x="664586" y="1352984"/>
                </a:lnTo>
                <a:lnTo>
                  <a:pt x="665033" y="1359368"/>
                </a:lnTo>
                <a:lnTo>
                  <a:pt x="657882" y="1359879"/>
                </a:lnTo>
                <a:lnTo>
                  <a:pt x="658393" y="1366965"/>
                </a:lnTo>
                <a:lnTo>
                  <a:pt x="652009" y="1374115"/>
                </a:lnTo>
                <a:lnTo>
                  <a:pt x="644923" y="1381776"/>
                </a:lnTo>
                <a:lnTo>
                  <a:pt x="638538" y="1389309"/>
                </a:lnTo>
                <a:lnTo>
                  <a:pt x="631388" y="1389820"/>
                </a:lnTo>
                <a:lnTo>
                  <a:pt x="631899" y="1396907"/>
                </a:lnTo>
                <a:lnTo>
                  <a:pt x="625515" y="1403993"/>
                </a:lnTo>
                <a:lnTo>
                  <a:pt x="618365" y="1404504"/>
                </a:lnTo>
                <a:lnTo>
                  <a:pt x="618939" y="1412101"/>
                </a:lnTo>
                <a:lnTo>
                  <a:pt x="611789" y="1412611"/>
                </a:lnTo>
                <a:lnTo>
                  <a:pt x="612300" y="1418996"/>
                </a:lnTo>
                <a:lnTo>
                  <a:pt x="613257" y="1433232"/>
                </a:lnTo>
                <a:lnTo>
                  <a:pt x="613768" y="1440319"/>
                </a:lnTo>
                <a:lnTo>
                  <a:pt x="620918" y="1439808"/>
                </a:lnTo>
                <a:lnTo>
                  <a:pt x="620408" y="1432721"/>
                </a:lnTo>
                <a:lnTo>
                  <a:pt x="620025" y="1425827"/>
                </a:lnTo>
                <a:lnTo>
                  <a:pt x="627175" y="1425316"/>
                </a:lnTo>
                <a:lnTo>
                  <a:pt x="634772" y="1431700"/>
                </a:lnTo>
                <a:lnTo>
                  <a:pt x="635283" y="1438786"/>
                </a:lnTo>
                <a:lnTo>
                  <a:pt x="642944" y="1445170"/>
                </a:lnTo>
                <a:lnTo>
                  <a:pt x="642433" y="1438084"/>
                </a:lnTo>
                <a:lnTo>
                  <a:pt x="641922" y="1430998"/>
                </a:lnTo>
                <a:lnTo>
                  <a:pt x="648306" y="1423464"/>
                </a:lnTo>
                <a:lnTo>
                  <a:pt x="656350" y="1429849"/>
                </a:lnTo>
                <a:lnTo>
                  <a:pt x="656861" y="1436935"/>
                </a:lnTo>
                <a:lnTo>
                  <a:pt x="670204" y="1428891"/>
                </a:lnTo>
                <a:lnTo>
                  <a:pt x="670714" y="1435977"/>
                </a:lnTo>
                <a:lnTo>
                  <a:pt x="677801" y="1435467"/>
                </a:lnTo>
                <a:lnTo>
                  <a:pt x="677354" y="1428380"/>
                </a:lnTo>
                <a:lnTo>
                  <a:pt x="684440" y="1427870"/>
                </a:lnTo>
                <a:lnTo>
                  <a:pt x="691654" y="1434254"/>
                </a:lnTo>
                <a:lnTo>
                  <a:pt x="698804" y="1433743"/>
                </a:lnTo>
                <a:lnTo>
                  <a:pt x="705189" y="1426146"/>
                </a:lnTo>
                <a:lnTo>
                  <a:pt x="705189" y="1430870"/>
                </a:lnTo>
                <a:lnTo>
                  <a:pt x="698804" y="1438531"/>
                </a:lnTo>
                <a:lnTo>
                  <a:pt x="691654" y="1439042"/>
                </a:lnTo>
                <a:lnTo>
                  <a:pt x="692101" y="1445426"/>
                </a:lnTo>
                <a:lnTo>
                  <a:pt x="685079" y="1439042"/>
                </a:lnTo>
                <a:lnTo>
                  <a:pt x="678695" y="1446128"/>
                </a:lnTo>
                <a:lnTo>
                  <a:pt x="671991" y="1453725"/>
                </a:lnTo>
                <a:lnTo>
                  <a:pt x="672438" y="1460428"/>
                </a:lnTo>
                <a:lnTo>
                  <a:pt x="673523" y="1475048"/>
                </a:lnTo>
                <a:lnTo>
                  <a:pt x="673970" y="1481432"/>
                </a:lnTo>
                <a:lnTo>
                  <a:pt x="681695" y="1487816"/>
                </a:lnTo>
                <a:lnTo>
                  <a:pt x="688845" y="1487306"/>
                </a:lnTo>
                <a:lnTo>
                  <a:pt x="682461" y="1494392"/>
                </a:lnTo>
                <a:lnTo>
                  <a:pt x="689356" y="1493881"/>
                </a:lnTo>
                <a:lnTo>
                  <a:pt x="703593" y="1500265"/>
                </a:lnTo>
                <a:lnTo>
                  <a:pt x="704103" y="1507352"/>
                </a:lnTo>
                <a:lnTo>
                  <a:pt x="690378" y="1508309"/>
                </a:lnTo>
                <a:lnTo>
                  <a:pt x="690888" y="1515396"/>
                </a:lnTo>
                <a:lnTo>
                  <a:pt x="683738" y="1515906"/>
                </a:lnTo>
                <a:lnTo>
                  <a:pt x="684249" y="1522993"/>
                </a:lnTo>
                <a:lnTo>
                  <a:pt x="684759" y="1530079"/>
                </a:lnTo>
                <a:lnTo>
                  <a:pt x="677545" y="1530590"/>
                </a:lnTo>
                <a:lnTo>
                  <a:pt x="671161" y="1538314"/>
                </a:lnTo>
                <a:lnTo>
                  <a:pt x="671608" y="1544699"/>
                </a:lnTo>
                <a:lnTo>
                  <a:pt x="678758" y="1544188"/>
                </a:lnTo>
                <a:lnTo>
                  <a:pt x="679269" y="1551338"/>
                </a:lnTo>
                <a:lnTo>
                  <a:pt x="679716" y="1557722"/>
                </a:lnTo>
                <a:lnTo>
                  <a:pt x="686994" y="1557211"/>
                </a:lnTo>
                <a:lnTo>
                  <a:pt x="680291" y="1565255"/>
                </a:lnTo>
                <a:lnTo>
                  <a:pt x="673140" y="1565766"/>
                </a:lnTo>
                <a:lnTo>
                  <a:pt x="672630" y="1558233"/>
                </a:lnTo>
                <a:lnTo>
                  <a:pt x="666820" y="1565255"/>
                </a:lnTo>
                <a:lnTo>
                  <a:pt x="660883" y="1560403"/>
                </a:lnTo>
                <a:lnTo>
                  <a:pt x="660372" y="1553317"/>
                </a:lnTo>
                <a:lnTo>
                  <a:pt x="653988" y="1553764"/>
                </a:lnTo>
                <a:lnTo>
                  <a:pt x="646902" y="1554275"/>
                </a:lnTo>
                <a:lnTo>
                  <a:pt x="646391" y="1547891"/>
                </a:lnTo>
                <a:lnTo>
                  <a:pt x="625387" y="1555999"/>
                </a:lnTo>
                <a:lnTo>
                  <a:pt x="618237" y="1556509"/>
                </a:lnTo>
                <a:lnTo>
                  <a:pt x="611853" y="1564106"/>
                </a:lnTo>
                <a:lnTo>
                  <a:pt x="598127" y="1565064"/>
                </a:lnTo>
                <a:lnTo>
                  <a:pt x="591743" y="1572661"/>
                </a:lnTo>
                <a:lnTo>
                  <a:pt x="584593" y="1573172"/>
                </a:lnTo>
                <a:lnTo>
                  <a:pt x="585104" y="1580258"/>
                </a:lnTo>
                <a:close/>
                <a:moveTo>
                  <a:pt x="1266160" y="1354580"/>
                </a:moveTo>
                <a:lnTo>
                  <a:pt x="1258499" y="1355154"/>
                </a:lnTo>
                <a:lnTo>
                  <a:pt x="1238070" y="1356559"/>
                </a:lnTo>
                <a:lnTo>
                  <a:pt x="1230920" y="1357070"/>
                </a:lnTo>
                <a:lnTo>
                  <a:pt x="1223897" y="1364731"/>
                </a:lnTo>
                <a:lnTo>
                  <a:pt x="1224344" y="1371115"/>
                </a:lnTo>
                <a:lnTo>
                  <a:pt x="1232899" y="1384777"/>
                </a:lnTo>
                <a:lnTo>
                  <a:pt x="1232452" y="1378393"/>
                </a:lnTo>
                <a:lnTo>
                  <a:pt x="1231941" y="1370859"/>
                </a:lnTo>
                <a:lnTo>
                  <a:pt x="1238326" y="1363709"/>
                </a:lnTo>
                <a:lnTo>
                  <a:pt x="1244710" y="1363262"/>
                </a:lnTo>
                <a:lnTo>
                  <a:pt x="1252307" y="1362688"/>
                </a:lnTo>
                <a:lnTo>
                  <a:pt x="1258691" y="1362241"/>
                </a:lnTo>
                <a:lnTo>
                  <a:pt x="1266352" y="1361730"/>
                </a:lnTo>
                <a:lnTo>
                  <a:pt x="1272736" y="1361219"/>
                </a:lnTo>
                <a:lnTo>
                  <a:pt x="1279758" y="1353622"/>
                </a:lnTo>
                <a:lnTo>
                  <a:pt x="1286909" y="1353112"/>
                </a:lnTo>
                <a:lnTo>
                  <a:pt x="1300762" y="1352154"/>
                </a:lnTo>
                <a:lnTo>
                  <a:pt x="1308359" y="1358538"/>
                </a:lnTo>
                <a:lnTo>
                  <a:pt x="1315956" y="1364922"/>
                </a:lnTo>
                <a:lnTo>
                  <a:pt x="1315509" y="1358219"/>
                </a:lnTo>
                <a:lnTo>
                  <a:pt x="1321574" y="1350686"/>
                </a:lnTo>
                <a:lnTo>
                  <a:pt x="1328788" y="1343535"/>
                </a:lnTo>
                <a:lnTo>
                  <a:pt x="1327767" y="1329363"/>
                </a:lnTo>
                <a:lnTo>
                  <a:pt x="1320106" y="1329873"/>
                </a:lnTo>
                <a:lnTo>
                  <a:pt x="1319595" y="1322787"/>
                </a:lnTo>
                <a:lnTo>
                  <a:pt x="1326746" y="1315190"/>
                </a:lnTo>
                <a:lnTo>
                  <a:pt x="1333130" y="1308040"/>
                </a:lnTo>
                <a:lnTo>
                  <a:pt x="1326746" y="1308487"/>
                </a:lnTo>
                <a:lnTo>
                  <a:pt x="1319531" y="1315701"/>
                </a:lnTo>
                <a:lnTo>
                  <a:pt x="1313147" y="1316148"/>
                </a:lnTo>
                <a:lnTo>
                  <a:pt x="1305997" y="1316658"/>
                </a:lnTo>
                <a:lnTo>
                  <a:pt x="1299613" y="1324255"/>
                </a:lnTo>
                <a:lnTo>
                  <a:pt x="1292463" y="1324766"/>
                </a:lnTo>
                <a:lnTo>
                  <a:pt x="1286079" y="1332363"/>
                </a:lnTo>
                <a:lnTo>
                  <a:pt x="1279695" y="1339960"/>
                </a:lnTo>
                <a:lnTo>
                  <a:pt x="1280205" y="1347047"/>
                </a:lnTo>
                <a:lnTo>
                  <a:pt x="1273119" y="1354133"/>
                </a:lnTo>
                <a:lnTo>
                  <a:pt x="1266416" y="1354580"/>
                </a:lnTo>
                <a:close/>
                <a:moveTo>
                  <a:pt x="1282823" y="1494328"/>
                </a:moveTo>
                <a:lnTo>
                  <a:pt x="1283972" y="1508820"/>
                </a:lnTo>
                <a:lnTo>
                  <a:pt x="1298592" y="1507798"/>
                </a:lnTo>
                <a:lnTo>
                  <a:pt x="1299102" y="1514183"/>
                </a:lnTo>
                <a:lnTo>
                  <a:pt x="1312892" y="1513225"/>
                </a:lnTo>
                <a:lnTo>
                  <a:pt x="1320042" y="1512714"/>
                </a:lnTo>
                <a:lnTo>
                  <a:pt x="1319595" y="1506330"/>
                </a:lnTo>
                <a:lnTo>
                  <a:pt x="1319084" y="1499244"/>
                </a:lnTo>
                <a:lnTo>
                  <a:pt x="1318574" y="1492158"/>
                </a:lnTo>
                <a:lnTo>
                  <a:pt x="1318127" y="1485773"/>
                </a:lnTo>
                <a:lnTo>
                  <a:pt x="1310977" y="1486284"/>
                </a:lnTo>
                <a:lnTo>
                  <a:pt x="1303316" y="1479261"/>
                </a:lnTo>
                <a:lnTo>
                  <a:pt x="1296932" y="1487242"/>
                </a:lnTo>
                <a:lnTo>
                  <a:pt x="1289271" y="1480219"/>
                </a:lnTo>
                <a:lnTo>
                  <a:pt x="1289845" y="1487752"/>
                </a:lnTo>
                <a:lnTo>
                  <a:pt x="1282248" y="1488263"/>
                </a:lnTo>
                <a:lnTo>
                  <a:pt x="1282759" y="1494966"/>
                </a:lnTo>
                <a:close/>
                <a:moveTo>
                  <a:pt x="1335045" y="1469238"/>
                </a:moveTo>
                <a:lnTo>
                  <a:pt x="1328661" y="1476325"/>
                </a:lnTo>
                <a:lnTo>
                  <a:pt x="1329235" y="1483986"/>
                </a:lnTo>
                <a:lnTo>
                  <a:pt x="1336832" y="1490370"/>
                </a:lnTo>
                <a:lnTo>
                  <a:pt x="1330448" y="1497456"/>
                </a:lnTo>
                <a:lnTo>
                  <a:pt x="1330959" y="1504543"/>
                </a:lnTo>
                <a:lnTo>
                  <a:pt x="1338556" y="1510927"/>
                </a:lnTo>
                <a:lnTo>
                  <a:pt x="1352793" y="1509969"/>
                </a:lnTo>
                <a:lnTo>
                  <a:pt x="1359943" y="1509458"/>
                </a:lnTo>
                <a:lnTo>
                  <a:pt x="1360454" y="1516992"/>
                </a:lnTo>
                <a:lnTo>
                  <a:pt x="1353367" y="1517502"/>
                </a:lnTo>
                <a:lnTo>
                  <a:pt x="1368051" y="1523120"/>
                </a:lnTo>
                <a:lnTo>
                  <a:pt x="1375201" y="1522674"/>
                </a:lnTo>
                <a:lnTo>
                  <a:pt x="1367604" y="1516289"/>
                </a:lnTo>
                <a:lnTo>
                  <a:pt x="1373988" y="1508245"/>
                </a:lnTo>
                <a:lnTo>
                  <a:pt x="1380372" y="1507798"/>
                </a:lnTo>
                <a:lnTo>
                  <a:pt x="1386756" y="1493498"/>
                </a:lnTo>
                <a:lnTo>
                  <a:pt x="1379159" y="1487433"/>
                </a:lnTo>
                <a:lnTo>
                  <a:pt x="1392374" y="1471728"/>
                </a:lnTo>
                <a:lnTo>
                  <a:pt x="1398758" y="1464642"/>
                </a:lnTo>
                <a:lnTo>
                  <a:pt x="1390587" y="1451363"/>
                </a:lnTo>
                <a:lnTo>
                  <a:pt x="1397290" y="1444149"/>
                </a:lnTo>
                <a:lnTo>
                  <a:pt x="1390140" y="1444660"/>
                </a:lnTo>
                <a:lnTo>
                  <a:pt x="1396524" y="1437063"/>
                </a:lnTo>
                <a:lnTo>
                  <a:pt x="1382287" y="1438020"/>
                </a:lnTo>
                <a:lnTo>
                  <a:pt x="1375137" y="1438531"/>
                </a:lnTo>
                <a:lnTo>
                  <a:pt x="1368753" y="1446128"/>
                </a:lnTo>
                <a:lnTo>
                  <a:pt x="1375137" y="1445681"/>
                </a:lnTo>
                <a:lnTo>
                  <a:pt x="1382734" y="1452065"/>
                </a:lnTo>
                <a:lnTo>
                  <a:pt x="1376350" y="1459662"/>
                </a:lnTo>
                <a:lnTo>
                  <a:pt x="1369647" y="1460173"/>
                </a:lnTo>
                <a:lnTo>
                  <a:pt x="1362496" y="1460620"/>
                </a:lnTo>
                <a:lnTo>
                  <a:pt x="1363007" y="1467770"/>
                </a:lnTo>
                <a:lnTo>
                  <a:pt x="1363518" y="1474154"/>
                </a:lnTo>
                <a:lnTo>
                  <a:pt x="1356368" y="1474665"/>
                </a:lnTo>
                <a:lnTo>
                  <a:pt x="1348771" y="1468281"/>
                </a:lnTo>
                <a:lnTo>
                  <a:pt x="1355155" y="1460684"/>
                </a:lnTo>
                <a:lnTo>
                  <a:pt x="1354644" y="1453597"/>
                </a:lnTo>
                <a:lnTo>
                  <a:pt x="1347494" y="1454108"/>
                </a:lnTo>
                <a:lnTo>
                  <a:pt x="1348005" y="1461195"/>
                </a:lnTo>
                <a:lnTo>
                  <a:pt x="1341620" y="1468792"/>
                </a:lnTo>
                <a:lnTo>
                  <a:pt x="1334534" y="1469302"/>
                </a:lnTo>
                <a:close/>
                <a:moveTo>
                  <a:pt x="1340024" y="1539464"/>
                </a:moveTo>
                <a:lnTo>
                  <a:pt x="1339514" y="1532377"/>
                </a:lnTo>
                <a:lnTo>
                  <a:pt x="1332363" y="1532888"/>
                </a:lnTo>
                <a:lnTo>
                  <a:pt x="1325213" y="1533399"/>
                </a:lnTo>
                <a:lnTo>
                  <a:pt x="1325724" y="1540485"/>
                </a:lnTo>
                <a:lnTo>
                  <a:pt x="1333321" y="1546550"/>
                </a:lnTo>
                <a:lnTo>
                  <a:pt x="1340982" y="1553253"/>
                </a:lnTo>
                <a:lnTo>
                  <a:pt x="1348132" y="1552743"/>
                </a:lnTo>
                <a:lnTo>
                  <a:pt x="1355219" y="1552232"/>
                </a:lnTo>
                <a:lnTo>
                  <a:pt x="1354708" y="1545018"/>
                </a:lnTo>
                <a:lnTo>
                  <a:pt x="1347111" y="1538953"/>
                </a:lnTo>
                <a:lnTo>
                  <a:pt x="1340024" y="1539464"/>
                </a:lnTo>
                <a:close/>
                <a:moveTo>
                  <a:pt x="1375648" y="1536974"/>
                </a:moveTo>
                <a:lnTo>
                  <a:pt x="1368497" y="1537485"/>
                </a:lnTo>
                <a:lnTo>
                  <a:pt x="1360900" y="1531100"/>
                </a:lnTo>
                <a:lnTo>
                  <a:pt x="1361347" y="1538187"/>
                </a:lnTo>
                <a:lnTo>
                  <a:pt x="1361858" y="1544571"/>
                </a:lnTo>
                <a:lnTo>
                  <a:pt x="1369455" y="1551274"/>
                </a:lnTo>
                <a:lnTo>
                  <a:pt x="1368944" y="1544060"/>
                </a:lnTo>
                <a:lnTo>
                  <a:pt x="1376095" y="1543550"/>
                </a:lnTo>
                <a:lnTo>
                  <a:pt x="1375648" y="1537165"/>
                </a:lnTo>
                <a:close/>
                <a:moveTo>
                  <a:pt x="2097627" y="2743953"/>
                </a:moveTo>
                <a:lnTo>
                  <a:pt x="2106309" y="2757615"/>
                </a:lnTo>
                <a:lnTo>
                  <a:pt x="2112693" y="2757104"/>
                </a:lnTo>
                <a:lnTo>
                  <a:pt x="2111735" y="2742932"/>
                </a:lnTo>
                <a:lnTo>
                  <a:pt x="2104585" y="2735782"/>
                </a:lnTo>
                <a:lnTo>
                  <a:pt x="2096414" y="2729717"/>
                </a:lnTo>
                <a:lnTo>
                  <a:pt x="2095967" y="2723332"/>
                </a:lnTo>
                <a:lnTo>
                  <a:pt x="2088816" y="2716310"/>
                </a:lnTo>
                <a:lnTo>
                  <a:pt x="2081730" y="2716757"/>
                </a:lnTo>
                <a:lnTo>
                  <a:pt x="2074069" y="2710373"/>
                </a:lnTo>
                <a:lnTo>
                  <a:pt x="2059322" y="2703989"/>
                </a:lnTo>
                <a:lnTo>
                  <a:pt x="2045085" y="2705010"/>
                </a:lnTo>
                <a:lnTo>
                  <a:pt x="2038382" y="2698307"/>
                </a:lnTo>
                <a:lnTo>
                  <a:pt x="2030274" y="2691923"/>
                </a:lnTo>
                <a:lnTo>
                  <a:pt x="2023124" y="2692433"/>
                </a:lnTo>
                <a:lnTo>
                  <a:pt x="2009334" y="2700094"/>
                </a:lnTo>
                <a:lnTo>
                  <a:pt x="2016995" y="2706479"/>
                </a:lnTo>
                <a:lnTo>
                  <a:pt x="2024145" y="2705968"/>
                </a:lnTo>
                <a:lnTo>
                  <a:pt x="2038893" y="2704883"/>
                </a:lnTo>
                <a:lnTo>
                  <a:pt x="2045596" y="2711267"/>
                </a:lnTo>
                <a:lnTo>
                  <a:pt x="2060343" y="2716948"/>
                </a:lnTo>
                <a:lnTo>
                  <a:pt x="2068004" y="2723971"/>
                </a:lnTo>
                <a:lnTo>
                  <a:pt x="2082688" y="2729653"/>
                </a:lnTo>
                <a:lnTo>
                  <a:pt x="2090285" y="2736037"/>
                </a:lnTo>
                <a:lnTo>
                  <a:pt x="2097435" y="2743187"/>
                </a:lnTo>
                <a:close/>
                <a:moveTo>
                  <a:pt x="1579237" y="468210"/>
                </a:moveTo>
                <a:lnTo>
                  <a:pt x="1579684" y="474595"/>
                </a:lnTo>
                <a:lnTo>
                  <a:pt x="1586387" y="467381"/>
                </a:lnTo>
                <a:lnTo>
                  <a:pt x="1585876" y="460294"/>
                </a:lnTo>
                <a:lnTo>
                  <a:pt x="1593091" y="459783"/>
                </a:lnTo>
                <a:lnTo>
                  <a:pt x="1599475" y="459337"/>
                </a:lnTo>
                <a:lnTo>
                  <a:pt x="1605859" y="438397"/>
                </a:lnTo>
                <a:lnTo>
                  <a:pt x="1597687" y="431438"/>
                </a:lnTo>
                <a:lnTo>
                  <a:pt x="1591303" y="431885"/>
                </a:lnTo>
                <a:lnTo>
                  <a:pt x="1591878" y="439418"/>
                </a:lnTo>
                <a:lnTo>
                  <a:pt x="1584600" y="439929"/>
                </a:lnTo>
                <a:lnTo>
                  <a:pt x="1577449" y="440440"/>
                </a:lnTo>
                <a:lnTo>
                  <a:pt x="1577960" y="446824"/>
                </a:lnTo>
                <a:lnTo>
                  <a:pt x="1578407" y="453208"/>
                </a:lnTo>
                <a:lnTo>
                  <a:pt x="1572023" y="460805"/>
                </a:lnTo>
                <a:lnTo>
                  <a:pt x="1579620" y="467189"/>
                </a:lnTo>
                <a:close/>
                <a:moveTo>
                  <a:pt x="1362177" y="1208767"/>
                </a:moveTo>
                <a:lnTo>
                  <a:pt x="1362177" y="1208767"/>
                </a:lnTo>
                <a:close/>
                <a:moveTo>
                  <a:pt x="2224287" y="2918303"/>
                </a:moveTo>
                <a:lnTo>
                  <a:pt x="2208582" y="2925709"/>
                </a:lnTo>
                <a:lnTo>
                  <a:pt x="2169831" y="2924879"/>
                </a:lnTo>
                <a:lnTo>
                  <a:pt x="2169831" y="2917154"/>
                </a:lnTo>
                <a:lnTo>
                  <a:pt x="2154317" y="2916835"/>
                </a:lnTo>
                <a:lnTo>
                  <a:pt x="2130888" y="2924049"/>
                </a:lnTo>
                <a:lnTo>
                  <a:pt x="2107522" y="2923538"/>
                </a:lnTo>
                <a:lnTo>
                  <a:pt x="2107522" y="2908089"/>
                </a:lnTo>
                <a:lnTo>
                  <a:pt x="2099733" y="2908089"/>
                </a:lnTo>
                <a:lnTo>
                  <a:pt x="2099733" y="2915813"/>
                </a:lnTo>
                <a:lnTo>
                  <a:pt x="2084220" y="2915494"/>
                </a:lnTo>
                <a:lnTo>
                  <a:pt x="2076814" y="2899853"/>
                </a:lnTo>
                <a:lnTo>
                  <a:pt x="2061556" y="2906939"/>
                </a:lnTo>
                <a:lnTo>
                  <a:pt x="2061237" y="2922389"/>
                </a:lnTo>
                <a:lnTo>
                  <a:pt x="2060726" y="2945563"/>
                </a:lnTo>
                <a:lnTo>
                  <a:pt x="2091753" y="2946202"/>
                </a:lnTo>
                <a:lnTo>
                  <a:pt x="2130696" y="2939307"/>
                </a:lnTo>
                <a:lnTo>
                  <a:pt x="2161531" y="2947670"/>
                </a:lnTo>
                <a:lnTo>
                  <a:pt x="2161085" y="2970844"/>
                </a:lnTo>
                <a:lnTo>
                  <a:pt x="2215860" y="2948819"/>
                </a:lnTo>
                <a:lnTo>
                  <a:pt x="2262400" y="2949841"/>
                </a:lnTo>
                <a:lnTo>
                  <a:pt x="2262911" y="2926666"/>
                </a:lnTo>
                <a:lnTo>
                  <a:pt x="2239482" y="2933880"/>
                </a:lnTo>
                <a:lnTo>
                  <a:pt x="2224287" y="2918112"/>
                </a:lnTo>
                <a:close/>
                <a:moveTo>
                  <a:pt x="1486476" y="2949011"/>
                </a:moveTo>
                <a:lnTo>
                  <a:pt x="1486476" y="2956735"/>
                </a:lnTo>
                <a:lnTo>
                  <a:pt x="1494073" y="2964652"/>
                </a:lnTo>
                <a:lnTo>
                  <a:pt x="1509586" y="2964652"/>
                </a:lnTo>
                <a:lnTo>
                  <a:pt x="1509586" y="2956927"/>
                </a:lnTo>
                <a:lnTo>
                  <a:pt x="1494264" y="2948883"/>
                </a:lnTo>
                <a:lnTo>
                  <a:pt x="1486540" y="2948883"/>
                </a:lnTo>
                <a:close/>
                <a:moveTo>
                  <a:pt x="1470962" y="2949011"/>
                </a:moveTo>
                <a:lnTo>
                  <a:pt x="1478687" y="2949011"/>
                </a:lnTo>
                <a:lnTo>
                  <a:pt x="1478687" y="2941286"/>
                </a:lnTo>
                <a:lnTo>
                  <a:pt x="1470899" y="2941286"/>
                </a:lnTo>
                <a:lnTo>
                  <a:pt x="1470899" y="2949011"/>
                </a:lnTo>
                <a:close/>
                <a:moveTo>
                  <a:pt x="2721801" y="2875019"/>
                </a:moveTo>
                <a:lnTo>
                  <a:pt x="2753338" y="2852483"/>
                </a:lnTo>
                <a:cubicBezTo>
                  <a:pt x="2738883" y="2857219"/>
                  <a:pt x="2725530" y="2864818"/>
                  <a:pt x="2714076" y="2874827"/>
                </a:cubicBezTo>
                <a:cubicBezTo>
                  <a:pt x="2698243" y="2889958"/>
                  <a:pt x="2659109" y="2904577"/>
                  <a:pt x="2659109" y="2904577"/>
                </a:cubicBezTo>
                <a:lnTo>
                  <a:pt x="2628082" y="2903939"/>
                </a:lnTo>
                <a:lnTo>
                  <a:pt x="2627571" y="2927113"/>
                </a:lnTo>
                <a:lnTo>
                  <a:pt x="2612058" y="2926794"/>
                </a:lnTo>
                <a:cubicBezTo>
                  <a:pt x="2616324" y="2930852"/>
                  <a:pt x="2616493" y="2937601"/>
                  <a:pt x="2612435" y="2941867"/>
                </a:cubicBezTo>
                <a:cubicBezTo>
                  <a:pt x="2612312" y="2941995"/>
                  <a:pt x="2612187" y="2942121"/>
                  <a:pt x="2612058" y="2942243"/>
                </a:cubicBezTo>
                <a:cubicBezTo>
                  <a:pt x="2604142" y="2949777"/>
                  <a:pt x="2588820" y="2941733"/>
                  <a:pt x="2588820" y="2941733"/>
                </a:cubicBezTo>
                <a:cubicBezTo>
                  <a:pt x="2603312" y="2988401"/>
                  <a:pt x="2634849" y="2965865"/>
                  <a:pt x="2634849" y="2965865"/>
                </a:cubicBezTo>
                <a:lnTo>
                  <a:pt x="2657960" y="2974100"/>
                </a:lnTo>
                <a:lnTo>
                  <a:pt x="2689880" y="2943840"/>
                </a:lnTo>
                <a:lnTo>
                  <a:pt x="2690199" y="2928390"/>
                </a:lnTo>
                <a:lnTo>
                  <a:pt x="2729143" y="2921495"/>
                </a:lnTo>
                <a:cubicBezTo>
                  <a:pt x="2719184" y="2920748"/>
                  <a:pt x="2710413" y="2914664"/>
                  <a:pt x="2706224" y="2905599"/>
                </a:cubicBezTo>
                <a:cubicBezTo>
                  <a:pt x="2698818" y="2889958"/>
                  <a:pt x="2722375" y="2875019"/>
                  <a:pt x="2722375" y="2875019"/>
                </a:cubicBezTo>
                <a:close/>
              </a:path>
            </a:pathLst>
          </a:custGeom>
          <a:noFill/>
          <a:ln cap="flat" cmpd="sng" w="12725">
            <a:solidFill>
              <a:srgbClr val="226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48" name="Google Shape;748;p23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749" name="Google Shape;749;p23"/>
          <p:cNvSpPr txBox="1"/>
          <p:nvPr>
            <p:ph idx="1" type="body"/>
          </p:nvPr>
        </p:nvSpPr>
        <p:spPr>
          <a:xfrm>
            <a:off x="604242" y="1587318"/>
            <a:ext cx="5263822" cy="38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50" name="Google Shape;750;p23"/>
          <p:cNvSpPr txBox="1"/>
          <p:nvPr>
            <p:ph idx="2" type="body"/>
          </p:nvPr>
        </p:nvSpPr>
        <p:spPr>
          <a:xfrm>
            <a:off x="606384" y="2061851"/>
            <a:ext cx="5263822" cy="65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51" name="Google Shape;751;p23"/>
          <p:cNvSpPr txBox="1"/>
          <p:nvPr>
            <p:ph idx="3" type="body"/>
          </p:nvPr>
        </p:nvSpPr>
        <p:spPr>
          <a:xfrm>
            <a:off x="610384" y="5984032"/>
            <a:ext cx="3301416" cy="18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52" name="Google Shape;752;p23"/>
          <p:cNvSpPr txBox="1"/>
          <p:nvPr>
            <p:ph idx="4" type="body"/>
          </p:nvPr>
        </p:nvSpPr>
        <p:spPr>
          <a:xfrm>
            <a:off x="6336868" y="1574752"/>
            <a:ext cx="5340583" cy="286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53" name="Google Shape;753;p23"/>
          <p:cNvSpPr txBox="1"/>
          <p:nvPr>
            <p:ph idx="5" type="body"/>
          </p:nvPr>
        </p:nvSpPr>
        <p:spPr>
          <a:xfrm>
            <a:off x="5983274" y="1571870"/>
            <a:ext cx="422464" cy="27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54" name="Google Shape;754;p23"/>
          <p:cNvSpPr txBox="1"/>
          <p:nvPr>
            <p:ph idx="6" type="body"/>
          </p:nvPr>
        </p:nvSpPr>
        <p:spPr>
          <a:xfrm>
            <a:off x="5985459" y="1962047"/>
            <a:ext cx="422465" cy="2487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55" name="Google Shape;755;p23"/>
          <p:cNvSpPr txBox="1"/>
          <p:nvPr>
            <p:ph idx="7" type="body"/>
          </p:nvPr>
        </p:nvSpPr>
        <p:spPr>
          <a:xfrm>
            <a:off x="6326439" y="1937534"/>
            <a:ext cx="5351012" cy="27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56" name="Google Shape;756;p23"/>
          <p:cNvSpPr txBox="1"/>
          <p:nvPr>
            <p:ph idx="8" type="body"/>
          </p:nvPr>
        </p:nvSpPr>
        <p:spPr>
          <a:xfrm>
            <a:off x="5985459" y="2271926"/>
            <a:ext cx="422465" cy="22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57" name="Google Shape;757;p23"/>
          <p:cNvSpPr txBox="1"/>
          <p:nvPr>
            <p:ph idx="9" type="body"/>
          </p:nvPr>
        </p:nvSpPr>
        <p:spPr>
          <a:xfrm>
            <a:off x="6326438" y="2263882"/>
            <a:ext cx="5351011" cy="451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58" name="Google Shape;758;p23"/>
          <p:cNvSpPr txBox="1"/>
          <p:nvPr>
            <p:ph idx="13" type="body"/>
          </p:nvPr>
        </p:nvSpPr>
        <p:spPr>
          <a:xfrm>
            <a:off x="5990681" y="2783004"/>
            <a:ext cx="422465" cy="179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59" name="Google Shape;759;p23"/>
          <p:cNvSpPr txBox="1"/>
          <p:nvPr>
            <p:ph idx="14" type="body"/>
          </p:nvPr>
        </p:nvSpPr>
        <p:spPr>
          <a:xfrm>
            <a:off x="6326439" y="2764569"/>
            <a:ext cx="5351010" cy="214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60" name="Google Shape;760;p23"/>
          <p:cNvSpPr txBox="1"/>
          <p:nvPr>
            <p:ph idx="15" type="body"/>
          </p:nvPr>
        </p:nvSpPr>
        <p:spPr>
          <a:xfrm>
            <a:off x="5990681" y="3010186"/>
            <a:ext cx="401017" cy="227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61" name="Google Shape;761;p23"/>
          <p:cNvSpPr txBox="1"/>
          <p:nvPr>
            <p:ph idx="16" type="body"/>
          </p:nvPr>
        </p:nvSpPr>
        <p:spPr>
          <a:xfrm>
            <a:off x="6334681" y="3026512"/>
            <a:ext cx="5351009" cy="270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62" name="Google Shape;762;p23"/>
          <p:cNvSpPr txBox="1"/>
          <p:nvPr>
            <p:ph idx="17" type="body"/>
          </p:nvPr>
        </p:nvSpPr>
        <p:spPr>
          <a:xfrm>
            <a:off x="5990681" y="3301605"/>
            <a:ext cx="401018" cy="247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63" name="Google Shape;763;p23"/>
          <p:cNvSpPr txBox="1"/>
          <p:nvPr>
            <p:ph idx="18" type="body"/>
          </p:nvPr>
        </p:nvSpPr>
        <p:spPr>
          <a:xfrm>
            <a:off x="6326439" y="3301605"/>
            <a:ext cx="5345312" cy="1297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64" name="Google Shape;764;p23"/>
          <p:cNvSpPr txBox="1"/>
          <p:nvPr>
            <p:ph idx="19" type="body"/>
          </p:nvPr>
        </p:nvSpPr>
        <p:spPr>
          <a:xfrm>
            <a:off x="6006905" y="4639813"/>
            <a:ext cx="401019" cy="304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65" name="Google Shape;765;p23"/>
          <p:cNvSpPr txBox="1"/>
          <p:nvPr>
            <p:ph idx="20" type="body"/>
          </p:nvPr>
        </p:nvSpPr>
        <p:spPr>
          <a:xfrm>
            <a:off x="6332140" y="4643280"/>
            <a:ext cx="5345312" cy="5270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66" name="Google Shape;766;p23"/>
          <p:cNvSpPr txBox="1"/>
          <p:nvPr>
            <p:ph idx="21" type="body"/>
          </p:nvPr>
        </p:nvSpPr>
        <p:spPr>
          <a:xfrm>
            <a:off x="6006905" y="5242375"/>
            <a:ext cx="398559" cy="274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67" name="Google Shape;767;p23"/>
          <p:cNvSpPr txBox="1"/>
          <p:nvPr>
            <p:ph idx="22" type="body"/>
          </p:nvPr>
        </p:nvSpPr>
        <p:spPr>
          <a:xfrm>
            <a:off x="6332140" y="5245112"/>
            <a:ext cx="5345312" cy="411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68" name="Google Shape;768;p23"/>
          <p:cNvSpPr txBox="1"/>
          <p:nvPr>
            <p:ph idx="23" type="body"/>
          </p:nvPr>
        </p:nvSpPr>
        <p:spPr>
          <a:xfrm>
            <a:off x="6006906" y="5696408"/>
            <a:ext cx="396290" cy="257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69" name="Google Shape;769;p23"/>
          <p:cNvSpPr txBox="1"/>
          <p:nvPr>
            <p:ph idx="24" type="body"/>
          </p:nvPr>
        </p:nvSpPr>
        <p:spPr>
          <a:xfrm>
            <a:off x="6334682" y="5684662"/>
            <a:ext cx="5345312" cy="278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70" name="Google Shape;770;p23"/>
          <p:cNvSpPr txBox="1"/>
          <p:nvPr>
            <p:ph idx="25" type="body"/>
          </p:nvPr>
        </p:nvSpPr>
        <p:spPr>
          <a:xfrm>
            <a:off x="6006905" y="5958354"/>
            <a:ext cx="396290" cy="208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71" name="Google Shape;771;p23"/>
          <p:cNvSpPr txBox="1"/>
          <p:nvPr>
            <p:ph idx="26" type="body"/>
          </p:nvPr>
        </p:nvSpPr>
        <p:spPr>
          <a:xfrm>
            <a:off x="6326438" y="5963151"/>
            <a:ext cx="5353555" cy="208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72" name="Google Shape;772;p23"/>
          <p:cNvSpPr txBox="1"/>
          <p:nvPr>
            <p:ph idx="27" type="body"/>
          </p:nvPr>
        </p:nvSpPr>
        <p:spPr>
          <a:xfrm>
            <a:off x="6006906" y="6206961"/>
            <a:ext cx="396290" cy="240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73" name="Google Shape;773;p23"/>
          <p:cNvSpPr txBox="1"/>
          <p:nvPr>
            <p:ph idx="28" type="body"/>
          </p:nvPr>
        </p:nvSpPr>
        <p:spPr>
          <a:xfrm>
            <a:off x="6326439" y="6243722"/>
            <a:ext cx="5345312" cy="296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74" name="Google Shape;774;p23"/>
          <p:cNvSpPr txBox="1"/>
          <p:nvPr>
            <p:ph idx="29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Europe expansion">
  <p:cSld name="Template Europe expansion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4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777" name="Google Shape;777;p24"/>
          <p:cNvSpPr txBox="1"/>
          <p:nvPr>
            <p:ph idx="1" type="body"/>
          </p:nvPr>
        </p:nvSpPr>
        <p:spPr>
          <a:xfrm>
            <a:off x="589604" y="1762716"/>
            <a:ext cx="5561897" cy="638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78" name="Google Shape;778;p24"/>
          <p:cNvSpPr txBox="1"/>
          <p:nvPr>
            <p:ph idx="2" type="body"/>
          </p:nvPr>
        </p:nvSpPr>
        <p:spPr>
          <a:xfrm>
            <a:off x="589604" y="2567164"/>
            <a:ext cx="5561897" cy="997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79" name="Google Shape;779;p24"/>
          <p:cNvSpPr txBox="1"/>
          <p:nvPr>
            <p:ph idx="3" type="body"/>
          </p:nvPr>
        </p:nvSpPr>
        <p:spPr>
          <a:xfrm>
            <a:off x="589604" y="4122514"/>
            <a:ext cx="5341695" cy="359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80" name="Google Shape;780;p24"/>
          <p:cNvSpPr txBox="1"/>
          <p:nvPr>
            <p:ph idx="4" type="body"/>
          </p:nvPr>
        </p:nvSpPr>
        <p:spPr>
          <a:xfrm>
            <a:off x="583742" y="3787053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81" name="Google Shape;781;p24"/>
          <p:cNvSpPr txBox="1"/>
          <p:nvPr>
            <p:ph idx="5" type="body"/>
          </p:nvPr>
        </p:nvSpPr>
        <p:spPr>
          <a:xfrm>
            <a:off x="589604" y="4948633"/>
            <a:ext cx="5341695" cy="359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82" name="Google Shape;782;p24"/>
          <p:cNvSpPr txBox="1"/>
          <p:nvPr>
            <p:ph idx="6" type="body"/>
          </p:nvPr>
        </p:nvSpPr>
        <p:spPr>
          <a:xfrm>
            <a:off x="589604" y="4617910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83" name="Google Shape;783;p24"/>
          <p:cNvSpPr txBox="1"/>
          <p:nvPr>
            <p:ph idx="7" type="body"/>
          </p:nvPr>
        </p:nvSpPr>
        <p:spPr>
          <a:xfrm>
            <a:off x="589604" y="5774752"/>
            <a:ext cx="5341695" cy="359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84" name="Google Shape;784;p24"/>
          <p:cNvSpPr txBox="1"/>
          <p:nvPr>
            <p:ph idx="8" type="body"/>
          </p:nvPr>
        </p:nvSpPr>
        <p:spPr>
          <a:xfrm>
            <a:off x="589604" y="5444745"/>
            <a:ext cx="3445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785" name="Google Shape;78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94442" y="1704285"/>
            <a:ext cx="5437513" cy="4411755"/>
          </a:xfrm>
          <a:custGeom>
            <a:rect b="b" l="l" r="r" t="t"/>
            <a:pathLst>
              <a:path extrusionOk="0" h="3209767" w="3956056">
                <a:moveTo>
                  <a:pt x="268" y="319"/>
                </a:moveTo>
                <a:lnTo>
                  <a:pt x="3956325" y="319"/>
                </a:lnTo>
                <a:lnTo>
                  <a:pt x="3956325" y="3210087"/>
                </a:lnTo>
                <a:lnTo>
                  <a:pt x="268" y="321008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86" name="Google Shape;786;p24"/>
          <p:cNvSpPr txBox="1"/>
          <p:nvPr>
            <p:ph idx="9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gallery">
  <p:cSld name="icon gallery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5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789" name="Google Shape;789;p25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gallery2">
  <p:cSld name="icon gallery2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6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792" name="Google Shape;792;p26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s gallery">
  <p:cSld name="maps gallery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7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795" name="Google Shape;795;p27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Gallery">
  <p:cSld name="Chart Gallery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8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798" name="Google Shape;798;p28"/>
          <p:cNvSpPr txBox="1"/>
          <p:nvPr/>
        </p:nvSpPr>
        <p:spPr>
          <a:xfrm>
            <a:off x="8863955" y="5478857"/>
            <a:ext cx="227472" cy="30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950">
                <a:solidFill>
                  <a:srgbClr val="A4A7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799" name="Google Shape;799;p28"/>
          <p:cNvSpPr txBox="1"/>
          <p:nvPr>
            <p:ph idx="1" type="body"/>
          </p:nvPr>
        </p:nvSpPr>
        <p:spPr>
          <a:xfrm>
            <a:off x="6375438" y="5594119"/>
            <a:ext cx="3301416" cy="277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A5A5A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00" name="Google Shape;800;p28"/>
          <p:cNvSpPr txBox="1"/>
          <p:nvPr>
            <p:ph idx="2" type="body"/>
          </p:nvPr>
        </p:nvSpPr>
        <p:spPr>
          <a:xfrm>
            <a:off x="737901" y="5749429"/>
            <a:ext cx="3301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A5A5A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01" name="Google Shape;801;p28"/>
          <p:cNvSpPr txBox="1"/>
          <p:nvPr>
            <p:ph idx="3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gallery 2">
  <p:cSld name="chart gallery 2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9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804" name="Google Shape;804;p29"/>
          <p:cNvSpPr txBox="1"/>
          <p:nvPr>
            <p:ph idx="1" type="body"/>
          </p:nvPr>
        </p:nvSpPr>
        <p:spPr>
          <a:xfrm>
            <a:off x="691681" y="5701922"/>
            <a:ext cx="3301416" cy="334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05" name="Google Shape;805;p29"/>
          <p:cNvSpPr txBox="1"/>
          <p:nvPr>
            <p:ph idx="2" type="body"/>
          </p:nvPr>
        </p:nvSpPr>
        <p:spPr>
          <a:xfrm>
            <a:off x="8832692" y="5641323"/>
            <a:ext cx="2891903" cy="2426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06" name="Google Shape;806;p29"/>
          <p:cNvSpPr txBox="1"/>
          <p:nvPr>
            <p:ph idx="3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" name="Google Shape;80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-1534859"/>
            <a:ext cx="12222767" cy="9170744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30"/>
          <p:cNvSpPr txBox="1"/>
          <p:nvPr>
            <p:ph idx="1" type="body"/>
          </p:nvPr>
        </p:nvSpPr>
        <p:spPr>
          <a:xfrm>
            <a:off x="3823710" y="2892513"/>
            <a:ext cx="4394199" cy="1077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10" name="Google Shape;810;p30"/>
          <p:cNvSpPr txBox="1"/>
          <p:nvPr>
            <p:ph idx="2" type="body"/>
          </p:nvPr>
        </p:nvSpPr>
        <p:spPr>
          <a:xfrm>
            <a:off x="3823710" y="4006935"/>
            <a:ext cx="4926617" cy="770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grpSp>
        <p:nvGrpSpPr>
          <p:cNvPr id="811" name="Google Shape;811;p30"/>
          <p:cNvGrpSpPr/>
          <p:nvPr/>
        </p:nvGrpSpPr>
        <p:grpSpPr>
          <a:xfrm>
            <a:off x="5408185" y="441491"/>
            <a:ext cx="1375630" cy="319035"/>
            <a:chOff x="698472" y="661632"/>
            <a:chExt cx="1294862" cy="300303"/>
          </a:xfrm>
        </p:grpSpPr>
        <p:sp>
          <p:nvSpPr>
            <p:cNvPr id="812" name="Google Shape;812;p30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818" name="Google Shape;81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675" y="2709738"/>
            <a:ext cx="1095350" cy="1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-606091"/>
            <a:ext cx="12192000" cy="91476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1" name="Google Shape;821;p31"/>
          <p:cNvGrpSpPr/>
          <p:nvPr/>
        </p:nvGrpSpPr>
        <p:grpSpPr>
          <a:xfrm>
            <a:off x="5408185" y="441491"/>
            <a:ext cx="1375630" cy="319035"/>
            <a:chOff x="698472" y="661632"/>
            <a:chExt cx="1294862" cy="300303"/>
          </a:xfrm>
        </p:grpSpPr>
        <p:sp>
          <p:nvSpPr>
            <p:cNvPr id="822" name="Google Shape;822;p31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23" name="Google Shape;823;p31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24" name="Google Shape;824;p31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25" name="Google Shape;825;p31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26" name="Google Shape;826;p31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27" name="Google Shape;827;p31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828" name="Google Shape;828;p31"/>
          <p:cNvSpPr txBox="1"/>
          <p:nvPr>
            <p:ph idx="1" type="body"/>
          </p:nvPr>
        </p:nvSpPr>
        <p:spPr>
          <a:xfrm>
            <a:off x="3823710" y="2890260"/>
            <a:ext cx="4394199" cy="1077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29" name="Google Shape;829;p31"/>
          <p:cNvSpPr txBox="1"/>
          <p:nvPr>
            <p:ph idx="2" type="body"/>
          </p:nvPr>
        </p:nvSpPr>
        <p:spPr>
          <a:xfrm>
            <a:off x="3823710" y="4004682"/>
            <a:ext cx="4926617" cy="770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830" name="Google Shape;83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675" y="2709738"/>
            <a:ext cx="1095350" cy="1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Custom Layout">
  <p:cSld name="29_Custom Layout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-1583907"/>
            <a:ext cx="12192000" cy="91476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3" name="Google Shape;833;p32"/>
          <p:cNvGrpSpPr/>
          <p:nvPr/>
        </p:nvGrpSpPr>
        <p:grpSpPr>
          <a:xfrm>
            <a:off x="5408185" y="441491"/>
            <a:ext cx="1375630" cy="319035"/>
            <a:chOff x="698472" y="661632"/>
            <a:chExt cx="1294862" cy="300303"/>
          </a:xfrm>
        </p:grpSpPr>
        <p:sp>
          <p:nvSpPr>
            <p:cNvPr id="834" name="Google Shape;834;p32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5" name="Google Shape;835;p32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6" name="Google Shape;836;p32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7" name="Google Shape;837;p32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8" name="Google Shape;838;p32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9" name="Google Shape;839;p32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840" name="Google Shape;840;p32"/>
          <p:cNvSpPr txBox="1"/>
          <p:nvPr>
            <p:ph idx="1" type="body"/>
          </p:nvPr>
        </p:nvSpPr>
        <p:spPr>
          <a:xfrm>
            <a:off x="3799499" y="2957252"/>
            <a:ext cx="4394199" cy="1077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41" name="Google Shape;841;p32"/>
          <p:cNvSpPr txBox="1"/>
          <p:nvPr>
            <p:ph idx="2" type="body"/>
          </p:nvPr>
        </p:nvSpPr>
        <p:spPr>
          <a:xfrm>
            <a:off x="3799499" y="4006359"/>
            <a:ext cx="4926617" cy="770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842" name="Google Shape;84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675" y="2709738"/>
            <a:ext cx="1095350" cy="1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Gallery 1">
  <p:cSld name="Chart Gallery_1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3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845" name="Google Shape;845;p33"/>
          <p:cNvSpPr txBox="1"/>
          <p:nvPr/>
        </p:nvSpPr>
        <p:spPr>
          <a:xfrm>
            <a:off x="8863955" y="5478857"/>
            <a:ext cx="227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ID" sz="1950" u="none" cap="none" strike="noStrike">
                <a:solidFill>
                  <a:srgbClr val="A4A7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3"/>
          <p:cNvSpPr txBox="1"/>
          <p:nvPr>
            <p:ph idx="1" type="body"/>
          </p:nvPr>
        </p:nvSpPr>
        <p:spPr>
          <a:xfrm>
            <a:off x="6375438" y="5594119"/>
            <a:ext cx="33015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A5A5A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47" name="Google Shape;847;p33"/>
          <p:cNvSpPr txBox="1"/>
          <p:nvPr>
            <p:ph idx="2" type="body"/>
          </p:nvPr>
        </p:nvSpPr>
        <p:spPr>
          <a:xfrm>
            <a:off x="737901" y="5749429"/>
            <a:ext cx="3301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A5A5A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48" name="Google Shape;848;p33"/>
          <p:cNvSpPr txBox="1"/>
          <p:nvPr>
            <p:ph idx="3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851" name="Google Shape;851;p3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852" name="Google Shape;852;p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5"/>
          <p:cNvSpPr txBox="1"/>
          <p:nvPr>
            <p:ph idx="10" type="dt"/>
          </p:nvPr>
        </p:nvSpPr>
        <p:spPr>
          <a:xfrm>
            <a:off x="304800" y="4237567"/>
            <a:ext cx="1422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75" spcFirstLastPara="1" rIns="60975" wrap="square" tIns="304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9pPr>
          </a:lstStyle>
          <a:p/>
        </p:txBody>
      </p:sp>
      <p:sp>
        <p:nvSpPr>
          <p:cNvPr id="855" name="Google Shape;855;p35"/>
          <p:cNvSpPr txBox="1"/>
          <p:nvPr>
            <p:ph idx="11" type="ftr"/>
          </p:nvPr>
        </p:nvSpPr>
        <p:spPr>
          <a:xfrm>
            <a:off x="2082800" y="4237567"/>
            <a:ext cx="19305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75" spcFirstLastPara="1" rIns="60975" wrap="square" tIns="304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9pPr>
          </a:lstStyle>
          <a:p/>
        </p:txBody>
      </p:sp>
      <p:sp>
        <p:nvSpPr>
          <p:cNvPr id="856" name="Google Shape;856;p35"/>
          <p:cNvSpPr txBox="1"/>
          <p:nvPr>
            <p:ph idx="12" type="sldNum"/>
          </p:nvPr>
        </p:nvSpPr>
        <p:spPr>
          <a:xfrm>
            <a:off x="451967" y="759917"/>
            <a:ext cx="4488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75" spcFirstLastPara="1" rIns="60975" wrap="square" tIns="304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">
  <p:cSld name="Slide 1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3 references 1">
  <p:cSld name="Template 3 references_1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7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60" name="Google Shape;860;p37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>
              <a:spcBef>
                <a:spcPts val="0"/>
              </a:spcBef>
              <a:buNone/>
              <a:defRPr/>
            </a:lvl1pPr>
            <a:lvl2pPr indent="0" lvl="1" marL="0" rtl="0">
              <a:spcBef>
                <a:spcPts val="0"/>
              </a:spcBef>
              <a:buNone/>
              <a:defRPr/>
            </a:lvl2pPr>
            <a:lvl3pPr indent="0" lvl="2" marL="0" rtl="0">
              <a:spcBef>
                <a:spcPts val="0"/>
              </a:spcBef>
              <a:buNone/>
              <a:defRPr/>
            </a:lvl3pPr>
            <a:lvl4pPr indent="0" lvl="3" marL="0" rtl="0">
              <a:spcBef>
                <a:spcPts val="0"/>
              </a:spcBef>
              <a:buNone/>
              <a:defRPr/>
            </a:lvl4pPr>
            <a:lvl5pPr indent="0" lvl="4" marL="0" rtl="0">
              <a:spcBef>
                <a:spcPts val="0"/>
              </a:spcBef>
              <a:buNone/>
              <a:defRPr/>
            </a:lvl5pPr>
            <a:lvl6pPr indent="0" lvl="5" marL="0" rtl="0">
              <a:spcBef>
                <a:spcPts val="0"/>
              </a:spcBef>
              <a:buNone/>
              <a:defRPr/>
            </a:lvl6pPr>
            <a:lvl7pPr indent="0" lvl="6" marL="0" rtl="0">
              <a:spcBef>
                <a:spcPts val="0"/>
              </a:spcBef>
              <a:buNone/>
              <a:defRPr/>
            </a:lvl7pPr>
            <a:lvl8pPr indent="0" lvl="7" marL="0" rtl="0">
              <a:spcBef>
                <a:spcPts val="0"/>
              </a:spcBef>
              <a:buNone/>
              <a:defRPr/>
            </a:lvl8pPr>
            <a:lvl9pPr indent="0" lvl="8" marL="0" rt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861" name="Google Shape;861;p37"/>
          <p:cNvSpPr txBox="1"/>
          <p:nvPr>
            <p:ph idx="2" type="body"/>
          </p:nvPr>
        </p:nvSpPr>
        <p:spPr>
          <a:xfrm>
            <a:off x="593311" y="1495125"/>
            <a:ext cx="10886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62" name="Google Shape;862;p37"/>
          <p:cNvSpPr txBox="1"/>
          <p:nvPr>
            <p:ph idx="3" type="body"/>
          </p:nvPr>
        </p:nvSpPr>
        <p:spPr>
          <a:xfrm>
            <a:off x="593332" y="1935338"/>
            <a:ext cx="4518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63" name="Google Shape;863;p37"/>
          <p:cNvSpPr txBox="1"/>
          <p:nvPr>
            <p:ph idx="4" type="body"/>
          </p:nvPr>
        </p:nvSpPr>
        <p:spPr>
          <a:xfrm>
            <a:off x="593332" y="4261368"/>
            <a:ext cx="34452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64" name="Google Shape;864;p37"/>
          <p:cNvSpPr txBox="1"/>
          <p:nvPr>
            <p:ph idx="5" type="body"/>
          </p:nvPr>
        </p:nvSpPr>
        <p:spPr>
          <a:xfrm>
            <a:off x="593332" y="3527855"/>
            <a:ext cx="34452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65" name="Google Shape;865;p37"/>
          <p:cNvSpPr txBox="1"/>
          <p:nvPr>
            <p:ph idx="6" type="body"/>
          </p:nvPr>
        </p:nvSpPr>
        <p:spPr>
          <a:xfrm>
            <a:off x="4283374" y="4261368"/>
            <a:ext cx="34452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66" name="Google Shape;866;p37"/>
          <p:cNvSpPr txBox="1"/>
          <p:nvPr>
            <p:ph idx="7" type="body"/>
          </p:nvPr>
        </p:nvSpPr>
        <p:spPr>
          <a:xfrm>
            <a:off x="4283374" y="3527855"/>
            <a:ext cx="34452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67" name="Google Shape;867;p37"/>
          <p:cNvSpPr txBox="1"/>
          <p:nvPr>
            <p:ph idx="8" type="body"/>
          </p:nvPr>
        </p:nvSpPr>
        <p:spPr>
          <a:xfrm>
            <a:off x="8034132" y="4261368"/>
            <a:ext cx="34452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68" name="Google Shape;868;p37"/>
          <p:cNvSpPr txBox="1"/>
          <p:nvPr>
            <p:ph idx="9" type="body"/>
          </p:nvPr>
        </p:nvSpPr>
        <p:spPr>
          <a:xfrm>
            <a:off x="8034132" y="3527855"/>
            <a:ext cx="34452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69" name="Google Shape;869;p37"/>
          <p:cNvSpPr txBox="1"/>
          <p:nvPr>
            <p:ph idx="13" type="body"/>
          </p:nvPr>
        </p:nvSpPr>
        <p:spPr>
          <a:xfrm>
            <a:off x="593332" y="6138835"/>
            <a:ext cx="16512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70" name="Google Shape;870;p37"/>
          <p:cNvSpPr txBox="1"/>
          <p:nvPr>
            <p:ph idx="14" type="body"/>
          </p:nvPr>
        </p:nvSpPr>
        <p:spPr>
          <a:xfrm>
            <a:off x="4283374" y="6137311"/>
            <a:ext cx="16512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71" name="Google Shape;871;p37"/>
          <p:cNvSpPr txBox="1"/>
          <p:nvPr>
            <p:ph idx="15" type="body"/>
          </p:nvPr>
        </p:nvSpPr>
        <p:spPr>
          <a:xfrm>
            <a:off x="8034131" y="6137312"/>
            <a:ext cx="16512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gallery 2 3">
  <p:cSld name="chart gallery 2_3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8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>
              <a:spcBef>
                <a:spcPts val="0"/>
              </a:spcBef>
              <a:buNone/>
              <a:defRPr/>
            </a:lvl1pPr>
            <a:lvl2pPr indent="0" lvl="1" marL="0" rtl="0">
              <a:spcBef>
                <a:spcPts val="0"/>
              </a:spcBef>
              <a:buNone/>
              <a:defRPr/>
            </a:lvl2pPr>
            <a:lvl3pPr indent="0" lvl="2" marL="0" rtl="0">
              <a:spcBef>
                <a:spcPts val="0"/>
              </a:spcBef>
              <a:buNone/>
              <a:defRPr/>
            </a:lvl3pPr>
            <a:lvl4pPr indent="0" lvl="3" marL="0" rtl="0">
              <a:spcBef>
                <a:spcPts val="0"/>
              </a:spcBef>
              <a:buNone/>
              <a:defRPr/>
            </a:lvl4pPr>
            <a:lvl5pPr indent="0" lvl="4" marL="0" rtl="0">
              <a:spcBef>
                <a:spcPts val="0"/>
              </a:spcBef>
              <a:buNone/>
              <a:defRPr/>
            </a:lvl5pPr>
            <a:lvl6pPr indent="0" lvl="5" marL="0" rtl="0">
              <a:spcBef>
                <a:spcPts val="0"/>
              </a:spcBef>
              <a:buNone/>
              <a:defRPr/>
            </a:lvl6pPr>
            <a:lvl7pPr indent="0" lvl="6" marL="0" rtl="0">
              <a:spcBef>
                <a:spcPts val="0"/>
              </a:spcBef>
              <a:buNone/>
              <a:defRPr/>
            </a:lvl7pPr>
            <a:lvl8pPr indent="0" lvl="7" marL="0" rtl="0">
              <a:spcBef>
                <a:spcPts val="0"/>
              </a:spcBef>
              <a:buNone/>
              <a:defRPr/>
            </a:lvl8pPr>
            <a:lvl9pPr indent="0" lvl="8" marL="0" rt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874" name="Google Shape;874;p38"/>
          <p:cNvSpPr txBox="1"/>
          <p:nvPr>
            <p:ph idx="1" type="body"/>
          </p:nvPr>
        </p:nvSpPr>
        <p:spPr>
          <a:xfrm>
            <a:off x="691681" y="5701922"/>
            <a:ext cx="3301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75" name="Google Shape;875;p38"/>
          <p:cNvSpPr txBox="1"/>
          <p:nvPr>
            <p:ph idx="2" type="body"/>
          </p:nvPr>
        </p:nvSpPr>
        <p:spPr>
          <a:xfrm>
            <a:off x="8832692" y="5641323"/>
            <a:ext cx="28920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76" name="Google Shape;876;p38"/>
          <p:cNvSpPr txBox="1"/>
          <p:nvPr>
            <p:ph idx="3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oogle Shape;888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40"/>
          <p:cNvSpPr txBox="1"/>
          <p:nvPr/>
        </p:nvSpPr>
        <p:spPr>
          <a:xfrm>
            <a:off x="2332496" y="3533659"/>
            <a:ext cx="81504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us Jakarta Sans SemiBold"/>
              <a:buNone/>
            </a:pPr>
            <a:r>
              <a:t/>
            </a:r>
            <a:endParaRPr sz="4400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grpSp>
        <p:nvGrpSpPr>
          <p:cNvPr id="890" name="Google Shape;890;p40"/>
          <p:cNvGrpSpPr/>
          <p:nvPr/>
        </p:nvGrpSpPr>
        <p:grpSpPr>
          <a:xfrm>
            <a:off x="5408202" y="441506"/>
            <a:ext cx="1375661" cy="319042"/>
            <a:chOff x="698472" y="661632"/>
            <a:chExt cx="1294862" cy="300303"/>
          </a:xfrm>
        </p:grpSpPr>
        <p:sp>
          <p:nvSpPr>
            <p:cNvPr id="891" name="Google Shape;891;p40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92" name="Google Shape;892;p40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93" name="Google Shape;893;p40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94" name="Google Shape;894;p40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95" name="Google Shape;895;p40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96" name="Google Shape;896;p40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897" name="Google Shape;897;p40"/>
          <p:cNvSpPr txBox="1"/>
          <p:nvPr>
            <p:ph idx="1" type="body"/>
          </p:nvPr>
        </p:nvSpPr>
        <p:spPr>
          <a:xfrm>
            <a:off x="3993529" y="3994334"/>
            <a:ext cx="41307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898" name="Google Shape;89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150" y="3079925"/>
            <a:ext cx="4017227" cy="746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0850" y="2747650"/>
            <a:ext cx="1095350" cy="1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chapter">
  <p:cSld name="Template chapter">
    <p:bg>
      <p:bgPr>
        <a:solidFill>
          <a:schemeClr val="lt1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02" name="Google Shape;902;p41"/>
          <p:cNvSpPr txBox="1"/>
          <p:nvPr>
            <p:ph idx="1" type="body"/>
          </p:nvPr>
        </p:nvSpPr>
        <p:spPr>
          <a:xfrm>
            <a:off x="9208671" y="2013443"/>
            <a:ext cx="2743200" cy="22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D47"/>
              </a:buClr>
              <a:buSzPts val="20000"/>
              <a:buFont typeface="Arial"/>
              <a:buNone/>
              <a:defRPr b="0" i="0" sz="20000" u="none" cap="none" strike="noStrike">
                <a:solidFill>
                  <a:srgbClr val="062D47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03" name="Google Shape;903;p41"/>
          <p:cNvSpPr txBox="1"/>
          <p:nvPr>
            <p:ph idx="2" type="body"/>
          </p:nvPr>
        </p:nvSpPr>
        <p:spPr>
          <a:xfrm>
            <a:off x="6556513" y="5244273"/>
            <a:ext cx="506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grpSp>
        <p:nvGrpSpPr>
          <p:cNvPr id="904" name="Google Shape;904;p41"/>
          <p:cNvGrpSpPr/>
          <p:nvPr/>
        </p:nvGrpSpPr>
        <p:grpSpPr>
          <a:xfrm>
            <a:off x="676909" y="682346"/>
            <a:ext cx="5465333" cy="5465270"/>
            <a:chOff x="676909" y="682346"/>
            <a:chExt cx="5465333" cy="5465270"/>
          </a:xfrm>
        </p:grpSpPr>
        <p:sp>
          <p:nvSpPr>
            <p:cNvPr id="905" name="Google Shape;905;p41"/>
            <p:cNvSpPr/>
            <p:nvPr/>
          </p:nvSpPr>
          <p:spPr>
            <a:xfrm>
              <a:off x="4316228" y="2501878"/>
              <a:ext cx="1826014" cy="1826014"/>
            </a:xfrm>
            <a:custGeom>
              <a:rect b="b" l="l" r="r" t="t"/>
              <a:pathLst>
                <a:path extrusionOk="0" h="1826014" w="1826014">
                  <a:moveTo>
                    <a:pt x="913008" y="3305"/>
                  </a:moveTo>
                  <a:lnTo>
                    <a:pt x="913008" y="6482"/>
                  </a:lnTo>
                  <a:cubicBezTo>
                    <a:pt x="1413773" y="6482"/>
                    <a:pt x="1819723" y="412432"/>
                    <a:pt x="1819723" y="913198"/>
                  </a:cubicBezTo>
                  <a:cubicBezTo>
                    <a:pt x="1819723" y="1413963"/>
                    <a:pt x="1413773" y="1819914"/>
                    <a:pt x="913008" y="1819914"/>
                  </a:cubicBezTo>
                  <a:cubicBezTo>
                    <a:pt x="412242" y="1819914"/>
                    <a:pt x="6292" y="1413963"/>
                    <a:pt x="6292" y="913198"/>
                  </a:cubicBezTo>
                  <a:cubicBezTo>
                    <a:pt x="6292" y="672659"/>
                    <a:pt x="101869" y="441976"/>
                    <a:pt x="271990" y="271926"/>
                  </a:cubicBezTo>
                  <a:cubicBezTo>
                    <a:pt x="441805" y="101621"/>
                    <a:pt x="672506" y="6044"/>
                    <a:pt x="913008" y="6355"/>
                  </a:cubicBezTo>
                  <a:lnTo>
                    <a:pt x="913008" y="0"/>
                  </a:lnTo>
                  <a:cubicBezTo>
                    <a:pt x="408766" y="0"/>
                    <a:pt x="0" y="408766"/>
                    <a:pt x="0" y="913007"/>
                  </a:cubicBezTo>
                  <a:cubicBezTo>
                    <a:pt x="0" y="1417249"/>
                    <a:pt x="408766" y="1826014"/>
                    <a:pt x="913008" y="1826014"/>
                  </a:cubicBezTo>
                  <a:cubicBezTo>
                    <a:pt x="1417223" y="1826014"/>
                    <a:pt x="1825983" y="1417287"/>
                    <a:pt x="1826015" y="913071"/>
                  </a:cubicBezTo>
                  <a:cubicBezTo>
                    <a:pt x="1826015" y="408829"/>
                    <a:pt x="1417249" y="64"/>
                    <a:pt x="913008" y="64"/>
                  </a:cubicBezTo>
                  <a:lnTo>
                    <a:pt x="913008" y="3305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06" name="Google Shape;906;p41"/>
            <p:cNvSpPr/>
            <p:nvPr/>
          </p:nvSpPr>
          <p:spPr>
            <a:xfrm>
              <a:off x="2496632" y="682346"/>
              <a:ext cx="1826014" cy="1826141"/>
            </a:xfrm>
            <a:custGeom>
              <a:rect b="b" l="l" r="r" t="t"/>
              <a:pathLst>
                <a:path extrusionOk="0" h="1826141" w="1826014">
                  <a:moveTo>
                    <a:pt x="913007" y="3241"/>
                  </a:moveTo>
                  <a:lnTo>
                    <a:pt x="913007" y="6482"/>
                  </a:lnTo>
                  <a:cubicBezTo>
                    <a:pt x="1413703" y="6476"/>
                    <a:pt x="1819603" y="412363"/>
                    <a:pt x="1819609" y="913058"/>
                  </a:cubicBezTo>
                  <a:cubicBezTo>
                    <a:pt x="1819615" y="1413754"/>
                    <a:pt x="1413722" y="1819653"/>
                    <a:pt x="913026" y="1819660"/>
                  </a:cubicBezTo>
                  <a:cubicBezTo>
                    <a:pt x="412331" y="1819666"/>
                    <a:pt x="6438" y="1413779"/>
                    <a:pt x="6431" y="913083"/>
                  </a:cubicBezTo>
                  <a:cubicBezTo>
                    <a:pt x="6425" y="672621"/>
                    <a:pt x="101952" y="442014"/>
                    <a:pt x="271989" y="271989"/>
                  </a:cubicBezTo>
                  <a:cubicBezTo>
                    <a:pt x="441818" y="101716"/>
                    <a:pt x="672519" y="6162"/>
                    <a:pt x="913007" y="6482"/>
                  </a:cubicBezTo>
                  <a:lnTo>
                    <a:pt x="913007" y="127"/>
                  </a:lnTo>
                  <a:cubicBezTo>
                    <a:pt x="408766" y="127"/>
                    <a:pt x="0" y="408893"/>
                    <a:pt x="0" y="913134"/>
                  </a:cubicBezTo>
                  <a:cubicBezTo>
                    <a:pt x="0" y="1417376"/>
                    <a:pt x="408766" y="1826141"/>
                    <a:pt x="913007" y="1826141"/>
                  </a:cubicBezTo>
                  <a:cubicBezTo>
                    <a:pt x="1417249" y="1826141"/>
                    <a:pt x="1826014" y="1417376"/>
                    <a:pt x="1826014" y="913134"/>
                  </a:cubicBezTo>
                  <a:cubicBezTo>
                    <a:pt x="1826014" y="913090"/>
                    <a:pt x="1826014" y="913052"/>
                    <a:pt x="1826014" y="913007"/>
                  </a:cubicBezTo>
                  <a:cubicBezTo>
                    <a:pt x="1826014" y="408766"/>
                    <a:pt x="1417249" y="0"/>
                    <a:pt x="913007" y="0"/>
                  </a:cubicBezTo>
                  <a:lnTo>
                    <a:pt x="913007" y="3241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07" name="Google Shape;907;p41"/>
            <p:cNvSpPr/>
            <p:nvPr/>
          </p:nvSpPr>
          <p:spPr>
            <a:xfrm>
              <a:off x="676909" y="682346"/>
              <a:ext cx="1826141" cy="1826268"/>
            </a:xfrm>
            <a:custGeom>
              <a:rect b="b" l="l" r="r" t="t"/>
              <a:pathLst>
                <a:path extrusionOk="0" h="1826268" w="1826141">
                  <a:moveTo>
                    <a:pt x="913134" y="3241"/>
                  </a:moveTo>
                  <a:lnTo>
                    <a:pt x="913134" y="6482"/>
                  </a:lnTo>
                  <a:cubicBezTo>
                    <a:pt x="1413830" y="6476"/>
                    <a:pt x="1819729" y="412363"/>
                    <a:pt x="1819736" y="913058"/>
                  </a:cubicBezTo>
                  <a:cubicBezTo>
                    <a:pt x="1819742" y="1413754"/>
                    <a:pt x="1413849" y="1819653"/>
                    <a:pt x="913153" y="1819660"/>
                  </a:cubicBezTo>
                  <a:cubicBezTo>
                    <a:pt x="412458" y="1819666"/>
                    <a:pt x="6562" y="1413779"/>
                    <a:pt x="6556" y="913083"/>
                  </a:cubicBezTo>
                  <a:cubicBezTo>
                    <a:pt x="6553" y="672621"/>
                    <a:pt x="102079" y="442014"/>
                    <a:pt x="272116" y="271989"/>
                  </a:cubicBezTo>
                  <a:cubicBezTo>
                    <a:pt x="441945" y="101716"/>
                    <a:pt x="672646" y="6162"/>
                    <a:pt x="913134" y="6482"/>
                  </a:cubicBezTo>
                  <a:lnTo>
                    <a:pt x="913134" y="127"/>
                  </a:lnTo>
                  <a:cubicBezTo>
                    <a:pt x="408861" y="92"/>
                    <a:pt x="35" y="408861"/>
                    <a:pt x="0" y="913134"/>
                  </a:cubicBezTo>
                  <a:cubicBezTo>
                    <a:pt x="-35" y="1417408"/>
                    <a:pt x="408734" y="1826230"/>
                    <a:pt x="913007" y="1826268"/>
                  </a:cubicBezTo>
                  <a:cubicBezTo>
                    <a:pt x="1417281" y="1826307"/>
                    <a:pt x="1826104" y="1417535"/>
                    <a:pt x="1826142" y="913261"/>
                  </a:cubicBezTo>
                  <a:cubicBezTo>
                    <a:pt x="1826142" y="913179"/>
                    <a:pt x="1826142" y="913090"/>
                    <a:pt x="1826142" y="913007"/>
                  </a:cubicBezTo>
                  <a:cubicBezTo>
                    <a:pt x="1826142" y="408766"/>
                    <a:pt x="1417376" y="0"/>
                    <a:pt x="913134" y="0"/>
                  </a:cubicBezTo>
                  <a:lnTo>
                    <a:pt x="913134" y="3241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08" name="Google Shape;908;p41"/>
            <p:cNvSpPr/>
            <p:nvPr/>
          </p:nvSpPr>
          <p:spPr>
            <a:xfrm>
              <a:off x="4316228" y="4321538"/>
              <a:ext cx="1826014" cy="1826078"/>
            </a:xfrm>
            <a:custGeom>
              <a:rect b="b" l="l" r="r" t="t"/>
              <a:pathLst>
                <a:path extrusionOk="0" h="1826078" w="1826014">
                  <a:moveTo>
                    <a:pt x="913008" y="3241"/>
                  </a:moveTo>
                  <a:lnTo>
                    <a:pt x="913008" y="6419"/>
                  </a:lnTo>
                  <a:cubicBezTo>
                    <a:pt x="1413773" y="6349"/>
                    <a:pt x="1819780" y="412242"/>
                    <a:pt x="1819851" y="913007"/>
                  </a:cubicBezTo>
                  <a:cubicBezTo>
                    <a:pt x="1819920" y="1413773"/>
                    <a:pt x="1414027" y="1819780"/>
                    <a:pt x="913262" y="1819850"/>
                  </a:cubicBezTo>
                  <a:cubicBezTo>
                    <a:pt x="412496" y="1819920"/>
                    <a:pt x="6489" y="1414027"/>
                    <a:pt x="6419" y="913262"/>
                  </a:cubicBezTo>
                  <a:cubicBezTo>
                    <a:pt x="6387" y="672741"/>
                    <a:pt x="101914" y="442065"/>
                    <a:pt x="271990" y="271989"/>
                  </a:cubicBezTo>
                  <a:cubicBezTo>
                    <a:pt x="441805" y="101685"/>
                    <a:pt x="672506" y="6107"/>
                    <a:pt x="913008" y="6419"/>
                  </a:cubicBezTo>
                  <a:lnTo>
                    <a:pt x="913008" y="64"/>
                  </a:lnTo>
                  <a:cubicBezTo>
                    <a:pt x="408766" y="64"/>
                    <a:pt x="0" y="408829"/>
                    <a:pt x="0" y="913071"/>
                  </a:cubicBezTo>
                  <a:cubicBezTo>
                    <a:pt x="0" y="1417313"/>
                    <a:pt x="408766" y="1826078"/>
                    <a:pt x="913008" y="1826078"/>
                  </a:cubicBezTo>
                  <a:cubicBezTo>
                    <a:pt x="1417249" y="1826078"/>
                    <a:pt x="1826015" y="1417313"/>
                    <a:pt x="1826015" y="913071"/>
                  </a:cubicBezTo>
                  <a:cubicBezTo>
                    <a:pt x="1826015" y="913052"/>
                    <a:pt x="1826015" y="913026"/>
                    <a:pt x="1826015" y="913007"/>
                  </a:cubicBezTo>
                  <a:cubicBezTo>
                    <a:pt x="1826015" y="408766"/>
                    <a:pt x="1417249" y="0"/>
                    <a:pt x="913008" y="0"/>
                  </a:cubicBezTo>
                  <a:lnTo>
                    <a:pt x="913008" y="3241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09" name="Google Shape;909;p41"/>
            <p:cNvSpPr/>
            <p:nvPr/>
          </p:nvSpPr>
          <p:spPr>
            <a:xfrm>
              <a:off x="680277" y="43247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1" y="407279"/>
                    <a:pt x="1819660" y="909766"/>
                  </a:cubicBezTo>
                  <a:cubicBezTo>
                    <a:pt x="1819698" y="1412254"/>
                    <a:pt x="1412381" y="1819621"/>
                    <a:pt x="909893" y="1819660"/>
                  </a:cubicBezTo>
                  <a:cubicBezTo>
                    <a:pt x="407406" y="1819691"/>
                    <a:pt x="35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0" name="Google Shape;910;p41"/>
            <p:cNvSpPr/>
            <p:nvPr/>
          </p:nvSpPr>
          <p:spPr>
            <a:xfrm>
              <a:off x="677036" y="4321538"/>
              <a:ext cx="1826014" cy="1826078"/>
            </a:xfrm>
            <a:custGeom>
              <a:rect b="b" l="l" r="r" t="t"/>
              <a:pathLst>
                <a:path extrusionOk="0" h="1826078" w="1826014">
                  <a:moveTo>
                    <a:pt x="913007" y="3241"/>
                  </a:moveTo>
                  <a:lnTo>
                    <a:pt x="913007" y="6419"/>
                  </a:lnTo>
                  <a:cubicBezTo>
                    <a:pt x="1413773" y="6349"/>
                    <a:pt x="1819780" y="412242"/>
                    <a:pt x="1819850" y="913007"/>
                  </a:cubicBezTo>
                  <a:cubicBezTo>
                    <a:pt x="1819920" y="1413773"/>
                    <a:pt x="1414027" y="1819780"/>
                    <a:pt x="913261" y="1819850"/>
                  </a:cubicBezTo>
                  <a:cubicBezTo>
                    <a:pt x="412496" y="1819920"/>
                    <a:pt x="6488" y="1414027"/>
                    <a:pt x="6418" y="913262"/>
                  </a:cubicBezTo>
                  <a:cubicBezTo>
                    <a:pt x="6385" y="672741"/>
                    <a:pt x="101913" y="442065"/>
                    <a:pt x="271989" y="271989"/>
                  </a:cubicBezTo>
                  <a:cubicBezTo>
                    <a:pt x="441811" y="101697"/>
                    <a:pt x="672513" y="6126"/>
                    <a:pt x="913007" y="6419"/>
                  </a:cubicBezTo>
                  <a:lnTo>
                    <a:pt x="913007" y="64"/>
                  </a:lnTo>
                  <a:cubicBezTo>
                    <a:pt x="408766" y="64"/>
                    <a:pt x="0" y="408829"/>
                    <a:pt x="0" y="913071"/>
                  </a:cubicBezTo>
                  <a:cubicBezTo>
                    <a:pt x="0" y="1417313"/>
                    <a:pt x="408766" y="1826078"/>
                    <a:pt x="913007" y="1826078"/>
                  </a:cubicBezTo>
                  <a:cubicBezTo>
                    <a:pt x="1417249" y="1826078"/>
                    <a:pt x="1826014" y="1417313"/>
                    <a:pt x="1826014" y="913071"/>
                  </a:cubicBezTo>
                  <a:cubicBezTo>
                    <a:pt x="1826014" y="913052"/>
                    <a:pt x="1826014" y="913026"/>
                    <a:pt x="1826014" y="913007"/>
                  </a:cubicBezTo>
                  <a:cubicBezTo>
                    <a:pt x="1826014" y="408766"/>
                    <a:pt x="1417249" y="0"/>
                    <a:pt x="913007" y="0"/>
                  </a:cubicBezTo>
                  <a:lnTo>
                    <a:pt x="913007" y="3241"/>
                  </a:lnTo>
                  <a:close/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1" name="Google Shape;911;p41"/>
            <p:cNvSpPr/>
            <p:nvPr/>
          </p:nvSpPr>
          <p:spPr>
            <a:xfrm>
              <a:off x="4316609" y="3360297"/>
              <a:ext cx="2542" cy="76894"/>
            </a:xfrm>
            <a:custGeom>
              <a:rect b="b" l="l" r="r" t="t"/>
              <a:pathLst>
                <a:path extrusionOk="0" h="76894" w="2542">
                  <a:moveTo>
                    <a:pt x="1207" y="0"/>
                  </a:moveTo>
                  <a:cubicBezTo>
                    <a:pt x="699" y="8960"/>
                    <a:pt x="318" y="17984"/>
                    <a:pt x="0" y="27008"/>
                  </a:cubicBezTo>
                  <a:cubicBezTo>
                    <a:pt x="1316" y="43448"/>
                    <a:pt x="2161" y="60073"/>
                    <a:pt x="2542" y="76894"/>
                  </a:cubicBezTo>
                  <a:cubicBezTo>
                    <a:pt x="2542" y="69459"/>
                    <a:pt x="2542" y="62087"/>
                    <a:pt x="2542" y="54652"/>
                  </a:cubicBezTo>
                  <a:cubicBezTo>
                    <a:pt x="2542" y="36350"/>
                    <a:pt x="1970" y="18048"/>
                    <a:pt x="890" y="0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2" name="Google Shape;912;p41"/>
            <p:cNvSpPr/>
            <p:nvPr/>
          </p:nvSpPr>
          <p:spPr>
            <a:xfrm>
              <a:off x="3355051" y="2505183"/>
              <a:ext cx="109177" cy="3177"/>
            </a:xfrm>
            <a:custGeom>
              <a:rect b="b" l="l" r="r" t="t"/>
              <a:pathLst>
                <a:path extrusionOk="0" h="3177" w="109177">
                  <a:moveTo>
                    <a:pt x="54588" y="0"/>
                  </a:moveTo>
                  <a:cubicBezTo>
                    <a:pt x="36204" y="0"/>
                    <a:pt x="18003" y="527"/>
                    <a:pt x="0" y="1589"/>
                  </a:cubicBezTo>
                  <a:cubicBezTo>
                    <a:pt x="18048" y="2650"/>
                    <a:pt x="36242" y="3177"/>
                    <a:pt x="54588" y="3177"/>
                  </a:cubicBezTo>
                  <a:cubicBezTo>
                    <a:pt x="72935" y="3177"/>
                    <a:pt x="91129" y="2650"/>
                    <a:pt x="109177" y="1589"/>
                  </a:cubicBezTo>
                  <a:cubicBezTo>
                    <a:pt x="91129" y="527"/>
                    <a:pt x="72935" y="0"/>
                    <a:pt x="54588" y="0"/>
                  </a:cubicBezTo>
                  <a:close/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3" name="Google Shape;913;p41"/>
            <p:cNvSpPr/>
            <p:nvPr/>
          </p:nvSpPr>
          <p:spPr>
            <a:xfrm>
              <a:off x="4316228" y="3387305"/>
              <a:ext cx="2859" cy="94306"/>
            </a:xfrm>
            <a:custGeom>
              <a:rect b="b" l="l" r="r" t="t"/>
              <a:pathLst>
                <a:path extrusionOk="0" h="94306" w="2859">
                  <a:moveTo>
                    <a:pt x="381" y="0"/>
                  </a:moveTo>
                  <a:cubicBezTo>
                    <a:pt x="127" y="9151"/>
                    <a:pt x="0" y="18366"/>
                    <a:pt x="0" y="27644"/>
                  </a:cubicBezTo>
                  <a:cubicBezTo>
                    <a:pt x="0" y="31901"/>
                    <a:pt x="0" y="36096"/>
                    <a:pt x="0" y="40354"/>
                  </a:cubicBezTo>
                  <a:cubicBezTo>
                    <a:pt x="1481" y="58230"/>
                    <a:pt x="2434" y="76214"/>
                    <a:pt x="2860" y="94307"/>
                  </a:cubicBezTo>
                  <a:cubicBezTo>
                    <a:pt x="2860" y="86935"/>
                    <a:pt x="2860" y="79500"/>
                    <a:pt x="2860" y="72128"/>
                  </a:cubicBezTo>
                  <a:cubicBezTo>
                    <a:pt x="2860" y="64756"/>
                    <a:pt x="2860" y="57321"/>
                    <a:pt x="2860" y="49950"/>
                  </a:cubicBezTo>
                  <a:cubicBezTo>
                    <a:pt x="2479" y="33001"/>
                    <a:pt x="1633" y="16377"/>
                    <a:pt x="318" y="63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4" name="Google Shape;914;p41"/>
            <p:cNvSpPr/>
            <p:nvPr/>
          </p:nvSpPr>
          <p:spPr>
            <a:xfrm>
              <a:off x="4316291" y="3427532"/>
              <a:ext cx="3050" cy="63612"/>
            </a:xfrm>
            <a:custGeom>
              <a:rect b="b" l="l" r="r" t="t"/>
              <a:pathLst>
                <a:path extrusionOk="0" h="63612" w="3050">
                  <a:moveTo>
                    <a:pt x="0" y="64"/>
                  </a:moveTo>
                  <a:cubicBezTo>
                    <a:pt x="318" y="21480"/>
                    <a:pt x="1335" y="42641"/>
                    <a:pt x="3051" y="63613"/>
                  </a:cubicBezTo>
                  <a:cubicBezTo>
                    <a:pt x="3051" y="60371"/>
                    <a:pt x="3051" y="57258"/>
                    <a:pt x="3051" y="53953"/>
                  </a:cubicBezTo>
                  <a:cubicBezTo>
                    <a:pt x="2587" y="35861"/>
                    <a:pt x="1633" y="17876"/>
                    <a:pt x="191" y="0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5" name="Google Shape;915;p41"/>
            <p:cNvSpPr/>
            <p:nvPr/>
          </p:nvSpPr>
          <p:spPr>
            <a:xfrm>
              <a:off x="2499937" y="5158286"/>
              <a:ext cx="6354" cy="9723"/>
            </a:xfrm>
            <a:custGeom>
              <a:rect b="b" l="l" r="r" t="t"/>
              <a:pathLst>
                <a:path extrusionOk="0" h="9723" w="6354">
                  <a:moveTo>
                    <a:pt x="0" y="0"/>
                  </a:moveTo>
                  <a:cubicBezTo>
                    <a:pt x="0" y="3241"/>
                    <a:pt x="0" y="6355"/>
                    <a:pt x="0" y="9723"/>
                  </a:cubicBezTo>
                  <a:cubicBezTo>
                    <a:pt x="0" y="7817"/>
                    <a:pt x="0" y="5974"/>
                    <a:pt x="0" y="4131"/>
                  </a:cubicBezTo>
                  <a:cubicBezTo>
                    <a:pt x="0" y="2288"/>
                    <a:pt x="0" y="1398"/>
                    <a:pt x="0" y="0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6" name="Google Shape;916;p41"/>
            <p:cNvSpPr/>
            <p:nvPr/>
          </p:nvSpPr>
          <p:spPr>
            <a:xfrm>
              <a:off x="4319342" y="5158350"/>
              <a:ext cx="6354" cy="9659"/>
            </a:xfrm>
            <a:custGeom>
              <a:rect b="b" l="l" r="r" t="t"/>
              <a:pathLst>
                <a:path extrusionOk="0" h="9659" w="6354">
                  <a:moveTo>
                    <a:pt x="0" y="0"/>
                  </a:moveTo>
                  <a:cubicBezTo>
                    <a:pt x="0" y="1398"/>
                    <a:pt x="0" y="2733"/>
                    <a:pt x="0" y="4131"/>
                  </a:cubicBezTo>
                  <a:cubicBezTo>
                    <a:pt x="0" y="5529"/>
                    <a:pt x="0" y="7817"/>
                    <a:pt x="0" y="9660"/>
                  </a:cubicBezTo>
                  <a:cubicBezTo>
                    <a:pt x="0" y="6419"/>
                    <a:pt x="0" y="3305"/>
                    <a:pt x="0" y="0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7" name="Google Shape;917;p41"/>
            <p:cNvSpPr/>
            <p:nvPr/>
          </p:nvSpPr>
          <p:spPr>
            <a:xfrm>
              <a:off x="4316228" y="5162481"/>
              <a:ext cx="3177" cy="99708"/>
            </a:xfrm>
            <a:custGeom>
              <a:rect b="b" l="l" r="r" t="t"/>
              <a:pathLst>
                <a:path extrusionOk="0" h="99708" w="3177">
                  <a:moveTo>
                    <a:pt x="2796" y="0"/>
                  </a:moveTo>
                  <a:cubicBezTo>
                    <a:pt x="953" y="23767"/>
                    <a:pt x="0" y="47852"/>
                    <a:pt x="0" y="72064"/>
                  </a:cubicBezTo>
                  <a:cubicBezTo>
                    <a:pt x="0" y="81279"/>
                    <a:pt x="0" y="90557"/>
                    <a:pt x="381" y="99708"/>
                  </a:cubicBezTo>
                  <a:cubicBezTo>
                    <a:pt x="2288" y="75941"/>
                    <a:pt x="3177" y="51919"/>
                    <a:pt x="3177" y="27707"/>
                  </a:cubicBezTo>
                  <a:cubicBezTo>
                    <a:pt x="3177" y="20272"/>
                    <a:pt x="3177" y="12900"/>
                    <a:pt x="3177" y="5529"/>
                  </a:cubicBezTo>
                  <a:cubicBezTo>
                    <a:pt x="3177" y="3686"/>
                    <a:pt x="3177" y="1843"/>
                    <a:pt x="3177" y="0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8" name="Google Shape;918;p41"/>
            <p:cNvSpPr/>
            <p:nvPr/>
          </p:nvSpPr>
          <p:spPr>
            <a:xfrm>
              <a:off x="2500254" y="5162417"/>
              <a:ext cx="3177" cy="99835"/>
            </a:xfrm>
            <a:custGeom>
              <a:rect b="b" l="l" r="r" t="t"/>
              <a:pathLst>
                <a:path extrusionOk="0" h="99835" w="3177">
                  <a:moveTo>
                    <a:pt x="0" y="0"/>
                  </a:moveTo>
                  <a:cubicBezTo>
                    <a:pt x="0" y="1843"/>
                    <a:pt x="0" y="3686"/>
                    <a:pt x="0" y="5592"/>
                  </a:cubicBezTo>
                  <a:cubicBezTo>
                    <a:pt x="0" y="12964"/>
                    <a:pt x="0" y="20336"/>
                    <a:pt x="0" y="27771"/>
                  </a:cubicBezTo>
                  <a:cubicBezTo>
                    <a:pt x="0" y="51983"/>
                    <a:pt x="890" y="76068"/>
                    <a:pt x="2796" y="99835"/>
                  </a:cubicBezTo>
                  <a:cubicBezTo>
                    <a:pt x="2796" y="90621"/>
                    <a:pt x="3177" y="81406"/>
                    <a:pt x="3177" y="72128"/>
                  </a:cubicBezTo>
                  <a:cubicBezTo>
                    <a:pt x="3177" y="47853"/>
                    <a:pt x="2224" y="23767"/>
                    <a:pt x="381" y="0"/>
                  </a:cubicBezTo>
                </a:path>
              </a:pathLst>
            </a:custGeom>
            <a:solidFill>
              <a:srgbClr val="396C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9" name="Google Shape;919;p41"/>
            <p:cNvSpPr/>
            <p:nvPr/>
          </p:nvSpPr>
          <p:spPr>
            <a:xfrm>
              <a:off x="2499873" y="25273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20" name="Google Shape;920;p41"/>
            <p:cNvSpPr/>
            <p:nvPr/>
          </p:nvSpPr>
          <p:spPr>
            <a:xfrm>
              <a:off x="2499873" y="253632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21" name="Google Shape;921;p41"/>
            <p:cNvSpPr/>
            <p:nvPr/>
          </p:nvSpPr>
          <p:spPr>
            <a:xfrm>
              <a:off x="2499873" y="2545028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412" y="1819532"/>
                    <a:pt x="140" y="1412368"/>
                    <a:pt x="0" y="910020"/>
                  </a:cubicBezTo>
                  <a:cubicBezTo>
                    <a:pt x="-140" y="407571"/>
                    <a:pt x="407063" y="140"/>
                    <a:pt x="909512" y="0"/>
                  </a:cubicBezTo>
                  <a:cubicBezTo>
                    <a:pt x="909595" y="0"/>
                    <a:pt x="909684" y="0"/>
                    <a:pt x="909766" y="0"/>
                  </a:cubicBezTo>
                </a:path>
              </a:pathLst>
            </a:custGeom>
            <a:solidFill>
              <a:srgbClr val="E9EA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22" name="Google Shape;922;p41"/>
            <p:cNvSpPr/>
            <p:nvPr/>
          </p:nvSpPr>
          <p:spPr>
            <a:xfrm>
              <a:off x="2499873" y="25541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E8E9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23" name="Google Shape;923;p41"/>
            <p:cNvSpPr/>
            <p:nvPr/>
          </p:nvSpPr>
          <p:spPr>
            <a:xfrm>
              <a:off x="2499873" y="256314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30"/>
                    <a:pt x="0" y="909766"/>
                    <a:pt x="0" y="909703"/>
                  </a:cubicBezTo>
                  <a:cubicBezTo>
                    <a:pt x="70" y="407291"/>
                    <a:pt x="407355" y="38"/>
                    <a:pt x="909766" y="0"/>
                  </a:cubicBezTo>
                </a:path>
              </a:pathLst>
            </a:custGeom>
            <a:solidFill>
              <a:srgbClr val="E7E9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24" name="Google Shape;924;p41"/>
            <p:cNvSpPr/>
            <p:nvPr/>
          </p:nvSpPr>
          <p:spPr>
            <a:xfrm>
              <a:off x="2499873" y="257210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E6E8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25" name="Google Shape;925;p41"/>
            <p:cNvSpPr/>
            <p:nvPr/>
          </p:nvSpPr>
          <p:spPr>
            <a:xfrm>
              <a:off x="2499873" y="258099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E5E7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26" name="Google Shape;926;p41"/>
            <p:cNvSpPr/>
            <p:nvPr/>
          </p:nvSpPr>
          <p:spPr>
            <a:xfrm>
              <a:off x="2499873" y="258995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E4E7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27" name="Google Shape;927;p41"/>
            <p:cNvSpPr/>
            <p:nvPr/>
          </p:nvSpPr>
          <p:spPr>
            <a:xfrm>
              <a:off x="2499873" y="259891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7"/>
                    <a:pt x="38" y="1412381"/>
                    <a:pt x="0" y="909893"/>
                  </a:cubicBezTo>
                  <a:cubicBezTo>
                    <a:pt x="0" y="909849"/>
                    <a:pt x="0" y="909810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E3E6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28" name="Google Shape;928;p41"/>
            <p:cNvSpPr/>
            <p:nvPr/>
          </p:nvSpPr>
          <p:spPr>
            <a:xfrm>
              <a:off x="2499873" y="2607878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E2E5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29" name="Google Shape;929;p41"/>
            <p:cNvSpPr/>
            <p:nvPr/>
          </p:nvSpPr>
          <p:spPr>
            <a:xfrm>
              <a:off x="2499873" y="261677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E1E5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0" name="Google Shape;930;p41"/>
            <p:cNvSpPr/>
            <p:nvPr/>
          </p:nvSpPr>
          <p:spPr>
            <a:xfrm>
              <a:off x="2499873" y="262573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E0E4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1" name="Google Shape;931;p41"/>
            <p:cNvSpPr/>
            <p:nvPr/>
          </p:nvSpPr>
          <p:spPr>
            <a:xfrm>
              <a:off x="2499873" y="263469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DFE4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2" name="Google Shape;932;p41"/>
            <p:cNvSpPr/>
            <p:nvPr/>
          </p:nvSpPr>
          <p:spPr>
            <a:xfrm>
              <a:off x="2499873" y="264359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DEE3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3" name="Google Shape;933;p41"/>
            <p:cNvSpPr/>
            <p:nvPr/>
          </p:nvSpPr>
          <p:spPr>
            <a:xfrm>
              <a:off x="2499873" y="265255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7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DDE2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4" name="Google Shape;934;p41"/>
            <p:cNvSpPr/>
            <p:nvPr/>
          </p:nvSpPr>
          <p:spPr>
            <a:xfrm>
              <a:off x="2499873" y="266151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DCE2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5" name="Google Shape;935;p41"/>
            <p:cNvSpPr/>
            <p:nvPr/>
          </p:nvSpPr>
          <p:spPr>
            <a:xfrm>
              <a:off x="2499873" y="2670474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DBE1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6" name="Google Shape;936;p41"/>
            <p:cNvSpPr/>
            <p:nvPr/>
          </p:nvSpPr>
          <p:spPr>
            <a:xfrm>
              <a:off x="2499873" y="267937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DAE1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7" name="Google Shape;937;p41"/>
            <p:cNvSpPr/>
            <p:nvPr/>
          </p:nvSpPr>
          <p:spPr>
            <a:xfrm>
              <a:off x="2499873" y="268833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D9E0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8" name="Google Shape;938;p41"/>
            <p:cNvSpPr/>
            <p:nvPr/>
          </p:nvSpPr>
          <p:spPr>
            <a:xfrm>
              <a:off x="2499873" y="269754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60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66"/>
                    <a:pt x="0" y="909639"/>
                    <a:pt x="0" y="909512"/>
                  </a:cubicBezTo>
                  <a:cubicBezTo>
                    <a:pt x="140" y="407164"/>
                    <a:pt x="407418" y="0"/>
                    <a:pt x="909766" y="0"/>
                  </a:cubicBezTo>
                </a:path>
              </a:pathLst>
            </a:custGeom>
            <a:solidFill>
              <a:srgbClr val="D8DF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9" name="Google Shape;939;p41"/>
            <p:cNvSpPr/>
            <p:nvPr/>
          </p:nvSpPr>
          <p:spPr>
            <a:xfrm>
              <a:off x="2499873" y="270618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D7DF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0" name="Google Shape;940;p41"/>
            <p:cNvSpPr/>
            <p:nvPr/>
          </p:nvSpPr>
          <p:spPr>
            <a:xfrm>
              <a:off x="2499873" y="271514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D6DE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1" name="Google Shape;941;p41"/>
            <p:cNvSpPr/>
            <p:nvPr/>
          </p:nvSpPr>
          <p:spPr>
            <a:xfrm>
              <a:off x="2499873" y="272410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D5D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2" name="Google Shape;942;p41"/>
            <p:cNvSpPr/>
            <p:nvPr/>
          </p:nvSpPr>
          <p:spPr>
            <a:xfrm>
              <a:off x="2499873" y="2733069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D4D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3" name="Google Shape;943;p41"/>
            <p:cNvSpPr/>
            <p:nvPr/>
          </p:nvSpPr>
          <p:spPr>
            <a:xfrm>
              <a:off x="2499873" y="274203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D3DC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4" name="Google Shape;944;p41"/>
            <p:cNvSpPr/>
            <p:nvPr/>
          </p:nvSpPr>
          <p:spPr>
            <a:xfrm>
              <a:off x="2499873" y="275092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D2DC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5" name="Google Shape;945;p41"/>
            <p:cNvSpPr/>
            <p:nvPr/>
          </p:nvSpPr>
          <p:spPr>
            <a:xfrm>
              <a:off x="2499873" y="275988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4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108" y="407507"/>
                    <a:pt x="407126" y="108"/>
                    <a:pt x="909575" y="0"/>
                  </a:cubicBezTo>
                  <a:cubicBezTo>
                    <a:pt x="909639" y="0"/>
                    <a:pt x="909703" y="0"/>
                    <a:pt x="909766" y="0"/>
                  </a:cubicBezTo>
                </a:path>
              </a:pathLst>
            </a:custGeom>
            <a:solidFill>
              <a:srgbClr val="D1DB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6" name="Google Shape;946;p41"/>
            <p:cNvSpPr/>
            <p:nvPr/>
          </p:nvSpPr>
          <p:spPr>
            <a:xfrm>
              <a:off x="2499873" y="276878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D0DA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7" name="Google Shape;947;p41"/>
            <p:cNvSpPr/>
            <p:nvPr/>
          </p:nvSpPr>
          <p:spPr>
            <a:xfrm>
              <a:off x="2499873" y="277774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CFDA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2499873" y="278651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70" y="407469"/>
                    <a:pt x="407215" y="70"/>
                    <a:pt x="909703" y="0"/>
                  </a:cubicBezTo>
                  <a:cubicBezTo>
                    <a:pt x="909722" y="0"/>
                    <a:pt x="909747" y="0"/>
                    <a:pt x="909766" y="0"/>
                  </a:cubicBezTo>
                </a:path>
              </a:pathLst>
            </a:custGeom>
            <a:solidFill>
              <a:srgbClr val="CED9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2499873" y="2795665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CDD8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0" name="Google Shape;950;p41"/>
            <p:cNvSpPr/>
            <p:nvPr/>
          </p:nvSpPr>
          <p:spPr>
            <a:xfrm>
              <a:off x="2499873" y="28045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CCD8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1" name="Google Shape;951;p41"/>
            <p:cNvSpPr/>
            <p:nvPr/>
          </p:nvSpPr>
          <p:spPr>
            <a:xfrm>
              <a:off x="2499873" y="281352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CBD7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2" name="Google Shape;952;p41"/>
            <p:cNvSpPr/>
            <p:nvPr/>
          </p:nvSpPr>
          <p:spPr>
            <a:xfrm>
              <a:off x="2499873" y="282248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CAD7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2499873" y="28313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C9D6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2499873" y="284034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C8D5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2499873" y="284930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66"/>
                    <a:pt x="0" y="909639"/>
                    <a:pt x="0" y="909512"/>
                  </a:cubicBezTo>
                  <a:cubicBezTo>
                    <a:pt x="178" y="407177"/>
                    <a:pt x="407431" y="38"/>
                    <a:pt x="909766" y="0"/>
                  </a:cubicBezTo>
                </a:path>
              </a:pathLst>
            </a:custGeom>
            <a:solidFill>
              <a:srgbClr val="C7D5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2499873" y="2858261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C6D4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2499873" y="286715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C5D4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2499873" y="287611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C4D3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9" name="Google Shape;959;p41"/>
            <p:cNvSpPr/>
            <p:nvPr/>
          </p:nvSpPr>
          <p:spPr>
            <a:xfrm>
              <a:off x="2499873" y="288507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C3D2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60" name="Google Shape;960;p41"/>
            <p:cNvSpPr/>
            <p:nvPr/>
          </p:nvSpPr>
          <p:spPr>
            <a:xfrm>
              <a:off x="2499873" y="289397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C2D2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61" name="Google Shape;961;p41"/>
            <p:cNvSpPr/>
            <p:nvPr/>
          </p:nvSpPr>
          <p:spPr>
            <a:xfrm>
              <a:off x="2499873" y="290293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C1D1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62" name="Google Shape;962;p41"/>
            <p:cNvSpPr/>
            <p:nvPr/>
          </p:nvSpPr>
          <p:spPr>
            <a:xfrm>
              <a:off x="2499873" y="291189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7"/>
                    <a:pt x="38" y="1412381"/>
                    <a:pt x="0" y="909893"/>
                  </a:cubicBezTo>
                  <a:cubicBezTo>
                    <a:pt x="0" y="909849"/>
                    <a:pt x="0" y="909810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C0D0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63" name="Google Shape;963;p41"/>
            <p:cNvSpPr/>
            <p:nvPr/>
          </p:nvSpPr>
          <p:spPr>
            <a:xfrm>
              <a:off x="2499873" y="2920856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BFD0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64" name="Google Shape;964;p41"/>
            <p:cNvSpPr/>
            <p:nvPr/>
          </p:nvSpPr>
          <p:spPr>
            <a:xfrm>
              <a:off x="2499873" y="292975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BEC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65" name="Google Shape;965;p41"/>
            <p:cNvSpPr/>
            <p:nvPr/>
          </p:nvSpPr>
          <p:spPr>
            <a:xfrm>
              <a:off x="2499873" y="293903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60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47"/>
                    <a:pt x="0" y="909595"/>
                    <a:pt x="0" y="909448"/>
                  </a:cubicBezTo>
                  <a:cubicBezTo>
                    <a:pt x="210" y="407139"/>
                    <a:pt x="407457" y="32"/>
                    <a:pt x="909766" y="0"/>
                  </a:cubicBezTo>
                </a:path>
              </a:pathLst>
            </a:custGeom>
            <a:solidFill>
              <a:srgbClr val="BDCF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66" name="Google Shape;966;p41"/>
            <p:cNvSpPr/>
            <p:nvPr/>
          </p:nvSpPr>
          <p:spPr>
            <a:xfrm>
              <a:off x="2499873" y="294767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BCCE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67" name="Google Shape;967;p41"/>
            <p:cNvSpPr/>
            <p:nvPr/>
          </p:nvSpPr>
          <p:spPr>
            <a:xfrm>
              <a:off x="2499873" y="295657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BBCD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68" name="Google Shape;968;p41"/>
            <p:cNvSpPr/>
            <p:nvPr/>
          </p:nvSpPr>
          <p:spPr>
            <a:xfrm>
              <a:off x="2499873" y="296553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7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BACD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69" name="Google Shape;969;p41"/>
            <p:cNvSpPr/>
            <p:nvPr/>
          </p:nvSpPr>
          <p:spPr>
            <a:xfrm>
              <a:off x="2499873" y="297449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B9CC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70" name="Google Shape;970;p41"/>
            <p:cNvSpPr/>
            <p:nvPr/>
          </p:nvSpPr>
          <p:spPr>
            <a:xfrm>
              <a:off x="2499873" y="2983516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909747"/>
                    <a:pt x="0" y="909722"/>
                    <a:pt x="0" y="909703"/>
                  </a:cubicBezTo>
                  <a:cubicBezTo>
                    <a:pt x="38" y="407279"/>
                    <a:pt x="407342" y="0"/>
                    <a:pt x="909766" y="0"/>
                  </a:cubicBezTo>
                </a:path>
              </a:pathLst>
            </a:custGeom>
            <a:solidFill>
              <a:srgbClr val="B8CC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71" name="Google Shape;971;p41"/>
            <p:cNvSpPr/>
            <p:nvPr/>
          </p:nvSpPr>
          <p:spPr>
            <a:xfrm>
              <a:off x="2499873" y="299234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B7CB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72" name="Google Shape;972;p41"/>
            <p:cNvSpPr/>
            <p:nvPr/>
          </p:nvSpPr>
          <p:spPr>
            <a:xfrm>
              <a:off x="2499873" y="300130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4" y="1819660"/>
                  </a:cubicBezTo>
                  <a:cubicBezTo>
                    <a:pt x="407457" y="1819691"/>
                    <a:pt x="108" y="1412457"/>
                    <a:pt x="0" y="910020"/>
                  </a:cubicBezTo>
                  <a:cubicBezTo>
                    <a:pt x="-108" y="407533"/>
                    <a:pt x="407152" y="102"/>
                    <a:pt x="909639" y="0"/>
                  </a:cubicBezTo>
                  <a:cubicBezTo>
                    <a:pt x="909684" y="0"/>
                    <a:pt x="909722" y="0"/>
                    <a:pt x="909766" y="0"/>
                  </a:cubicBezTo>
                </a:path>
              </a:pathLst>
            </a:custGeom>
            <a:solidFill>
              <a:srgbClr val="B6CA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73" name="Google Shape;973;p41"/>
            <p:cNvSpPr/>
            <p:nvPr/>
          </p:nvSpPr>
          <p:spPr>
            <a:xfrm>
              <a:off x="2499873" y="301027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B5CA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74" name="Google Shape;974;p41"/>
            <p:cNvSpPr/>
            <p:nvPr/>
          </p:nvSpPr>
          <p:spPr>
            <a:xfrm>
              <a:off x="2499873" y="301916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B4C9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75" name="Google Shape;975;p41"/>
            <p:cNvSpPr/>
            <p:nvPr/>
          </p:nvSpPr>
          <p:spPr>
            <a:xfrm>
              <a:off x="2499873" y="302800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70" y="407469"/>
                    <a:pt x="407215" y="70"/>
                    <a:pt x="909703" y="0"/>
                  </a:cubicBezTo>
                  <a:cubicBezTo>
                    <a:pt x="909722" y="0"/>
                    <a:pt x="909747" y="0"/>
                    <a:pt x="909766" y="0"/>
                  </a:cubicBezTo>
                </a:path>
              </a:pathLst>
            </a:custGeom>
            <a:solidFill>
              <a:srgbClr val="B3C8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76" name="Google Shape;976;p41"/>
            <p:cNvSpPr/>
            <p:nvPr/>
          </p:nvSpPr>
          <p:spPr>
            <a:xfrm>
              <a:off x="2499873" y="303708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B2C8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77" name="Google Shape;977;p41"/>
            <p:cNvSpPr/>
            <p:nvPr/>
          </p:nvSpPr>
          <p:spPr>
            <a:xfrm>
              <a:off x="2499873" y="3046048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B1C7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78" name="Google Shape;978;p41"/>
            <p:cNvSpPr/>
            <p:nvPr/>
          </p:nvSpPr>
          <p:spPr>
            <a:xfrm>
              <a:off x="2499873" y="305494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B0C7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79" name="Google Shape;979;p41"/>
            <p:cNvSpPr/>
            <p:nvPr/>
          </p:nvSpPr>
          <p:spPr>
            <a:xfrm>
              <a:off x="2499873" y="306390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AFC6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80" name="Google Shape;980;p41"/>
            <p:cNvSpPr/>
            <p:nvPr/>
          </p:nvSpPr>
          <p:spPr>
            <a:xfrm>
              <a:off x="2499873" y="307286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AEC5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81" name="Google Shape;981;p41"/>
            <p:cNvSpPr/>
            <p:nvPr/>
          </p:nvSpPr>
          <p:spPr>
            <a:xfrm>
              <a:off x="2499873" y="30817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ADC5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82" name="Google Shape;982;p41"/>
            <p:cNvSpPr/>
            <p:nvPr/>
          </p:nvSpPr>
          <p:spPr>
            <a:xfrm>
              <a:off x="2499873" y="309072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60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85"/>
                    <a:pt x="0" y="909684"/>
                    <a:pt x="0" y="909576"/>
                  </a:cubicBezTo>
                  <a:cubicBezTo>
                    <a:pt x="140" y="407215"/>
                    <a:pt x="407406" y="38"/>
                    <a:pt x="909766" y="0"/>
                  </a:cubicBezTo>
                </a:path>
              </a:pathLst>
            </a:custGeom>
            <a:solidFill>
              <a:srgbClr val="ACC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83" name="Google Shape;983;p41"/>
            <p:cNvSpPr/>
            <p:nvPr/>
          </p:nvSpPr>
          <p:spPr>
            <a:xfrm>
              <a:off x="2499873" y="309968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ABC4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84" name="Google Shape;984;p41"/>
            <p:cNvSpPr/>
            <p:nvPr/>
          </p:nvSpPr>
          <p:spPr>
            <a:xfrm>
              <a:off x="2499873" y="3108643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AAC3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85" name="Google Shape;985;p41"/>
            <p:cNvSpPr/>
            <p:nvPr/>
          </p:nvSpPr>
          <p:spPr>
            <a:xfrm>
              <a:off x="2499873" y="311754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A9C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86" name="Google Shape;986;p41"/>
            <p:cNvSpPr/>
            <p:nvPr/>
          </p:nvSpPr>
          <p:spPr>
            <a:xfrm>
              <a:off x="2499873" y="312650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A8C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87" name="Google Shape;987;p41"/>
            <p:cNvSpPr/>
            <p:nvPr/>
          </p:nvSpPr>
          <p:spPr>
            <a:xfrm>
              <a:off x="2499873" y="313546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A7C1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88" name="Google Shape;988;p41"/>
            <p:cNvSpPr/>
            <p:nvPr/>
          </p:nvSpPr>
          <p:spPr>
            <a:xfrm>
              <a:off x="2499873" y="314435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A6C0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89" name="Google Shape;989;p41"/>
            <p:cNvSpPr/>
            <p:nvPr/>
          </p:nvSpPr>
          <p:spPr>
            <a:xfrm>
              <a:off x="2499873" y="315331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A5C0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90" name="Google Shape;990;p41"/>
            <p:cNvSpPr/>
            <p:nvPr/>
          </p:nvSpPr>
          <p:spPr>
            <a:xfrm>
              <a:off x="2499873" y="31622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A4B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91" name="Google Shape;991;p41"/>
            <p:cNvSpPr/>
            <p:nvPr/>
          </p:nvSpPr>
          <p:spPr>
            <a:xfrm>
              <a:off x="2499873" y="3171239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A3B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92" name="Google Shape;992;p41"/>
            <p:cNvSpPr/>
            <p:nvPr/>
          </p:nvSpPr>
          <p:spPr>
            <a:xfrm>
              <a:off x="2499873" y="318013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A2BE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93" name="Google Shape;993;p41"/>
            <p:cNvSpPr/>
            <p:nvPr/>
          </p:nvSpPr>
          <p:spPr>
            <a:xfrm>
              <a:off x="2499873" y="318909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A1BD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94" name="Google Shape;994;p41"/>
            <p:cNvSpPr/>
            <p:nvPr/>
          </p:nvSpPr>
          <p:spPr>
            <a:xfrm>
              <a:off x="2499873" y="319805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A0BD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95" name="Google Shape;995;p41"/>
            <p:cNvSpPr/>
            <p:nvPr/>
          </p:nvSpPr>
          <p:spPr>
            <a:xfrm>
              <a:off x="2499873" y="320695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9FBC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96" name="Google Shape;996;p41"/>
            <p:cNvSpPr/>
            <p:nvPr/>
          </p:nvSpPr>
          <p:spPr>
            <a:xfrm>
              <a:off x="2499873" y="321591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9EBB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97" name="Google Shape;997;p41"/>
            <p:cNvSpPr/>
            <p:nvPr/>
          </p:nvSpPr>
          <p:spPr>
            <a:xfrm>
              <a:off x="2499873" y="322500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11"/>
                    <a:pt x="0" y="909722"/>
                    <a:pt x="0" y="909639"/>
                  </a:cubicBezTo>
                  <a:cubicBezTo>
                    <a:pt x="108" y="407253"/>
                    <a:pt x="407380" y="38"/>
                    <a:pt x="909766" y="0"/>
                  </a:cubicBezTo>
                </a:path>
              </a:pathLst>
            </a:custGeom>
            <a:solidFill>
              <a:srgbClr val="9DBB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98" name="Google Shape;998;p41"/>
            <p:cNvSpPr/>
            <p:nvPr/>
          </p:nvSpPr>
          <p:spPr>
            <a:xfrm>
              <a:off x="2499873" y="3233835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9CBA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2499873" y="324273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4" y="1819659"/>
                  </a:cubicBezTo>
                  <a:cubicBezTo>
                    <a:pt x="407482" y="1819691"/>
                    <a:pt x="140" y="1412495"/>
                    <a:pt x="0" y="910084"/>
                  </a:cubicBezTo>
                  <a:cubicBezTo>
                    <a:pt x="-140" y="407596"/>
                    <a:pt x="407088" y="140"/>
                    <a:pt x="909575" y="0"/>
                  </a:cubicBezTo>
                  <a:cubicBezTo>
                    <a:pt x="909639" y="0"/>
                    <a:pt x="909703" y="0"/>
                    <a:pt x="909766" y="0"/>
                  </a:cubicBezTo>
                </a:path>
              </a:pathLst>
            </a:custGeom>
            <a:solidFill>
              <a:srgbClr val="9BBA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00" name="Google Shape;1000;p41"/>
            <p:cNvSpPr/>
            <p:nvPr/>
          </p:nvSpPr>
          <p:spPr>
            <a:xfrm>
              <a:off x="2499873" y="325169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9AB9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01" name="Google Shape;1001;p41"/>
            <p:cNvSpPr/>
            <p:nvPr/>
          </p:nvSpPr>
          <p:spPr>
            <a:xfrm>
              <a:off x="2499873" y="326065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99B8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02" name="Google Shape;1002;p41"/>
            <p:cNvSpPr/>
            <p:nvPr/>
          </p:nvSpPr>
          <p:spPr>
            <a:xfrm>
              <a:off x="2499873" y="326948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-32" y="407406"/>
                    <a:pt x="407279" y="38"/>
                    <a:pt x="909766" y="0"/>
                  </a:cubicBezTo>
                </a:path>
              </a:pathLst>
            </a:custGeom>
            <a:solidFill>
              <a:srgbClr val="98B8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03" name="Google Shape;1003;p41"/>
            <p:cNvSpPr/>
            <p:nvPr/>
          </p:nvSpPr>
          <p:spPr>
            <a:xfrm>
              <a:off x="2499873" y="327851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8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7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97B7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04" name="Google Shape;1004;p41"/>
            <p:cNvSpPr/>
            <p:nvPr/>
          </p:nvSpPr>
          <p:spPr>
            <a:xfrm>
              <a:off x="2499873" y="328747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96B7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05" name="Google Shape;1005;p41"/>
            <p:cNvSpPr/>
            <p:nvPr/>
          </p:nvSpPr>
          <p:spPr>
            <a:xfrm>
              <a:off x="2499873" y="3296430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95B6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06" name="Google Shape;1006;p41"/>
            <p:cNvSpPr/>
            <p:nvPr/>
          </p:nvSpPr>
          <p:spPr>
            <a:xfrm>
              <a:off x="2499873" y="330532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94B5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07" name="Google Shape;1007;p41"/>
            <p:cNvSpPr/>
            <p:nvPr/>
          </p:nvSpPr>
          <p:spPr>
            <a:xfrm>
              <a:off x="2499873" y="331428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93B5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08" name="Google Shape;1008;p41"/>
            <p:cNvSpPr/>
            <p:nvPr/>
          </p:nvSpPr>
          <p:spPr>
            <a:xfrm>
              <a:off x="2499873" y="332324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92B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09" name="Google Shape;1009;p41"/>
            <p:cNvSpPr/>
            <p:nvPr/>
          </p:nvSpPr>
          <p:spPr>
            <a:xfrm>
              <a:off x="2499873" y="333214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11"/>
                    <a:pt x="0" y="909722"/>
                    <a:pt x="0" y="909639"/>
                  </a:cubicBezTo>
                  <a:cubicBezTo>
                    <a:pt x="108" y="407253"/>
                    <a:pt x="407380" y="38"/>
                    <a:pt x="909766" y="0"/>
                  </a:cubicBezTo>
                </a:path>
              </a:pathLst>
            </a:custGeom>
            <a:solidFill>
              <a:srgbClr val="91B3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0" name="Google Shape;1010;p41"/>
            <p:cNvSpPr/>
            <p:nvPr/>
          </p:nvSpPr>
          <p:spPr>
            <a:xfrm>
              <a:off x="2499873" y="334110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8"/>
                    <a:pt x="909766" y="0"/>
                  </a:cubicBezTo>
                </a:path>
              </a:pathLst>
            </a:custGeom>
            <a:solidFill>
              <a:srgbClr val="90B3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1" name="Google Shape;1011;p41"/>
            <p:cNvSpPr/>
            <p:nvPr/>
          </p:nvSpPr>
          <p:spPr>
            <a:xfrm>
              <a:off x="2499873" y="335006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8FB2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2" name="Google Shape;1012;p41"/>
            <p:cNvSpPr/>
            <p:nvPr/>
          </p:nvSpPr>
          <p:spPr>
            <a:xfrm>
              <a:off x="2499873" y="3359026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8EB2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3" name="Google Shape;1013;p41"/>
            <p:cNvSpPr/>
            <p:nvPr/>
          </p:nvSpPr>
          <p:spPr>
            <a:xfrm>
              <a:off x="2499873" y="336792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8DB1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4" name="Google Shape;1014;p41"/>
            <p:cNvSpPr/>
            <p:nvPr/>
          </p:nvSpPr>
          <p:spPr>
            <a:xfrm>
              <a:off x="2499873" y="337688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8"/>
                    <a:pt x="909766" y="0"/>
                  </a:cubicBezTo>
                </a:path>
              </a:pathLst>
            </a:custGeom>
            <a:solidFill>
              <a:srgbClr val="8CB0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5" name="Google Shape;1015;p41"/>
            <p:cNvSpPr/>
            <p:nvPr/>
          </p:nvSpPr>
          <p:spPr>
            <a:xfrm>
              <a:off x="2499873" y="338584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8BB0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6" name="Google Shape;1016;p41"/>
            <p:cNvSpPr/>
            <p:nvPr/>
          </p:nvSpPr>
          <p:spPr>
            <a:xfrm>
              <a:off x="2499873" y="339474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8AAF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7" name="Google Shape;1017;p41"/>
            <p:cNvSpPr/>
            <p:nvPr/>
          </p:nvSpPr>
          <p:spPr>
            <a:xfrm>
              <a:off x="2499873" y="340370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89AF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8" name="Google Shape;1018;p41"/>
            <p:cNvSpPr/>
            <p:nvPr/>
          </p:nvSpPr>
          <p:spPr>
            <a:xfrm>
              <a:off x="2499873" y="34126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7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88AE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19" name="Google Shape;1019;p41"/>
            <p:cNvSpPr/>
            <p:nvPr/>
          </p:nvSpPr>
          <p:spPr>
            <a:xfrm>
              <a:off x="2499873" y="3421622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87AD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20" name="Google Shape;1020;p41"/>
            <p:cNvSpPr/>
            <p:nvPr/>
          </p:nvSpPr>
          <p:spPr>
            <a:xfrm>
              <a:off x="2499873" y="343051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86AD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21" name="Google Shape;1021;p41"/>
            <p:cNvSpPr/>
            <p:nvPr/>
          </p:nvSpPr>
          <p:spPr>
            <a:xfrm>
              <a:off x="2499873" y="34394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85AC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22" name="Google Shape;1022;p41"/>
            <p:cNvSpPr/>
            <p:nvPr/>
          </p:nvSpPr>
          <p:spPr>
            <a:xfrm>
              <a:off x="2499873" y="344843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84AB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23" name="Google Shape;1023;p41"/>
            <p:cNvSpPr/>
            <p:nvPr/>
          </p:nvSpPr>
          <p:spPr>
            <a:xfrm>
              <a:off x="2499873" y="345733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83AB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24" name="Google Shape;1024;p41"/>
            <p:cNvSpPr/>
            <p:nvPr/>
          </p:nvSpPr>
          <p:spPr>
            <a:xfrm>
              <a:off x="2499873" y="346648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11"/>
                    <a:pt x="0" y="909722"/>
                    <a:pt x="0" y="909639"/>
                  </a:cubicBezTo>
                  <a:cubicBezTo>
                    <a:pt x="108" y="407253"/>
                    <a:pt x="407380" y="38"/>
                    <a:pt x="909766" y="0"/>
                  </a:cubicBezTo>
                </a:path>
              </a:pathLst>
            </a:custGeom>
            <a:solidFill>
              <a:srgbClr val="82AA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25" name="Google Shape;1025;p41"/>
            <p:cNvSpPr/>
            <p:nvPr/>
          </p:nvSpPr>
          <p:spPr>
            <a:xfrm>
              <a:off x="2499873" y="347525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81AA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26" name="Google Shape;1026;p41"/>
            <p:cNvSpPr/>
            <p:nvPr/>
          </p:nvSpPr>
          <p:spPr>
            <a:xfrm>
              <a:off x="2499873" y="3484217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438" y="1819532"/>
                    <a:pt x="178" y="1412413"/>
                    <a:pt x="0" y="910084"/>
                  </a:cubicBezTo>
                  <a:cubicBezTo>
                    <a:pt x="-178" y="407635"/>
                    <a:pt x="406999" y="178"/>
                    <a:pt x="909449" y="0"/>
                  </a:cubicBezTo>
                  <a:cubicBezTo>
                    <a:pt x="909556" y="0"/>
                    <a:pt x="909658" y="0"/>
                    <a:pt x="909766" y="0"/>
                  </a:cubicBezTo>
                </a:path>
              </a:pathLst>
            </a:custGeom>
            <a:solidFill>
              <a:srgbClr val="80A9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27" name="Google Shape;1027;p41"/>
            <p:cNvSpPr/>
            <p:nvPr/>
          </p:nvSpPr>
          <p:spPr>
            <a:xfrm>
              <a:off x="2499873" y="349311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7FA8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28" name="Google Shape;1028;p41"/>
            <p:cNvSpPr/>
            <p:nvPr/>
          </p:nvSpPr>
          <p:spPr>
            <a:xfrm>
              <a:off x="2499873" y="350207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7EA8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29" name="Google Shape;1029;p41"/>
            <p:cNvSpPr/>
            <p:nvPr/>
          </p:nvSpPr>
          <p:spPr>
            <a:xfrm>
              <a:off x="2499873" y="351097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-32" y="407380"/>
                    <a:pt x="407253" y="32"/>
                    <a:pt x="909703" y="0"/>
                  </a:cubicBezTo>
                  <a:cubicBezTo>
                    <a:pt x="909722" y="0"/>
                    <a:pt x="909747" y="0"/>
                    <a:pt x="909766" y="0"/>
                  </a:cubicBezTo>
                </a:path>
              </a:pathLst>
            </a:custGeom>
            <a:solidFill>
              <a:srgbClr val="7DA7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0" name="Google Shape;1030;p41"/>
            <p:cNvSpPr/>
            <p:nvPr/>
          </p:nvSpPr>
          <p:spPr>
            <a:xfrm>
              <a:off x="2499873" y="351993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7CA7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1" name="Google Shape;1031;p41"/>
            <p:cNvSpPr/>
            <p:nvPr/>
          </p:nvSpPr>
          <p:spPr>
            <a:xfrm>
              <a:off x="2499873" y="352889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-32" y="407406"/>
                    <a:pt x="407279" y="38"/>
                    <a:pt x="909766" y="0"/>
                  </a:cubicBezTo>
                </a:path>
              </a:pathLst>
            </a:custGeom>
            <a:solidFill>
              <a:srgbClr val="7BA6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2" name="Google Shape;1032;p41"/>
            <p:cNvSpPr/>
            <p:nvPr/>
          </p:nvSpPr>
          <p:spPr>
            <a:xfrm>
              <a:off x="2499873" y="353785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7AA5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3" name="Google Shape;1033;p41"/>
            <p:cNvSpPr/>
            <p:nvPr/>
          </p:nvSpPr>
          <p:spPr>
            <a:xfrm>
              <a:off x="2499873" y="3546813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79A5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4" name="Google Shape;1034;p41"/>
            <p:cNvSpPr/>
            <p:nvPr/>
          </p:nvSpPr>
          <p:spPr>
            <a:xfrm>
              <a:off x="2499873" y="355545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4" y="1819660"/>
                  </a:cubicBezTo>
                  <a:cubicBezTo>
                    <a:pt x="407482" y="1819698"/>
                    <a:pt x="140" y="1412495"/>
                    <a:pt x="0" y="910084"/>
                  </a:cubicBezTo>
                  <a:cubicBezTo>
                    <a:pt x="-140" y="407596"/>
                    <a:pt x="407088" y="140"/>
                    <a:pt x="909575" y="0"/>
                  </a:cubicBezTo>
                  <a:cubicBezTo>
                    <a:pt x="909639" y="0"/>
                    <a:pt x="909703" y="0"/>
                    <a:pt x="909766" y="0"/>
                  </a:cubicBezTo>
                </a:path>
              </a:pathLst>
            </a:custGeom>
            <a:solidFill>
              <a:srgbClr val="78A4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5" name="Google Shape;1035;p41"/>
            <p:cNvSpPr/>
            <p:nvPr/>
          </p:nvSpPr>
          <p:spPr>
            <a:xfrm>
              <a:off x="2499873" y="356467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77A3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6" name="Google Shape;1036;p41"/>
            <p:cNvSpPr/>
            <p:nvPr/>
          </p:nvSpPr>
          <p:spPr>
            <a:xfrm>
              <a:off x="2499873" y="357363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11"/>
                    <a:pt x="0" y="909722"/>
                    <a:pt x="0" y="909639"/>
                  </a:cubicBezTo>
                  <a:cubicBezTo>
                    <a:pt x="70" y="407241"/>
                    <a:pt x="407368" y="0"/>
                    <a:pt x="909766" y="0"/>
                  </a:cubicBezTo>
                </a:path>
              </a:pathLst>
            </a:custGeom>
            <a:solidFill>
              <a:srgbClr val="76A3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7" name="Google Shape;1037;p41"/>
            <p:cNvSpPr/>
            <p:nvPr/>
          </p:nvSpPr>
          <p:spPr>
            <a:xfrm>
              <a:off x="2499873" y="358252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75A2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8" name="Google Shape;1038;p41"/>
            <p:cNvSpPr/>
            <p:nvPr/>
          </p:nvSpPr>
          <p:spPr>
            <a:xfrm>
              <a:off x="2499873" y="359148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74A2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9" name="Google Shape;1039;p41"/>
            <p:cNvSpPr/>
            <p:nvPr/>
          </p:nvSpPr>
          <p:spPr>
            <a:xfrm>
              <a:off x="2499873" y="360044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73A1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40" name="Google Shape;1040;p41"/>
            <p:cNvSpPr/>
            <p:nvPr/>
          </p:nvSpPr>
          <p:spPr>
            <a:xfrm>
              <a:off x="2499873" y="3609409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72A0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41" name="Google Shape;1041;p41"/>
            <p:cNvSpPr/>
            <p:nvPr/>
          </p:nvSpPr>
          <p:spPr>
            <a:xfrm>
              <a:off x="2499873" y="361830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71A0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42" name="Google Shape;1042;p41"/>
            <p:cNvSpPr/>
            <p:nvPr/>
          </p:nvSpPr>
          <p:spPr>
            <a:xfrm>
              <a:off x="2499873" y="362726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709F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43" name="Google Shape;1043;p41"/>
            <p:cNvSpPr/>
            <p:nvPr/>
          </p:nvSpPr>
          <p:spPr>
            <a:xfrm>
              <a:off x="2499873" y="363622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6F9F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44" name="Google Shape;1044;p41"/>
            <p:cNvSpPr/>
            <p:nvPr/>
          </p:nvSpPr>
          <p:spPr>
            <a:xfrm>
              <a:off x="2499873" y="364512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6E9E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45" name="Google Shape;1045;p41"/>
            <p:cNvSpPr/>
            <p:nvPr/>
          </p:nvSpPr>
          <p:spPr>
            <a:xfrm>
              <a:off x="2499873" y="365408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6D9D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46" name="Google Shape;1046;p41"/>
            <p:cNvSpPr/>
            <p:nvPr/>
          </p:nvSpPr>
          <p:spPr>
            <a:xfrm>
              <a:off x="2499873" y="366304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6C9D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47" name="Google Shape;1047;p41"/>
            <p:cNvSpPr/>
            <p:nvPr/>
          </p:nvSpPr>
          <p:spPr>
            <a:xfrm>
              <a:off x="2499873" y="3672005"/>
              <a:ext cx="1819532" cy="1819531"/>
            </a:xfrm>
            <a:custGeom>
              <a:rect b="b" l="l" r="r" t="t"/>
              <a:pathLst>
                <a:path extrusionOk="0" h="1819531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6B9C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48" name="Google Shape;1048;p41"/>
            <p:cNvSpPr/>
            <p:nvPr/>
          </p:nvSpPr>
          <p:spPr>
            <a:xfrm>
              <a:off x="2499873" y="368090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6A9B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49" name="Google Shape;1049;p41"/>
            <p:cNvSpPr/>
            <p:nvPr/>
          </p:nvSpPr>
          <p:spPr>
            <a:xfrm>
              <a:off x="2499873" y="36898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699B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50" name="Google Shape;1050;p41"/>
            <p:cNvSpPr/>
            <p:nvPr/>
          </p:nvSpPr>
          <p:spPr>
            <a:xfrm>
              <a:off x="2499873" y="369882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689A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51" name="Google Shape;1051;p41"/>
            <p:cNvSpPr/>
            <p:nvPr/>
          </p:nvSpPr>
          <p:spPr>
            <a:xfrm>
              <a:off x="2499873" y="370797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60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85"/>
                    <a:pt x="0" y="909683"/>
                    <a:pt x="0" y="909576"/>
                  </a:cubicBezTo>
                  <a:cubicBezTo>
                    <a:pt x="140" y="407215"/>
                    <a:pt x="407406" y="32"/>
                    <a:pt x="909766" y="0"/>
                  </a:cubicBezTo>
                </a:path>
              </a:pathLst>
            </a:custGeom>
            <a:solidFill>
              <a:srgbClr val="679A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52" name="Google Shape;1052;p41"/>
            <p:cNvSpPr/>
            <p:nvPr/>
          </p:nvSpPr>
          <p:spPr>
            <a:xfrm>
              <a:off x="2499873" y="37166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6699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53" name="Google Shape;1053;p41"/>
            <p:cNvSpPr/>
            <p:nvPr/>
          </p:nvSpPr>
          <p:spPr>
            <a:xfrm>
              <a:off x="2499873" y="372564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7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659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54" name="Google Shape;1054;p41"/>
            <p:cNvSpPr/>
            <p:nvPr/>
          </p:nvSpPr>
          <p:spPr>
            <a:xfrm>
              <a:off x="2499873" y="3734600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649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55" name="Google Shape;1055;p41"/>
            <p:cNvSpPr/>
            <p:nvPr/>
          </p:nvSpPr>
          <p:spPr>
            <a:xfrm>
              <a:off x="2499873" y="374349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6397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56" name="Google Shape;1056;p41"/>
            <p:cNvSpPr/>
            <p:nvPr/>
          </p:nvSpPr>
          <p:spPr>
            <a:xfrm>
              <a:off x="2499873" y="375245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6296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57" name="Google Shape;1057;p41"/>
            <p:cNvSpPr/>
            <p:nvPr/>
          </p:nvSpPr>
          <p:spPr>
            <a:xfrm>
              <a:off x="2499873" y="376141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6196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58" name="Google Shape;1058;p41"/>
            <p:cNvSpPr/>
            <p:nvPr/>
          </p:nvSpPr>
          <p:spPr>
            <a:xfrm>
              <a:off x="2499873" y="377031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70" y="407469"/>
                    <a:pt x="407215" y="70"/>
                    <a:pt x="909703" y="0"/>
                  </a:cubicBezTo>
                  <a:cubicBezTo>
                    <a:pt x="909722" y="0"/>
                    <a:pt x="909747" y="0"/>
                    <a:pt x="909766" y="0"/>
                  </a:cubicBezTo>
                </a:path>
              </a:pathLst>
            </a:custGeom>
            <a:solidFill>
              <a:srgbClr val="609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59" name="Google Shape;1059;p41"/>
            <p:cNvSpPr/>
            <p:nvPr/>
          </p:nvSpPr>
          <p:spPr>
            <a:xfrm>
              <a:off x="2499873" y="377927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5F9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60" name="Google Shape;1060;p41"/>
            <p:cNvSpPr/>
            <p:nvPr/>
          </p:nvSpPr>
          <p:spPr>
            <a:xfrm>
              <a:off x="2499873" y="378823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5E94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61" name="Google Shape;1061;p41"/>
            <p:cNvSpPr/>
            <p:nvPr/>
          </p:nvSpPr>
          <p:spPr>
            <a:xfrm>
              <a:off x="2499873" y="3796942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412" y="1819532"/>
                    <a:pt x="140" y="1412368"/>
                    <a:pt x="0" y="910020"/>
                  </a:cubicBezTo>
                  <a:cubicBezTo>
                    <a:pt x="-140" y="407571"/>
                    <a:pt x="407063" y="140"/>
                    <a:pt x="909512" y="0"/>
                  </a:cubicBezTo>
                  <a:cubicBezTo>
                    <a:pt x="909595" y="0"/>
                    <a:pt x="909684" y="0"/>
                    <a:pt x="909766" y="0"/>
                  </a:cubicBezTo>
                </a:path>
              </a:pathLst>
            </a:custGeom>
            <a:solidFill>
              <a:srgbClr val="5D93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62" name="Google Shape;1062;p41"/>
            <p:cNvSpPr/>
            <p:nvPr/>
          </p:nvSpPr>
          <p:spPr>
            <a:xfrm>
              <a:off x="2499873" y="380609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5C93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63" name="Google Shape;1063;p41"/>
            <p:cNvSpPr/>
            <p:nvPr/>
          </p:nvSpPr>
          <p:spPr>
            <a:xfrm>
              <a:off x="2499873" y="381505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30"/>
                    <a:pt x="0" y="909766"/>
                    <a:pt x="0" y="909703"/>
                  </a:cubicBezTo>
                  <a:cubicBezTo>
                    <a:pt x="70" y="407291"/>
                    <a:pt x="407355" y="38"/>
                    <a:pt x="909766" y="0"/>
                  </a:cubicBezTo>
                </a:path>
              </a:pathLst>
            </a:custGeom>
            <a:solidFill>
              <a:srgbClr val="5B92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64" name="Google Shape;1064;p41"/>
            <p:cNvSpPr/>
            <p:nvPr/>
          </p:nvSpPr>
          <p:spPr>
            <a:xfrm>
              <a:off x="2499873" y="382401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5A92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65" name="Google Shape;1065;p41"/>
            <p:cNvSpPr/>
            <p:nvPr/>
          </p:nvSpPr>
          <p:spPr>
            <a:xfrm>
              <a:off x="2499873" y="383291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5991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66" name="Google Shape;1066;p41"/>
            <p:cNvSpPr/>
            <p:nvPr/>
          </p:nvSpPr>
          <p:spPr>
            <a:xfrm>
              <a:off x="2499873" y="384187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589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67" name="Google Shape;1067;p41"/>
            <p:cNvSpPr/>
            <p:nvPr/>
          </p:nvSpPr>
          <p:spPr>
            <a:xfrm>
              <a:off x="2499873" y="385083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579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68" name="Google Shape;1068;p41"/>
            <p:cNvSpPr/>
            <p:nvPr/>
          </p:nvSpPr>
          <p:spPr>
            <a:xfrm>
              <a:off x="2499873" y="3859792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568F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69" name="Google Shape;1069;p41"/>
            <p:cNvSpPr/>
            <p:nvPr/>
          </p:nvSpPr>
          <p:spPr>
            <a:xfrm>
              <a:off x="2499873" y="386868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558E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70" name="Google Shape;1070;p41"/>
            <p:cNvSpPr/>
            <p:nvPr/>
          </p:nvSpPr>
          <p:spPr>
            <a:xfrm>
              <a:off x="2499873" y="387764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548E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71" name="Google Shape;1071;p41"/>
            <p:cNvSpPr/>
            <p:nvPr/>
          </p:nvSpPr>
          <p:spPr>
            <a:xfrm>
              <a:off x="2499873" y="388660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538D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72" name="Google Shape;1072;p41"/>
            <p:cNvSpPr/>
            <p:nvPr/>
          </p:nvSpPr>
          <p:spPr>
            <a:xfrm>
              <a:off x="2499873" y="389550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528D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73" name="Google Shape;1073;p41"/>
            <p:cNvSpPr/>
            <p:nvPr/>
          </p:nvSpPr>
          <p:spPr>
            <a:xfrm>
              <a:off x="2499873" y="390446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518C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74" name="Google Shape;1074;p41"/>
            <p:cNvSpPr/>
            <p:nvPr/>
          </p:nvSpPr>
          <p:spPr>
            <a:xfrm>
              <a:off x="2499873" y="391342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508B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75" name="Google Shape;1075;p41"/>
            <p:cNvSpPr/>
            <p:nvPr/>
          </p:nvSpPr>
          <p:spPr>
            <a:xfrm>
              <a:off x="2499873" y="3922387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4F8B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76" name="Google Shape;1076;p41"/>
            <p:cNvSpPr/>
            <p:nvPr/>
          </p:nvSpPr>
          <p:spPr>
            <a:xfrm>
              <a:off x="2499873" y="393128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4E8A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77" name="Google Shape;1077;p41"/>
            <p:cNvSpPr/>
            <p:nvPr/>
          </p:nvSpPr>
          <p:spPr>
            <a:xfrm>
              <a:off x="2499873" y="394024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4D8A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78" name="Google Shape;1078;p41"/>
            <p:cNvSpPr/>
            <p:nvPr/>
          </p:nvSpPr>
          <p:spPr>
            <a:xfrm>
              <a:off x="2499873" y="394945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60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66"/>
                    <a:pt x="0" y="909639"/>
                    <a:pt x="0" y="909512"/>
                  </a:cubicBezTo>
                  <a:cubicBezTo>
                    <a:pt x="140" y="407164"/>
                    <a:pt x="407418" y="0"/>
                    <a:pt x="909766" y="0"/>
                  </a:cubicBezTo>
                </a:path>
              </a:pathLst>
            </a:custGeom>
            <a:solidFill>
              <a:srgbClr val="4C89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79" name="Google Shape;1079;p41"/>
            <p:cNvSpPr/>
            <p:nvPr/>
          </p:nvSpPr>
          <p:spPr>
            <a:xfrm>
              <a:off x="2499873" y="395810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4B88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80" name="Google Shape;1080;p41"/>
            <p:cNvSpPr/>
            <p:nvPr/>
          </p:nvSpPr>
          <p:spPr>
            <a:xfrm>
              <a:off x="2499873" y="39670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4A88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81" name="Google Shape;1081;p41"/>
            <p:cNvSpPr/>
            <p:nvPr/>
          </p:nvSpPr>
          <p:spPr>
            <a:xfrm>
              <a:off x="2499873" y="397602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4987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82" name="Google Shape;1082;p41"/>
            <p:cNvSpPr/>
            <p:nvPr/>
          </p:nvSpPr>
          <p:spPr>
            <a:xfrm>
              <a:off x="2499873" y="3984983"/>
              <a:ext cx="1819532" cy="1819531"/>
            </a:xfrm>
            <a:custGeom>
              <a:rect b="b" l="l" r="r" t="t"/>
              <a:pathLst>
                <a:path extrusionOk="0" h="1819531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4886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83" name="Google Shape;1083;p41"/>
            <p:cNvSpPr/>
            <p:nvPr/>
          </p:nvSpPr>
          <p:spPr>
            <a:xfrm>
              <a:off x="2499873" y="399394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4786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84" name="Google Shape;1084;p41"/>
            <p:cNvSpPr/>
            <p:nvPr/>
          </p:nvSpPr>
          <p:spPr>
            <a:xfrm>
              <a:off x="2499873" y="400284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4685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85" name="Google Shape;1085;p41"/>
            <p:cNvSpPr/>
            <p:nvPr/>
          </p:nvSpPr>
          <p:spPr>
            <a:xfrm>
              <a:off x="2499873" y="401180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4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108" y="407507"/>
                    <a:pt x="407126" y="108"/>
                    <a:pt x="909575" y="0"/>
                  </a:cubicBezTo>
                  <a:cubicBezTo>
                    <a:pt x="909639" y="0"/>
                    <a:pt x="909703" y="0"/>
                    <a:pt x="909766" y="0"/>
                  </a:cubicBezTo>
                </a:path>
              </a:pathLst>
            </a:custGeom>
            <a:solidFill>
              <a:srgbClr val="4585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86" name="Google Shape;1086;p41"/>
            <p:cNvSpPr/>
            <p:nvPr/>
          </p:nvSpPr>
          <p:spPr>
            <a:xfrm>
              <a:off x="2499873" y="402069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4484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87" name="Google Shape;1087;p41"/>
            <p:cNvSpPr/>
            <p:nvPr/>
          </p:nvSpPr>
          <p:spPr>
            <a:xfrm>
              <a:off x="2499873" y="402965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4383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88" name="Google Shape;1088;p41"/>
            <p:cNvSpPr/>
            <p:nvPr/>
          </p:nvSpPr>
          <p:spPr>
            <a:xfrm>
              <a:off x="2499873" y="403842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70" y="407469"/>
                    <a:pt x="407215" y="70"/>
                    <a:pt x="909703" y="0"/>
                  </a:cubicBezTo>
                  <a:cubicBezTo>
                    <a:pt x="909722" y="0"/>
                    <a:pt x="909747" y="0"/>
                    <a:pt x="909766" y="0"/>
                  </a:cubicBezTo>
                </a:path>
              </a:pathLst>
            </a:custGeom>
            <a:solidFill>
              <a:srgbClr val="4283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89" name="Google Shape;1089;p41"/>
            <p:cNvSpPr/>
            <p:nvPr/>
          </p:nvSpPr>
          <p:spPr>
            <a:xfrm>
              <a:off x="2499873" y="4047578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4182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90" name="Google Shape;1090;p41"/>
            <p:cNvSpPr/>
            <p:nvPr/>
          </p:nvSpPr>
          <p:spPr>
            <a:xfrm>
              <a:off x="2499873" y="405647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4082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91" name="Google Shape;1091;p41"/>
            <p:cNvSpPr/>
            <p:nvPr/>
          </p:nvSpPr>
          <p:spPr>
            <a:xfrm>
              <a:off x="2499873" y="406543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3F81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92" name="Google Shape;1092;p41"/>
            <p:cNvSpPr/>
            <p:nvPr/>
          </p:nvSpPr>
          <p:spPr>
            <a:xfrm>
              <a:off x="2499873" y="4074396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3E8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93" name="Google Shape;1093;p41"/>
            <p:cNvSpPr/>
            <p:nvPr/>
          </p:nvSpPr>
          <p:spPr>
            <a:xfrm>
              <a:off x="2499873" y="408329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3D8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94" name="Google Shape;1094;p41"/>
            <p:cNvSpPr/>
            <p:nvPr/>
          </p:nvSpPr>
          <p:spPr>
            <a:xfrm>
              <a:off x="2499873" y="409225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3C7F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95" name="Google Shape;1095;p41"/>
            <p:cNvSpPr/>
            <p:nvPr/>
          </p:nvSpPr>
          <p:spPr>
            <a:xfrm>
              <a:off x="2499873" y="410121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59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66"/>
                    <a:pt x="0" y="909639"/>
                    <a:pt x="0" y="909512"/>
                  </a:cubicBezTo>
                  <a:cubicBezTo>
                    <a:pt x="178" y="407177"/>
                    <a:pt x="407431" y="32"/>
                    <a:pt x="909766" y="0"/>
                  </a:cubicBezTo>
                </a:path>
              </a:pathLst>
            </a:custGeom>
            <a:solidFill>
              <a:srgbClr val="3B7E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96" name="Google Shape;1096;p41"/>
            <p:cNvSpPr/>
            <p:nvPr/>
          </p:nvSpPr>
          <p:spPr>
            <a:xfrm>
              <a:off x="2499873" y="4110174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3A7E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97" name="Google Shape;1097;p41"/>
            <p:cNvSpPr/>
            <p:nvPr/>
          </p:nvSpPr>
          <p:spPr>
            <a:xfrm>
              <a:off x="2499873" y="411907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397D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98" name="Google Shape;1098;p41"/>
            <p:cNvSpPr/>
            <p:nvPr/>
          </p:nvSpPr>
          <p:spPr>
            <a:xfrm>
              <a:off x="2499873" y="412803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387D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99" name="Google Shape;1099;p41"/>
            <p:cNvSpPr/>
            <p:nvPr/>
          </p:nvSpPr>
          <p:spPr>
            <a:xfrm>
              <a:off x="2499873" y="413699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377C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00" name="Google Shape;1100;p41"/>
            <p:cNvSpPr/>
            <p:nvPr/>
          </p:nvSpPr>
          <p:spPr>
            <a:xfrm>
              <a:off x="2499873" y="414588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4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367B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01" name="Google Shape;1101;p41"/>
            <p:cNvSpPr/>
            <p:nvPr/>
          </p:nvSpPr>
          <p:spPr>
            <a:xfrm>
              <a:off x="2499873" y="415484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357B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02" name="Google Shape;1102;p41"/>
            <p:cNvSpPr/>
            <p:nvPr/>
          </p:nvSpPr>
          <p:spPr>
            <a:xfrm>
              <a:off x="2499873" y="416380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30"/>
                    <a:pt x="407330" y="32"/>
                    <a:pt x="909766" y="0"/>
                  </a:cubicBezTo>
                </a:path>
              </a:pathLst>
            </a:custGeom>
            <a:solidFill>
              <a:srgbClr val="347A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03" name="Google Shape;1103;p41"/>
            <p:cNvSpPr/>
            <p:nvPr/>
          </p:nvSpPr>
          <p:spPr>
            <a:xfrm>
              <a:off x="2499873" y="4172770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3379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04" name="Google Shape;1104;p41"/>
            <p:cNvSpPr/>
            <p:nvPr/>
          </p:nvSpPr>
          <p:spPr>
            <a:xfrm>
              <a:off x="2499873" y="418166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3279F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05" name="Google Shape;1105;p41"/>
            <p:cNvSpPr/>
            <p:nvPr/>
          </p:nvSpPr>
          <p:spPr>
            <a:xfrm>
              <a:off x="2499873" y="419094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8"/>
                    <a:pt x="909893" y="1819660"/>
                  </a:cubicBezTo>
                  <a:cubicBezTo>
                    <a:pt x="407406" y="1819698"/>
                    <a:pt x="32" y="1412381"/>
                    <a:pt x="0" y="909893"/>
                  </a:cubicBezTo>
                  <a:cubicBezTo>
                    <a:pt x="0" y="909747"/>
                    <a:pt x="0" y="909595"/>
                    <a:pt x="0" y="909448"/>
                  </a:cubicBezTo>
                  <a:cubicBezTo>
                    <a:pt x="210" y="407139"/>
                    <a:pt x="407457" y="32"/>
                    <a:pt x="909766" y="0"/>
                  </a:cubicBezTo>
                </a:path>
              </a:pathLst>
            </a:custGeom>
            <a:solidFill>
              <a:srgbClr val="3178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06" name="Google Shape;1106;p41"/>
            <p:cNvSpPr/>
            <p:nvPr/>
          </p:nvSpPr>
          <p:spPr>
            <a:xfrm>
              <a:off x="2499873" y="4199587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3078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07" name="Google Shape;1107;p41"/>
            <p:cNvSpPr/>
            <p:nvPr/>
          </p:nvSpPr>
          <p:spPr>
            <a:xfrm>
              <a:off x="2499873" y="4208484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2F77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08" name="Google Shape;1108;p41"/>
            <p:cNvSpPr/>
            <p:nvPr/>
          </p:nvSpPr>
          <p:spPr>
            <a:xfrm>
              <a:off x="2499873" y="421744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2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2E76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09" name="Google Shape;1109;p41"/>
            <p:cNvSpPr/>
            <p:nvPr/>
          </p:nvSpPr>
          <p:spPr>
            <a:xfrm>
              <a:off x="2499873" y="4226405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2D76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0" name="Google Shape;1110;p41"/>
            <p:cNvSpPr/>
            <p:nvPr/>
          </p:nvSpPr>
          <p:spPr>
            <a:xfrm>
              <a:off x="2499873" y="4235429"/>
              <a:ext cx="1819532" cy="1819532"/>
            </a:xfrm>
            <a:custGeom>
              <a:rect b="b" l="l" r="r" t="t"/>
              <a:pathLst>
                <a:path extrusionOk="0" h="1819532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909747"/>
                    <a:pt x="0" y="909722"/>
                    <a:pt x="0" y="909703"/>
                  </a:cubicBezTo>
                  <a:cubicBezTo>
                    <a:pt x="38" y="407279"/>
                    <a:pt x="407342" y="0"/>
                    <a:pt x="909766" y="0"/>
                  </a:cubicBezTo>
                </a:path>
              </a:pathLst>
            </a:custGeom>
            <a:solidFill>
              <a:srgbClr val="2C75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1" name="Google Shape;1111;p41"/>
            <p:cNvSpPr/>
            <p:nvPr/>
          </p:nvSpPr>
          <p:spPr>
            <a:xfrm>
              <a:off x="2499873" y="4244262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7"/>
                    <a:pt x="407304" y="38"/>
                    <a:pt x="909766" y="0"/>
                  </a:cubicBezTo>
                </a:path>
              </a:pathLst>
            </a:custGeom>
            <a:solidFill>
              <a:srgbClr val="2B75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2" name="Google Shape;1112;p41"/>
            <p:cNvSpPr/>
            <p:nvPr/>
          </p:nvSpPr>
          <p:spPr>
            <a:xfrm>
              <a:off x="2499873" y="425322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4" y="1819660"/>
                  </a:cubicBezTo>
                  <a:cubicBezTo>
                    <a:pt x="407457" y="1819691"/>
                    <a:pt x="108" y="1412457"/>
                    <a:pt x="0" y="910020"/>
                  </a:cubicBezTo>
                  <a:cubicBezTo>
                    <a:pt x="-108" y="407533"/>
                    <a:pt x="407152" y="108"/>
                    <a:pt x="909639" y="0"/>
                  </a:cubicBezTo>
                  <a:cubicBezTo>
                    <a:pt x="909684" y="0"/>
                    <a:pt x="909722" y="0"/>
                    <a:pt x="909766" y="0"/>
                  </a:cubicBezTo>
                </a:path>
              </a:pathLst>
            </a:custGeom>
            <a:solidFill>
              <a:srgbClr val="2A74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3" name="Google Shape;1113;p41"/>
            <p:cNvSpPr/>
            <p:nvPr/>
          </p:nvSpPr>
          <p:spPr>
            <a:xfrm>
              <a:off x="2499873" y="426218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2973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4" name="Google Shape;1114;p41"/>
            <p:cNvSpPr/>
            <p:nvPr/>
          </p:nvSpPr>
          <p:spPr>
            <a:xfrm>
              <a:off x="2499873" y="4271080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2873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5" name="Google Shape;1115;p41"/>
            <p:cNvSpPr/>
            <p:nvPr/>
          </p:nvSpPr>
          <p:spPr>
            <a:xfrm>
              <a:off x="2499873" y="4279913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31" y="1819691"/>
                    <a:pt x="70" y="1412419"/>
                    <a:pt x="0" y="909957"/>
                  </a:cubicBezTo>
                  <a:cubicBezTo>
                    <a:pt x="-70" y="407469"/>
                    <a:pt x="407215" y="70"/>
                    <a:pt x="909703" y="0"/>
                  </a:cubicBezTo>
                  <a:cubicBezTo>
                    <a:pt x="909722" y="0"/>
                    <a:pt x="909747" y="0"/>
                    <a:pt x="909766" y="0"/>
                  </a:cubicBezTo>
                </a:path>
              </a:pathLst>
            </a:custGeom>
            <a:solidFill>
              <a:srgbClr val="2772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6" name="Google Shape;1116;p41"/>
            <p:cNvSpPr/>
            <p:nvPr/>
          </p:nvSpPr>
          <p:spPr>
            <a:xfrm>
              <a:off x="2499873" y="4289001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2"/>
                    <a:pt x="909766" y="0"/>
                  </a:cubicBezTo>
                </a:path>
              </a:pathLst>
            </a:custGeom>
            <a:solidFill>
              <a:srgbClr val="2671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7" name="Google Shape;1117;p41"/>
            <p:cNvSpPr/>
            <p:nvPr/>
          </p:nvSpPr>
          <p:spPr>
            <a:xfrm>
              <a:off x="2499873" y="4297961"/>
              <a:ext cx="1819532" cy="1819531"/>
            </a:xfrm>
            <a:custGeom>
              <a:rect b="b" l="l" r="r" t="t"/>
              <a:pathLst>
                <a:path extrusionOk="0" h="1819531" w="1819532">
                  <a:moveTo>
                    <a:pt x="909766" y="0"/>
                  </a:moveTo>
                  <a:cubicBezTo>
                    <a:pt x="1412216" y="0"/>
                    <a:pt x="1819532" y="407317"/>
                    <a:pt x="1819532" y="909766"/>
                  </a:cubicBezTo>
                  <a:cubicBezTo>
                    <a:pt x="1819532" y="1412216"/>
                    <a:pt x="1412216" y="1819532"/>
                    <a:pt x="909766" y="1819532"/>
                  </a:cubicBezTo>
                  <a:cubicBezTo>
                    <a:pt x="407317" y="1819532"/>
                    <a:pt x="0" y="1412216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2571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8" name="Google Shape;1118;p41"/>
            <p:cNvSpPr/>
            <p:nvPr/>
          </p:nvSpPr>
          <p:spPr>
            <a:xfrm>
              <a:off x="2499873" y="4306858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8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74"/>
                    <a:pt x="0" y="909849"/>
                    <a:pt x="0" y="909830"/>
                  </a:cubicBezTo>
                  <a:cubicBezTo>
                    <a:pt x="0" y="407368"/>
                    <a:pt x="407304" y="32"/>
                    <a:pt x="909766" y="0"/>
                  </a:cubicBezTo>
                </a:path>
              </a:pathLst>
            </a:custGeom>
            <a:solidFill>
              <a:srgbClr val="247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9" name="Google Shape;1119;p41"/>
            <p:cNvSpPr/>
            <p:nvPr/>
          </p:nvSpPr>
          <p:spPr>
            <a:xfrm>
              <a:off x="2499873" y="431581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59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38" y="407329"/>
                    <a:pt x="407330" y="38"/>
                    <a:pt x="909766" y="0"/>
                  </a:cubicBezTo>
                </a:path>
              </a:pathLst>
            </a:custGeom>
            <a:solidFill>
              <a:srgbClr val="237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20" name="Google Shape;1120;p41"/>
            <p:cNvSpPr/>
            <p:nvPr/>
          </p:nvSpPr>
          <p:spPr>
            <a:xfrm>
              <a:off x="2499873" y="4324779"/>
              <a:ext cx="1819659" cy="1819659"/>
            </a:xfrm>
            <a:custGeom>
              <a:rect b="b" l="l" r="r" t="t"/>
              <a:pathLst>
                <a:path extrusionOk="0" h="1819659" w="1819659">
                  <a:moveTo>
                    <a:pt x="909766" y="0"/>
                  </a:moveTo>
                  <a:cubicBezTo>
                    <a:pt x="1412254" y="-32"/>
                    <a:pt x="1819622" y="407279"/>
                    <a:pt x="1819660" y="909766"/>
                  </a:cubicBezTo>
                  <a:cubicBezTo>
                    <a:pt x="1819691" y="1412254"/>
                    <a:pt x="1412381" y="1819621"/>
                    <a:pt x="909893" y="1819660"/>
                  </a:cubicBezTo>
                  <a:cubicBezTo>
                    <a:pt x="407406" y="1819691"/>
                    <a:pt x="38" y="1412381"/>
                    <a:pt x="0" y="909893"/>
                  </a:cubicBezTo>
                  <a:cubicBezTo>
                    <a:pt x="0" y="909849"/>
                    <a:pt x="0" y="909811"/>
                    <a:pt x="0" y="909766"/>
                  </a:cubicBezTo>
                  <a:cubicBezTo>
                    <a:pt x="0" y="407317"/>
                    <a:pt x="407317" y="0"/>
                    <a:pt x="909766" y="0"/>
                  </a:cubicBezTo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subchapter">
  <p:cSld name="Template subchapter"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23" name="Google Shape;1123;p42"/>
          <p:cNvSpPr txBox="1"/>
          <p:nvPr>
            <p:ph idx="1" type="body"/>
          </p:nvPr>
        </p:nvSpPr>
        <p:spPr>
          <a:xfrm>
            <a:off x="618042" y="3122505"/>
            <a:ext cx="4534800" cy="22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D47"/>
              </a:buClr>
              <a:buSzPts val="20000"/>
              <a:buFont typeface="Arial"/>
              <a:buNone/>
              <a:defRPr b="0" i="0" sz="20000" u="none" cap="none" strike="noStrike">
                <a:solidFill>
                  <a:srgbClr val="062D47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24" name="Google Shape;1124;p42"/>
          <p:cNvSpPr txBox="1"/>
          <p:nvPr>
            <p:ph idx="2" type="body"/>
          </p:nvPr>
        </p:nvSpPr>
        <p:spPr>
          <a:xfrm>
            <a:off x="6261535" y="4748348"/>
            <a:ext cx="439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25" name="Google Shape;1125;p42"/>
          <p:cNvSpPr txBox="1"/>
          <p:nvPr>
            <p:ph idx="3" type="body"/>
          </p:nvPr>
        </p:nvSpPr>
        <p:spPr>
          <a:xfrm>
            <a:off x="6261535" y="4285433"/>
            <a:ext cx="1773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D47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1126" name="Google Shape;112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68757" y="139200"/>
            <a:ext cx="5353494" cy="35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1 column">
  <p:cSld name="Template 1 column"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43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129" name="Google Shape;1129;p43"/>
          <p:cNvSpPr txBox="1"/>
          <p:nvPr>
            <p:ph idx="1" type="body"/>
          </p:nvPr>
        </p:nvSpPr>
        <p:spPr>
          <a:xfrm>
            <a:off x="595763" y="3510358"/>
            <a:ext cx="11179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30" name="Google Shape;1130;p43"/>
          <p:cNvSpPr txBox="1"/>
          <p:nvPr>
            <p:ph idx="2" type="body"/>
          </p:nvPr>
        </p:nvSpPr>
        <p:spPr>
          <a:xfrm>
            <a:off x="589546" y="2302711"/>
            <a:ext cx="5676000" cy="1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6FFF"/>
              </a:buClr>
              <a:buSzPts val="2150"/>
              <a:buFont typeface="Arial"/>
              <a:buNone/>
              <a:defRPr b="0" i="0" sz="2150" u="none" cap="none" strike="noStrike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31" name="Google Shape;1131;p43"/>
          <p:cNvSpPr txBox="1"/>
          <p:nvPr>
            <p:ph idx="3" type="body"/>
          </p:nvPr>
        </p:nvSpPr>
        <p:spPr>
          <a:xfrm>
            <a:off x="589546" y="1747742"/>
            <a:ext cx="2743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226FFF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32" name="Google Shape;1132;p43"/>
          <p:cNvSpPr txBox="1"/>
          <p:nvPr>
            <p:ph idx="4" type="body"/>
          </p:nvPr>
        </p:nvSpPr>
        <p:spPr>
          <a:xfrm>
            <a:off x="595763" y="5984353"/>
            <a:ext cx="255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33" name="Google Shape;1133;p43"/>
          <p:cNvSpPr txBox="1"/>
          <p:nvPr>
            <p:ph idx="5" type="body"/>
          </p:nvPr>
        </p:nvSpPr>
        <p:spPr>
          <a:xfrm>
            <a:off x="3327621" y="5984354"/>
            <a:ext cx="255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34" name="Google Shape;1134;p43"/>
          <p:cNvSpPr txBox="1"/>
          <p:nvPr>
            <p:ph idx="6" type="body"/>
          </p:nvPr>
        </p:nvSpPr>
        <p:spPr>
          <a:xfrm>
            <a:off x="6086863" y="5984353"/>
            <a:ext cx="255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35" name="Google Shape;1135;p43"/>
          <p:cNvSpPr txBox="1"/>
          <p:nvPr>
            <p:ph idx="7" type="body"/>
          </p:nvPr>
        </p:nvSpPr>
        <p:spPr>
          <a:xfrm>
            <a:off x="8818721" y="5984353"/>
            <a:ext cx="255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36" name="Google Shape;1136;p43"/>
          <p:cNvSpPr txBox="1"/>
          <p:nvPr>
            <p:ph idx="8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text+image+tags">
  <p:cSld name="Template text+image+tags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44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39" name="Google Shape;1139;p44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140" name="Google Shape;1140;p44"/>
          <p:cNvSpPr/>
          <p:nvPr>
            <p:ph idx="2" type="pic"/>
          </p:nvPr>
        </p:nvSpPr>
        <p:spPr>
          <a:xfrm>
            <a:off x="6192982" y="1925638"/>
            <a:ext cx="5292600" cy="33114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41" name="Google Shape;1141;p44"/>
          <p:cNvSpPr txBox="1"/>
          <p:nvPr>
            <p:ph idx="3" type="body"/>
          </p:nvPr>
        </p:nvSpPr>
        <p:spPr>
          <a:xfrm>
            <a:off x="600586" y="3852231"/>
            <a:ext cx="5592300" cy="1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42" name="Google Shape;1142;p44"/>
          <p:cNvSpPr txBox="1"/>
          <p:nvPr>
            <p:ph idx="4" type="body"/>
          </p:nvPr>
        </p:nvSpPr>
        <p:spPr>
          <a:xfrm>
            <a:off x="600586" y="2743199"/>
            <a:ext cx="53985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43" name="Google Shape;1143;p44"/>
          <p:cNvSpPr txBox="1"/>
          <p:nvPr>
            <p:ph idx="5" type="body"/>
          </p:nvPr>
        </p:nvSpPr>
        <p:spPr>
          <a:xfrm>
            <a:off x="600586" y="1972831"/>
            <a:ext cx="53985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44" name="Google Shape;1144;p44"/>
          <p:cNvSpPr txBox="1"/>
          <p:nvPr>
            <p:ph idx="6" type="body"/>
          </p:nvPr>
        </p:nvSpPr>
        <p:spPr>
          <a:xfrm>
            <a:off x="800628" y="5911047"/>
            <a:ext cx="1419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45" name="Google Shape;1145;p44"/>
          <p:cNvSpPr txBox="1"/>
          <p:nvPr>
            <p:ph idx="7" type="body"/>
          </p:nvPr>
        </p:nvSpPr>
        <p:spPr>
          <a:xfrm>
            <a:off x="2711151" y="5924112"/>
            <a:ext cx="1419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46" name="Google Shape;1146;p44"/>
          <p:cNvSpPr txBox="1"/>
          <p:nvPr>
            <p:ph idx="8" type="body"/>
          </p:nvPr>
        </p:nvSpPr>
        <p:spPr>
          <a:xfrm>
            <a:off x="4584079" y="5920384"/>
            <a:ext cx="1419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47" name="Google Shape;1147;p44"/>
          <p:cNvSpPr txBox="1"/>
          <p:nvPr>
            <p:ph idx="9" type="body"/>
          </p:nvPr>
        </p:nvSpPr>
        <p:spPr>
          <a:xfrm>
            <a:off x="6390593" y="5921710"/>
            <a:ext cx="1419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48" name="Google Shape;1148;p44"/>
          <p:cNvSpPr txBox="1"/>
          <p:nvPr>
            <p:ph idx="13" type="body"/>
          </p:nvPr>
        </p:nvSpPr>
        <p:spPr>
          <a:xfrm>
            <a:off x="8159187" y="5917272"/>
            <a:ext cx="1419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49" name="Google Shape;1149;p44"/>
          <p:cNvSpPr txBox="1"/>
          <p:nvPr>
            <p:ph idx="14" type="body"/>
          </p:nvPr>
        </p:nvSpPr>
        <p:spPr>
          <a:xfrm>
            <a:off x="9960099" y="5920384"/>
            <a:ext cx="1419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kpis">
  <p:cSld name="Template kpis"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45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152" name="Google Shape;1152;p45"/>
          <p:cNvSpPr txBox="1"/>
          <p:nvPr>
            <p:ph idx="1" type="body"/>
          </p:nvPr>
        </p:nvSpPr>
        <p:spPr>
          <a:xfrm>
            <a:off x="599909" y="2988122"/>
            <a:ext cx="5580000" cy="14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150"/>
              <a:buFont typeface="Arial"/>
              <a:buNone/>
              <a:defRPr b="0" i="0" sz="21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53" name="Google Shape;1153;p45"/>
          <p:cNvSpPr txBox="1"/>
          <p:nvPr>
            <p:ph idx="2" type="body"/>
          </p:nvPr>
        </p:nvSpPr>
        <p:spPr>
          <a:xfrm>
            <a:off x="599909" y="2023350"/>
            <a:ext cx="55686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54" name="Google Shape;1154;p45"/>
          <p:cNvSpPr txBox="1"/>
          <p:nvPr>
            <p:ph idx="3" type="body"/>
          </p:nvPr>
        </p:nvSpPr>
        <p:spPr>
          <a:xfrm>
            <a:off x="599909" y="5986147"/>
            <a:ext cx="255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55" name="Google Shape;1155;p45"/>
          <p:cNvSpPr txBox="1"/>
          <p:nvPr>
            <p:ph idx="4" type="body"/>
          </p:nvPr>
        </p:nvSpPr>
        <p:spPr>
          <a:xfrm>
            <a:off x="3344770" y="5986147"/>
            <a:ext cx="255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56" name="Google Shape;1156;p45"/>
          <p:cNvSpPr txBox="1"/>
          <p:nvPr>
            <p:ph idx="5" type="body"/>
          </p:nvPr>
        </p:nvSpPr>
        <p:spPr>
          <a:xfrm>
            <a:off x="6096000" y="5986148"/>
            <a:ext cx="255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57" name="Google Shape;1157;p45"/>
          <p:cNvSpPr txBox="1"/>
          <p:nvPr>
            <p:ph idx="6" type="body"/>
          </p:nvPr>
        </p:nvSpPr>
        <p:spPr>
          <a:xfrm>
            <a:off x="8834492" y="5986147"/>
            <a:ext cx="255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58" name="Google Shape;1158;p45"/>
          <p:cNvSpPr txBox="1"/>
          <p:nvPr>
            <p:ph idx="7" type="body"/>
          </p:nvPr>
        </p:nvSpPr>
        <p:spPr>
          <a:xfrm>
            <a:off x="599909" y="5274766"/>
            <a:ext cx="2378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59" name="Google Shape;1159;p45"/>
          <p:cNvSpPr txBox="1"/>
          <p:nvPr>
            <p:ph idx="8" type="body"/>
          </p:nvPr>
        </p:nvSpPr>
        <p:spPr>
          <a:xfrm>
            <a:off x="3344770" y="5275089"/>
            <a:ext cx="2378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60" name="Google Shape;1160;p45"/>
          <p:cNvSpPr txBox="1"/>
          <p:nvPr>
            <p:ph idx="9" type="body"/>
          </p:nvPr>
        </p:nvSpPr>
        <p:spPr>
          <a:xfrm>
            <a:off x="6089631" y="5275089"/>
            <a:ext cx="2378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61" name="Google Shape;1161;p45"/>
          <p:cNvSpPr txBox="1"/>
          <p:nvPr>
            <p:ph idx="13" type="body"/>
          </p:nvPr>
        </p:nvSpPr>
        <p:spPr>
          <a:xfrm>
            <a:off x="8834492" y="5274766"/>
            <a:ext cx="2378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62" name="Google Shape;1162;p45"/>
          <p:cNvSpPr txBox="1"/>
          <p:nvPr>
            <p:ph idx="14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2 columns (text+image)">
  <p:cSld name="Template 2 columns (text+image)"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46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165" name="Google Shape;1165;p46"/>
          <p:cNvSpPr/>
          <p:nvPr>
            <p:ph idx="2" type="pic"/>
          </p:nvPr>
        </p:nvSpPr>
        <p:spPr>
          <a:xfrm>
            <a:off x="7453313" y="1773380"/>
            <a:ext cx="4003800" cy="40869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66" name="Google Shape;1166;p46"/>
          <p:cNvSpPr txBox="1"/>
          <p:nvPr>
            <p:ph idx="1" type="body"/>
          </p:nvPr>
        </p:nvSpPr>
        <p:spPr>
          <a:xfrm>
            <a:off x="594524" y="1773380"/>
            <a:ext cx="55686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67" name="Google Shape;1167;p46"/>
          <p:cNvSpPr txBox="1"/>
          <p:nvPr>
            <p:ph idx="3" type="body"/>
          </p:nvPr>
        </p:nvSpPr>
        <p:spPr>
          <a:xfrm>
            <a:off x="594524" y="2520367"/>
            <a:ext cx="558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68" name="Google Shape;1168;p46"/>
          <p:cNvSpPr txBox="1"/>
          <p:nvPr>
            <p:ph idx="4" type="body"/>
          </p:nvPr>
        </p:nvSpPr>
        <p:spPr>
          <a:xfrm>
            <a:off x="594524" y="3905038"/>
            <a:ext cx="55800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69" name="Google Shape;1169;p46"/>
          <p:cNvSpPr txBox="1"/>
          <p:nvPr>
            <p:ph idx="5" type="body"/>
          </p:nvPr>
        </p:nvSpPr>
        <p:spPr>
          <a:xfrm>
            <a:off x="594525" y="3611770"/>
            <a:ext cx="55800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D4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70" name="Google Shape;1170;p46"/>
          <p:cNvSpPr txBox="1"/>
          <p:nvPr>
            <p:ph idx="6" type="body"/>
          </p:nvPr>
        </p:nvSpPr>
        <p:spPr>
          <a:xfrm>
            <a:off x="594681" y="4760737"/>
            <a:ext cx="55800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71" name="Google Shape;1171;p46"/>
          <p:cNvSpPr txBox="1"/>
          <p:nvPr>
            <p:ph idx="7" type="body"/>
          </p:nvPr>
        </p:nvSpPr>
        <p:spPr>
          <a:xfrm>
            <a:off x="594682" y="4467469"/>
            <a:ext cx="55800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D4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72" name="Google Shape;1172;p46"/>
          <p:cNvSpPr txBox="1"/>
          <p:nvPr>
            <p:ph idx="8" type="body"/>
          </p:nvPr>
        </p:nvSpPr>
        <p:spPr>
          <a:xfrm>
            <a:off x="594524" y="5625566"/>
            <a:ext cx="55800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73" name="Google Shape;1173;p46"/>
          <p:cNvSpPr txBox="1"/>
          <p:nvPr>
            <p:ph idx="9" type="body"/>
          </p:nvPr>
        </p:nvSpPr>
        <p:spPr>
          <a:xfrm>
            <a:off x="594525" y="5304588"/>
            <a:ext cx="55800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62D4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74" name="Google Shape;1174;p46"/>
          <p:cNvSpPr txBox="1"/>
          <p:nvPr>
            <p:ph idx="13" type="body"/>
          </p:nvPr>
        </p:nvSpPr>
        <p:spPr>
          <a:xfrm>
            <a:off x="8898432" y="5943019"/>
            <a:ext cx="25587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75" name="Google Shape;1175;p46"/>
          <p:cNvSpPr txBox="1"/>
          <p:nvPr>
            <p:ph idx="14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3 column">
  <p:cSld name="Template 3 column"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47"/>
          <p:cNvSpPr txBox="1"/>
          <p:nvPr>
            <p:ph idx="1" type="body"/>
          </p:nvPr>
        </p:nvSpPr>
        <p:spPr>
          <a:xfrm>
            <a:off x="595150" y="1846775"/>
            <a:ext cx="72423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78" name="Google Shape;1178;p47"/>
          <p:cNvSpPr txBox="1"/>
          <p:nvPr>
            <p:ph idx="2" type="body"/>
          </p:nvPr>
        </p:nvSpPr>
        <p:spPr>
          <a:xfrm>
            <a:off x="595151" y="2425129"/>
            <a:ext cx="6158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79" name="Google Shape;1179;p47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180" name="Google Shape;1180;p47"/>
          <p:cNvSpPr txBox="1"/>
          <p:nvPr>
            <p:ph idx="3" type="body"/>
          </p:nvPr>
        </p:nvSpPr>
        <p:spPr>
          <a:xfrm>
            <a:off x="595151" y="5621909"/>
            <a:ext cx="3519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81" name="Google Shape;1181;p47"/>
          <p:cNvSpPr txBox="1"/>
          <p:nvPr>
            <p:ph idx="4" type="body"/>
          </p:nvPr>
        </p:nvSpPr>
        <p:spPr>
          <a:xfrm>
            <a:off x="598220" y="5277934"/>
            <a:ext cx="35166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82" name="Google Shape;1182;p47"/>
          <p:cNvSpPr txBox="1"/>
          <p:nvPr>
            <p:ph idx="5" type="body"/>
          </p:nvPr>
        </p:nvSpPr>
        <p:spPr>
          <a:xfrm>
            <a:off x="4317914" y="5621909"/>
            <a:ext cx="3519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83" name="Google Shape;1183;p47"/>
          <p:cNvSpPr txBox="1"/>
          <p:nvPr>
            <p:ph idx="6" type="body"/>
          </p:nvPr>
        </p:nvSpPr>
        <p:spPr>
          <a:xfrm>
            <a:off x="4320983" y="5276665"/>
            <a:ext cx="35166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84" name="Google Shape;1184;p47"/>
          <p:cNvSpPr txBox="1"/>
          <p:nvPr>
            <p:ph idx="7" type="body"/>
          </p:nvPr>
        </p:nvSpPr>
        <p:spPr>
          <a:xfrm>
            <a:off x="8043746" y="5628075"/>
            <a:ext cx="3519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85" name="Google Shape;1185;p47"/>
          <p:cNvSpPr txBox="1"/>
          <p:nvPr>
            <p:ph idx="8" type="body"/>
          </p:nvPr>
        </p:nvSpPr>
        <p:spPr>
          <a:xfrm>
            <a:off x="8043746" y="5276665"/>
            <a:ext cx="35166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86" name="Google Shape;1186;p47"/>
          <p:cNvSpPr txBox="1"/>
          <p:nvPr>
            <p:ph idx="9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Infographic">
  <p:cSld name="Template Infographic"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48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grpSp>
        <p:nvGrpSpPr>
          <p:cNvPr id="1189" name="Google Shape;1189;p48"/>
          <p:cNvGrpSpPr/>
          <p:nvPr/>
        </p:nvGrpSpPr>
        <p:grpSpPr>
          <a:xfrm>
            <a:off x="699236" y="2188765"/>
            <a:ext cx="10774119" cy="3996055"/>
            <a:chOff x="699236" y="2188765"/>
            <a:chExt cx="10774119" cy="3996055"/>
          </a:xfrm>
        </p:grpSpPr>
        <p:sp>
          <p:nvSpPr>
            <p:cNvPr id="1190" name="Google Shape;1190;p48"/>
            <p:cNvSpPr/>
            <p:nvPr/>
          </p:nvSpPr>
          <p:spPr>
            <a:xfrm>
              <a:off x="699236" y="2188765"/>
              <a:ext cx="641373" cy="635634"/>
            </a:xfrm>
            <a:custGeom>
              <a:rect b="b" l="l" r="r" t="t"/>
              <a:pathLst>
                <a:path extrusionOk="0" h="635634" w="641373">
                  <a:moveTo>
                    <a:pt x="641360" y="276860"/>
                  </a:moveTo>
                  <a:lnTo>
                    <a:pt x="534490" y="276860"/>
                  </a:lnTo>
                  <a:lnTo>
                    <a:pt x="534490" y="124015"/>
                  </a:lnTo>
                  <a:cubicBezTo>
                    <a:pt x="534598" y="116864"/>
                    <a:pt x="528940" y="110952"/>
                    <a:pt x="521790" y="110744"/>
                  </a:cubicBezTo>
                  <a:lnTo>
                    <a:pt x="440700" y="110744"/>
                  </a:lnTo>
                  <a:lnTo>
                    <a:pt x="440700" y="86995"/>
                  </a:lnTo>
                  <a:cubicBezTo>
                    <a:pt x="441405" y="39770"/>
                    <a:pt x="403788" y="869"/>
                    <a:pt x="356563" y="0"/>
                  </a:cubicBezTo>
                  <a:lnTo>
                    <a:pt x="284808" y="0"/>
                  </a:lnTo>
                  <a:cubicBezTo>
                    <a:pt x="237583" y="869"/>
                    <a:pt x="199966" y="39770"/>
                    <a:pt x="200670" y="86995"/>
                  </a:cubicBezTo>
                  <a:lnTo>
                    <a:pt x="200670" y="110744"/>
                  </a:lnTo>
                  <a:lnTo>
                    <a:pt x="119708" y="110744"/>
                  </a:lnTo>
                  <a:cubicBezTo>
                    <a:pt x="112558" y="110952"/>
                    <a:pt x="106900" y="116864"/>
                    <a:pt x="107008" y="124015"/>
                  </a:cubicBezTo>
                  <a:lnTo>
                    <a:pt x="107008" y="276860"/>
                  </a:lnTo>
                  <a:lnTo>
                    <a:pt x="10" y="276860"/>
                  </a:lnTo>
                  <a:lnTo>
                    <a:pt x="10" y="622427"/>
                  </a:lnTo>
                  <a:cubicBezTo>
                    <a:pt x="-270" y="629437"/>
                    <a:pt x="5184" y="635343"/>
                    <a:pt x="12192" y="635622"/>
                  </a:cubicBezTo>
                  <a:cubicBezTo>
                    <a:pt x="12365" y="635629"/>
                    <a:pt x="12538" y="635635"/>
                    <a:pt x="12710" y="635635"/>
                  </a:cubicBezTo>
                  <a:lnTo>
                    <a:pt x="628660" y="635635"/>
                  </a:lnTo>
                  <a:cubicBezTo>
                    <a:pt x="635677" y="635641"/>
                    <a:pt x="641367" y="629958"/>
                    <a:pt x="641373" y="622948"/>
                  </a:cubicBezTo>
                  <a:cubicBezTo>
                    <a:pt x="641373" y="622770"/>
                    <a:pt x="641367" y="622599"/>
                    <a:pt x="641360" y="622427"/>
                  </a:cubicBezTo>
                  <a:lnTo>
                    <a:pt x="641360" y="276860"/>
                  </a:lnTo>
                  <a:close/>
                  <a:moveTo>
                    <a:pt x="226070" y="86995"/>
                  </a:moveTo>
                  <a:cubicBezTo>
                    <a:pt x="225575" y="54103"/>
                    <a:pt x="251839" y="27038"/>
                    <a:pt x="284732" y="26544"/>
                  </a:cubicBezTo>
                  <a:cubicBezTo>
                    <a:pt x="284757" y="26544"/>
                    <a:pt x="284782" y="26544"/>
                    <a:pt x="284808" y="26543"/>
                  </a:cubicBezTo>
                  <a:lnTo>
                    <a:pt x="356563" y="26543"/>
                  </a:lnTo>
                  <a:cubicBezTo>
                    <a:pt x="389386" y="27134"/>
                    <a:pt x="415542" y="54171"/>
                    <a:pt x="415046" y="86995"/>
                  </a:cubicBezTo>
                  <a:lnTo>
                    <a:pt x="415046" y="161100"/>
                  </a:lnTo>
                  <a:cubicBezTo>
                    <a:pt x="415504" y="193899"/>
                    <a:pt x="389361" y="220897"/>
                    <a:pt x="356563" y="221488"/>
                  </a:cubicBezTo>
                  <a:lnTo>
                    <a:pt x="284808" y="221488"/>
                  </a:lnTo>
                  <a:cubicBezTo>
                    <a:pt x="252010" y="220897"/>
                    <a:pt x="225867" y="193899"/>
                    <a:pt x="226324" y="161100"/>
                  </a:cubicBezTo>
                  <a:lnTo>
                    <a:pt x="226324" y="86995"/>
                  </a:lnTo>
                  <a:close/>
                  <a:moveTo>
                    <a:pt x="25410" y="363855"/>
                  </a:moveTo>
                  <a:cubicBezTo>
                    <a:pt x="25410" y="330518"/>
                    <a:pt x="25855" y="303403"/>
                    <a:pt x="25855" y="303403"/>
                  </a:cubicBezTo>
                  <a:lnTo>
                    <a:pt x="106881" y="303403"/>
                  </a:lnTo>
                  <a:lnTo>
                    <a:pt x="106881" y="609156"/>
                  </a:lnTo>
                  <a:lnTo>
                    <a:pt x="25410" y="609156"/>
                  </a:lnTo>
                  <a:lnTo>
                    <a:pt x="25410" y="363855"/>
                  </a:lnTo>
                  <a:close/>
                  <a:moveTo>
                    <a:pt x="132598" y="290132"/>
                  </a:moveTo>
                  <a:lnTo>
                    <a:pt x="132598" y="137287"/>
                  </a:lnTo>
                  <a:lnTo>
                    <a:pt x="200670" y="137287"/>
                  </a:lnTo>
                  <a:lnTo>
                    <a:pt x="200670" y="161100"/>
                  </a:lnTo>
                  <a:cubicBezTo>
                    <a:pt x="199966" y="208314"/>
                    <a:pt x="237596" y="247196"/>
                    <a:pt x="284808" y="248031"/>
                  </a:cubicBezTo>
                  <a:lnTo>
                    <a:pt x="356563" y="248031"/>
                  </a:lnTo>
                  <a:cubicBezTo>
                    <a:pt x="403775" y="247196"/>
                    <a:pt x="441405" y="208314"/>
                    <a:pt x="440700" y="161100"/>
                  </a:cubicBezTo>
                  <a:lnTo>
                    <a:pt x="440700" y="137287"/>
                  </a:lnTo>
                  <a:lnTo>
                    <a:pt x="508772" y="137287"/>
                  </a:lnTo>
                  <a:lnTo>
                    <a:pt x="508772" y="609156"/>
                  </a:lnTo>
                  <a:lnTo>
                    <a:pt x="387360" y="609156"/>
                  </a:lnTo>
                  <a:lnTo>
                    <a:pt x="387360" y="483743"/>
                  </a:lnTo>
                  <a:cubicBezTo>
                    <a:pt x="387640" y="476733"/>
                    <a:pt x="382185" y="470827"/>
                    <a:pt x="375181" y="470548"/>
                  </a:cubicBezTo>
                  <a:cubicBezTo>
                    <a:pt x="375003" y="470541"/>
                    <a:pt x="374832" y="470535"/>
                    <a:pt x="374660" y="470535"/>
                  </a:cubicBezTo>
                  <a:lnTo>
                    <a:pt x="267091" y="470535"/>
                  </a:lnTo>
                  <a:cubicBezTo>
                    <a:pt x="260075" y="470529"/>
                    <a:pt x="254385" y="476212"/>
                    <a:pt x="254379" y="483222"/>
                  </a:cubicBezTo>
                  <a:cubicBezTo>
                    <a:pt x="254379" y="483400"/>
                    <a:pt x="254385" y="483572"/>
                    <a:pt x="254391" y="483743"/>
                  </a:cubicBezTo>
                  <a:lnTo>
                    <a:pt x="254391" y="608965"/>
                  </a:lnTo>
                  <a:lnTo>
                    <a:pt x="132598" y="608965"/>
                  </a:lnTo>
                  <a:lnTo>
                    <a:pt x="132598" y="290132"/>
                  </a:lnTo>
                  <a:close/>
                  <a:moveTo>
                    <a:pt x="279918" y="609156"/>
                  </a:moveTo>
                  <a:lnTo>
                    <a:pt x="279918" y="497205"/>
                  </a:lnTo>
                  <a:lnTo>
                    <a:pt x="361452" y="497205"/>
                  </a:lnTo>
                  <a:lnTo>
                    <a:pt x="361452" y="609156"/>
                  </a:lnTo>
                  <a:close/>
                  <a:moveTo>
                    <a:pt x="615960" y="609156"/>
                  </a:moveTo>
                  <a:lnTo>
                    <a:pt x="534490" y="609156"/>
                  </a:lnTo>
                  <a:lnTo>
                    <a:pt x="534490" y="303403"/>
                  </a:lnTo>
                  <a:lnTo>
                    <a:pt x="615960" y="303403"/>
                  </a:lnTo>
                  <a:lnTo>
                    <a:pt x="615960" y="609156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1" name="Google Shape;1191;p48"/>
            <p:cNvSpPr/>
            <p:nvPr/>
          </p:nvSpPr>
          <p:spPr>
            <a:xfrm>
              <a:off x="699236" y="2188765"/>
              <a:ext cx="641373" cy="635634"/>
            </a:xfrm>
            <a:custGeom>
              <a:rect b="b" l="l" r="r" t="t"/>
              <a:pathLst>
                <a:path extrusionOk="0" h="635634" w="641373">
                  <a:moveTo>
                    <a:pt x="641360" y="276860"/>
                  </a:moveTo>
                  <a:lnTo>
                    <a:pt x="534490" y="276860"/>
                  </a:lnTo>
                  <a:lnTo>
                    <a:pt x="534490" y="124015"/>
                  </a:lnTo>
                  <a:cubicBezTo>
                    <a:pt x="534598" y="116864"/>
                    <a:pt x="528940" y="110952"/>
                    <a:pt x="521790" y="110744"/>
                  </a:cubicBezTo>
                  <a:lnTo>
                    <a:pt x="440700" y="110744"/>
                  </a:lnTo>
                  <a:lnTo>
                    <a:pt x="440700" y="86995"/>
                  </a:lnTo>
                  <a:cubicBezTo>
                    <a:pt x="441405" y="39770"/>
                    <a:pt x="403788" y="869"/>
                    <a:pt x="356563" y="0"/>
                  </a:cubicBezTo>
                  <a:lnTo>
                    <a:pt x="284808" y="0"/>
                  </a:lnTo>
                  <a:cubicBezTo>
                    <a:pt x="237583" y="869"/>
                    <a:pt x="199966" y="39770"/>
                    <a:pt x="200670" y="86995"/>
                  </a:cubicBezTo>
                  <a:lnTo>
                    <a:pt x="200670" y="110744"/>
                  </a:lnTo>
                  <a:lnTo>
                    <a:pt x="119708" y="110744"/>
                  </a:lnTo>
                  <a:cubicBezTo>
                    <a:pt x="112558" y="110952"/>
                    <a:pt x="106900" y="116864"/>
                    <a:pt x="107008" y="124015"/>
                  </a:cubicBezTo>
                  <a:lnTo>
                    <a:pt x="107008" y="276860"/>
                  </a:lnTo>
                  <a:lnTo>
                    <a:pt x="10" y="276860"/>
                  </a:lnTo>
                  <a:lnTo>
                    <a:pt x="10" y="622427"/>
                  </a:lnTo>
                  <a:cubicBezTo>
                    <a:pt x="-270" y="629437"/>
                    <a:pt x="5184" y="635343"/>
                    <a:pt x="12192" y="635622"/>
                  </a:cubicBezTo>
                  <a:cubicBezTo>
                    <a:pt x="12365" y="635629"/>
                    <a:pt x="12538" y="635635"/>
                    <a:pt x="12710" y="635635"/>
                  </a:cubicBezTo>
                  <a:lnTo>
                    <a:pt x="628660" y="635635"/>
                  </a:lnTo>
                  <a:cubicBezTo>
                    <a:pt x="635677" y="635641"/>
                    <a:pt x="641367" y="629958"/>
                    <a:pt x="641373" y="622948"/>
                  </a:cubicBezTo>
                  <a:cubicBezTo>
                    <a:pt x="641373" y="622770"/>
                    <a:pt x="641367" y="622599"/>
                    <a:pt x="641360" y="622427"/>
                  </a:cubicBezTo>
                  <a:lnTo>
                    <a:pt x="641360" y="276860"/>
                  </a:lnTo>
                  <a:close/>
                  <a:moveTo>
                    <a:pt x="226070" y="86995"/>
                  </a:moveTo>
                  <a:cubicBezTo>
                    <a:pt x="225575" y="54103"/>
                    <a:pt x="251839" y="27038"/>
                    <a:pt x="284732" y="26544"/>
                  </a:cubicBezTo>
                  <a:cubicBezTo>
                    <a:pt x="284757" y="26544"/>
                    <a:pt x="284782" y="26544"/>
                    <a:pt x="284808" y="26543"/>
                  </a:cubicBezTo>
                  <a:lnTo>
                    <a:pt x="356563" y="26543"/>
                  </a:lnTo>
                  <a:cubicBezTo>
                    <a:pt x="389386" y="27134"/>
                    <a:pt x="415542" y="54171"/>
                    <a:pt x="415046" y="86995"/>
                  </a:cubicBezTo>
                  <a:lnTo>
                    <a:pt x="415046" y="161100"/>
                  </a:lnTo>
                  <a:cubicBezTo>
                    <a:pt x="415504" y="193899"/>
                    <a:pt x="389361" y="220897"/>
                    <a:pt x="356563" y="221488"/>
                  </a:cubicBezTo>
                  <a:lnTo>
                    <a:pt x="284808" y="221488"/>
                  </a:lnTo>
                  <a:cubicBezTo>
                    <a:pt x="252010" y="220897"/>
                    <a:pt x="225867" y="193899"/>
                    <a:pt x="226324" y="161100"/>
                  </a:cubicBezTo>
                  <a:lnTo>
                    <a:pt x="226324" y="86995"/>
                  </a:lnTo>
                  <a:close/>
                  <a:moveTo>
                    <a:pt x="25410" y="363855"/>
                  </a:moveTo>
                  <a:cubicBezTo>
                    <a:pt x="25410" y="330518"/>
                    <a:pt x="25855" y="303403"/>
                    <a:pt x="25855" y="303403"/>
                  </a:cubicBezTo>
                  <a:lnTo>
                    <a:pt x="106881" y="303403"/>
                  </a:lnTo>
                  <a:lnTo>
                    <a:pt x="106881" y="609156"/>
                  </a:lnTo>
                  <a:lnTo>
                    <a:pt x="25410" y="609156"/>
                  </a:lnTo>
                  <a:lnTo>
                    <a:pt x="25410" y="363855"/>
                  </a:lnTo>
                  <a:close/>
                  <a:moveTo>
                    <a:pt x="132598" y="290132"/>
                  </a:moveTo>
                  <a:lnTo>
                    <a:pt x="132598" y="137287"/>
                  </a:lnTo>
                  <a:lnTo>
                    <a:pt x="200670" y="137287"/>
                  </a:lnTo>
                  <a:lnTo>
                    <a:pt x="200670" y="161100"/>
                  </a:lnTo>
                  <a:cubicBezTo>
                    <a:pt x="199966" y="208314"/>
                    <a:pt x="237596" y="247196"/>
                    <a:pt x="284808" y="248031"/>
                  </a:cubicBezTo>
                  <a:lnTo>
                    <a:pt x="356563" y="248031"/>
                  </a:lnTo>
                  <a:cubicBezTo>
                    <a:pt x="403775" y="247196"/>
                    <a:pt x="441405" y="208314"/>
                    <a:pt x="440700" y="161100"/>
                  </a:cubicBezTo>
                  <a:lnTo>
                    <a:pt x="440700" y="137287"/>
                  </a:lnTo>
                  <a:lnTo>
                    <a:pt x="508772" y="137287"/>
                  </a:lnTo>
                  <a:lnTo>
                    <a:pt x="508772" y="609156"/>
                  </a:lnTo>
                  <a:lnTo>
                    <a:pt x="387360" y="609156"/>
                  </a:lnTo>
                  <a:lnTo>
                    <a:pt x="387360" y="483743"/>
                  </a:lnTo>
                  <a:cubicBezTo>
                    <a:pt x="387640" y="476733"/>
                    <a:pt x="382185" y="470827"/>
                    <a:pt x="375181" y="470548"/>
                  </a:cubicBezTo>
                  <a:cubicBezTo>
                    <a:pt x="375003" y="470541"/>
                    <a:pt x="374832" y="470535"/>
                    <a:pt x="374660" y="470535"/>
                  </a:cubicBezTo>
                  <a:lnTo>
                    <a:pt x="267091" y="470535"/>
                  </a:lnTo>
                  <a:cubicBezTo>
                    <a:pt x="260075" y="470529"/>
                    <a:pt x="254385" y="476212"/>
                    <a:pt x="254379" y="483222"/>
                  </a:cubicBezTo>
                  <a:cubicBezTo>
                    <a:pt x="254379" y="483400"/>
                    <a:pt x="254385" y="483572"/>
                    <a:pt x="254391" y="483743"/>
                  </a:cubicBezTo>
                  <a:lnTo>
                    <a:pt x="254391" y="608965"/>
                  </a:lnTo>
                  <a:lnTo>
                    <a:pt x="132598" y="608965"/>
                  </a:lnTo>
                  <a:lnTo>
                    <a:pt x="132598" y="290132"/>
                  </a:lnTo>
                  <a:close/>
                  <a:moveTo>
                    <a:pt x="279918" y="609156"/>
                  </a:moveTo>
                  <a:lnTo>
                    <a:pt x="279918" y="497205"/>
                  </a:lnTo>
                  <a:lnTo>
                    <a:pt x="361452" y="497205"/>
                  </a:lnTo>
                  <a:lnTo>
                    <a:pt x="361452" y="609156"/>
                  </a:lnTo>
                  <a:close/>
                  <a:moveTo>
                    <a:pt x="615960" y="609156"/>
                  </a:moveTo>
                  <a:lnTo>
                    <a:pt x="534490" y="609156"/>
                  </a:lnTo>
                  <a:lnTo>
                    <a:pt x="534490" y="303403"/>
                  </a:lnTo>
                  <a:lnTo>
                    <a:pt x="615960" y="303403"/>
                  </a:lnTo>
                  <a:lnTo>
                    <a:pt x="615960" y="609156"/>
                  </a:lnTo>
                  <a:close/>
                </a:path>
              </a:pathLst>
            </a:custGeom>
            <a:noFill/>
            <a:ln cap="flat" cmpd="sng" w="158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2" name="Google Shape;1192;p48"/>
            <p:cNvSpPr/>
            <p:nvPr/>
          </p:nvSpPr>
          <p:spPr>
            <a:xfrm>
              <a:off x="991380" y="2577955"/>
              <a:ext cx="57082" cy="25403"/>
            </a:xfrm>
            <a:custGeom>
              <a:rect b="b" l="l" r="r" t="t"/>
              <a:pathLst>
                <a:path extrusionOk="0" h="25403" w="57082">
                  <a:moveTo>
                    <a:pt x="15523" y="25084"/>
                  </a:moveTo>
                  <a:lnTo>
                    <a:pt x="41559" y="25084"/>
                  </a:lnTo>
                  <a:cubicBezTo>
                    <a:pt x="48397" y="26640"/>
                    <a:pt x="55205" y="22360"/>
                    <a:pt x="56760" y="15521"/>
                  </a:cubicBezTo>
                  <a:cubicBezTo>
                    <a:pt x="58323" y="8682"/>
                    <a:pt x="54043" y="1875"/>
                    <a:pt x="47204" y="319"/>
                  </a:cubicBezTo>
                  <a:cubicBezTo>
                    <a:pt x="45343" y="-106"/>
                    <a:pt x="43419" y="-106"/>
                    <a:pt x="41559" y="319"/>
                  </a:cubicBezTo>
                  <a:lnTo>
                    <a:pt x="15523" y="319"/>
                  </a:lnTo>
                  <a:cubicBezTo>
                    <a:pt x="8685" y="-1236"/>
                    <a:pt x="1877" y="3043"/>
                    <a:pt x="322" y="9882"/>
                  </a:cubicBezTo>
                  <a:cubicBezTo>
                    <a:pt x="-1241" y="16721"/>
                    <a:pt x="3039" y="23529"/>
                    <a:pt x="9878" y="25084"/>
                  </a:cubicBezTo>
                  <a:cubicBezTo>
                    <a:pt x="11739" y="25510"/>
                    <a:pt x="13663" y="25510"/>
                    <a:pt x="15523" y="25084"/>
                  </a:cubicBezTo>
                  <a:close/>
                </a:path>
              </a:pathLst>
            </a:custGeom>
            <a:solidFill>
              <a:srgbClr val="396C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3" name="Google Shape;1193;p48"/>
            <p:cNvSpPr/>
            <p:nvPr/>
          </p:nvSpPr>
          <p:spPr>
            <a:xfrm>
              <a:off x="991380" y="2577955"/>
              <a:ext cx="57082" cy="25403"/>
            </a:xfrm>
            <a:custGeom>
              <a:rect b="b" l="l" r="r" t="t"/>
              <a:pathLst>
                <a:path extrusionOk="0" h="25403" w="57082">
                  <a:moveTo>
                    <a:pt x="15523" y="25084"/>
                  </a:moveTo>
                  <a:lnTo>
                    <a:pt x="41559" y="25084"/>
                  </a:lnTo>
                  <a:cubicBezTo>
                    <a:pt x="48397" y="26640"/>
                    <a:pt x="55205" y="22360"/>
                    <a:pt x="56760" y="15521"/>
                  </a:cubicBezTo>
                  <a:cubicBezTo>
                    <a:pt x="58323" y="8682"/>
                    <a:pt x="54043" y="1875"/>
                    <a:pt x="47204" y="319"/>
                  </a:cubicBezTo>
                  <a:cubicBezTo>
                    <a:pt x="45343" y="-106"/>
                    <a:pt x="43419" y="-106"/>
                    <a:pt x="41559" y="319"/>
                  </a:cubicBezTo>
                  <a:lnTo>
                    <a:pt x="15523" y="319"/>
                  </a:lnTo>
                  <a:cubicBezTo>
                    <a:pt x="8685" y="-1236"/>
                    <a:pt x="1877" y="3043"/>
                    <a:pt x="322" y="9882"/>
                  </a:cubicBezTo>
                  <a:cubicBezTo>
                    <a:pt x="-1241" y="16721"/>
                    <a:pt x="3039" y="23529"/>
                    <a:pt x="9878" y="25084"/>
                  </a:cubicBezTo>
                  <a:cubicBezTo>
                    <a:pt x="11739" y="25510"/>
                    <a:pt x="13663" y="25510"/>
                    <a:pt x="15523" y="25084"/>
                  </a:cubicBezTo>
                  <a:close/>
                </a:path>
              </a:pathLst>
            </a:custGeom>
            <a:solidFill>
              <a:srgbClr val="226FFF"/>
            </a:solidFill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4" name="Google Shape;1194;p48"/>
            <p:cNvSpPr/>
            <p:nvPr/>
          </p:nvSpPr>
          <p:spPr>
            <a:xfrm>
              <a:off x="991380" y="2507723"/>
              <a:ext cx="57082" cy="25404"/>
            </a:xfrm>
            <a:custGeom>
              <a:rect b="b" l="l" r="r" t="t"/>
              <a:pathLst>
                <a:path extrusionOk="0" h="25404" w="57082">
                  <a:moveTo>
                    <a:pt x="15523" y="25085"/>
                  </a:moveTo>
                  <a:lnTo>
                    <a:pt x="41559" y="25085"/>
                  </a:lnTo>
                  <a:cubicBezTo>
                    <a:pt x="48397" y="26641"/>
                    <a:pt x="55205" y="22361"/>
                    <a:pt x="56760" y="15522"/>
                  </a:cubicBezTo>
                  <a:cubicBezTo>
                    <a:pt x="58323" y="8686"/>
                    <a:pt x="54043" y="1878"/>
                    <a:pt x="47204" y="320"/>
                  </a:cubicBezTo>
                  <a:cubicBezTo>
                    <a:pt x="45343" y="-103"/>
                    <a:pt x="43419" y="-103"/>
                    <a:pt x="41559" y="320"/>
                  </a:cubicBezTo>
                  <a:lnTo>
                    <a:pt x="15523" y="320"/>
                  </a:lnTo>
                  <a:cubicBezTo>
                    <a:pt x="8685" y="-1238"/>
                    <a:pt x="1877" y="3042"/>
                    <a:pt x="322" y="9881"/>
                  </a:cubicBezTo>
                  <a:cubicBezTo>
                    <a:pt x="-1241" y="16722"/>
                    <a:pt x="3039" y="23529"/>
                    <a:pt x="9878" y="25085"/>
                  </a:cubicBezTo>
                  <a:cubicBezTo>
                    <a:pt x="11739" y="25511"/>
                    <a:pt x="13663" y="25511"/>
                    <a:pt x="15523" y="25085"/>
                  </a:cubicBezTo>
                  <a:close/>
                </a:path>
              </a:pathLst>
            </a:custGeom>
            <a:solidFill>
              <a:srgbClr val="396C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5" name="Google Shape;1195;p48"/>
            <p:cNvSpPr/>
            <p:nvPr/>
          </p:nvSpPr>
          <p:spPr>
            <a:xfrm>
              <a:off x="991380" y="2507723"/>
              <a:ext cx="57082" cy="25404"/>
            </a:xfrm>
            <a:custGeom>
              <a:rect b="b" l="l" r="r" t="t"/>
              <a:pathLst>
                <a:path extrusionOk="0" h="25404" w="57082">
                  <a:moveTo>
                    <a:pt x="15523" y="25085"/>
                  </a:moveTo>
                  <a:lnTo>
                    <a:pt x="41559" y="25085"/>
                  </a:lnTo>
                  <a:cubicBezTo>
                    <a:pt x="48397" y="26641"/>
                    <a:pt x="55205" y="22361"/>
                    <a:pt x="56760" y="15522"/>
                  </a:cubicBezTo>
                  <a:cubicBezTo>
                    <a:pt x="58323" y="8686"/>
                    <a:pt x="54043" y="1878"/>
                    <a:pt x="47204" y="320"/>
                  </a:cubicBezTo>
                  <a:cubicBezTo>
                    <a:pt x="45343" y="-103"/>
                    <a:pt x="43419" y="-103"/>
                    <a:pt x="41559" y="320"/>
                  </a:cubicBezTo>
                  <a:lnTo>
                    <a:pt x="15523" y="320"/>
                  </a:lnTo>
                  <a:cubicBezTo>
                    <a:pt x="8685" y="-1238"/>
                    <a:pt x="1877" y="3042"/>
                    <a:pt x="322" y="9881"/>
                  </a:cubicBezTo>
                  <a:cubicBezTo>
                    <a:pt x="-1241" y="16722"/>
                    <a:pt x="3039" y="23529"/>
                    <a:pt x="9878" y="25085"/>
                  </a:cubicBezTo>
                  <a:cubicBezTo>
                    <a:pt x="11739" y="25511"/>
                    <a:pt x="13663" y="25511"/>
                    <a:pt x="15523" y="25085"/>
                  </a:cubicBezTo>
                  <a:close/>
                </a:path>
              </a:pathLst>
            </a:custGeom>
            <a:solidFill>
              <a:srgbClr val="226FFF"/>
            </a:solidFill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6" name="Google Shape;1196;p48"/>
            <p:cNvSpPr/>
            <p:nvPr/>
          </p:nvSpPr>
          <p:spPr>
            <a:xfrm>
              <a:off x="896512" y="2577955"/>
              <a:ext cx="57081" cy="25403"/>
            </a:xfrm>
            <a:custGeom>
              <a:rect b="b" l="l" r="r" t="t"/>
              <a:pathLst>
                <a:path extrusionOk="0" h="25403" w="57081">
                  <a:moveTo>
                    <a:pt x="41559" y="319"/>
                  </a:moveTo>
                  <a:lnTo>
                    <a:pt x="15524" y="319"/>
                  </a:lnTo>
                  <a:cubicBezTo>
                    <a:pt x="8685" y="-1236"/>
                    <a:pt x="1877" y="3043"/>
                    <a:pt x="322" y="9882"/>
                  </a:cubicBezTo>
                  <a:cubicBezTo>
                    <a:pt x="-1240" y="16721"/>
                    <a:pt x="3039" y="23529"/>
                    <a:pt x="9878" y="25084"/>
                  </a:cubicBezTo>
                  <a:cubicBezTo>
                    <a:pt x="11739" y="25510"/>
                    <a:pt x="13663" y="25510"/>
                    <a:pt x="15524" y="25084"/>
                  </a:cubicBezTo>
                  <a:lnTo>
                    <a:pt x="41559" y="25084"/>
                  </a:lnTo>
                  <a:cubicBezTo>
                    <a:pt x="48397" y="26640"/>
                    <a:pt x="55205" y="22360"/>
                    <a:pt x="56760" y="15521"/>
                  </a:cubicBezTo>
                  <a:cubicBezTo>
                    <a:pt x="58323" y="8682"/>
                    <a:pt x="54043" y="1875"/>
                    <a:pt x="47204" y="319"/>
                  </a:cubicBezTo>
                  <a:cubicBezTo>
                    <a:pt x="45343" y="-106"/>
                    <a:pt x="43419" y="-106"/>
                    <a:pt x="41559" y="319"/>
                  </a:cubicBezTo>
                  <a:close/>
                </a:path>
              </a:pathLst>
            </a:custGeom>
            <a:solidFill>
              <a:srgbClr val="396C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7" name="Google Shape;1197;p48"/>
            <p:cNvSpPr/>
            <p:nvPr/>
          </p:nvSpPr>
          <p:spPr>
            <a:xfrm>
              <a:off x="896512" y="2577955"/>
              <a:ext cx="57081" cy="25403"/>
            </a:xfrm>
            <a:custGeom>
              <a:rect b="b" l="l" r="r" t="t"/>
              <a:pathLst>
                <a:path extrusionOk="0" h="25403" w="57081">
                  <a:moveTo>
                    <a:pt x="41559" y="319"/>
                  </a:moveTo>
                  <a:lnTo>
                    <a:pt x="15524" y="319"/>
                  </a:lnTo>
                  <a:cubicBezTo>
                    <a:pt x="8685" y="-1236"/>
                    <a:pt x="1877" y="3043"/>
                    <a:pt x="322" y="9882"/>
                  </a:cubicBezTo>
                  <a:cubicBezTo>
                    <a:pt x="-1240" y="16721"/>
                    <a:pt x="3039" y="23529"/>
                    <a:pt x="9878" y="25084"/>
                  </a:cubicBezTo>
                  <a:cubicBezTo>
                    <a:pt x="11739" y="25510"/>
                    <a:pt x="13663" y="25510"/>
                    <a:pt x="15524" y="25084"/>
                  </a:cubicBezTo>
                  <a:lnTo>
                    <a:pt x="41559" y="25084"/>
                  </a:lnTo>
                  <a:cubicBezTo>
                    <a:pt x="48397" y="26640"/>
                    <a:pt x="55205" y="22360"/>
                    <a:pt x="56760" y="15521"/>
                  </a:cubicBezTo>
                  <a:cubicBezTo>
                    <a:pt x="58323" y="8682"/>
                    <a:pt x="54043" y="1875"/>
                    <a:pt x="47204" y="319"/>
                  </a:cubicBezTo>
                  <a:cubicBezTo>
                    <a:pt x="45343" y="-106"/>
                    <a:pt x="43419" y="-106"/>
                    <a:pt x="41559" y="319"/>
                  </a:cubicBezTo>
                  <a:close/>
                </a:path>
              </a:pathLst>
            </a:custGeom>
            <a:solidFill>
              <a:srgbClr val="226FFF"/>
            </a:solidFill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8" name="Google Shape;1198;p48"/>
            <p:cNvSpPr/>
            <p:nvPr/>
          </p:nvSpPr>
          <p:spPr>
            <a:xfrm>
              <a:off x="896512" y="2507723"/>
              <a:ext cx="57081" cy="25404"/>
            </a:xfrm>
            <a:custGeom>
              <a:rect b="b" l="l" r="r" t="t"/>
              <a:pathLst>
                <a:path extrusionOk="0" h="25404" w="57081">
                  <a:moveTo>
                    <a:pt x="15524" y="25085"/>
                  </a:moveTo>
                  <a:lnTo>
                    <a:pt x="41559" y="25085"/>
                  </a:lnTo>
                  <a:cubicBezTo>
                    <a:pt x="48397" y="26641"/>
                    <a:pt x="55205" y="22361"/>
                    <a:pt x="56760" y="15522"/>
                  </a:cubicBezTo>
                  <a:cubicBezTo>
                    <a:pt x="58323" y="8686"/>
                    <a:pt x="54043" y="1878"/>
                    <a:pt x="47204" y="320"/>
                  </a:cubicBezTo>
                  <a:cubicBezTo>
                    <a:pt x="45343" y="-103"/>
                    <a:pt x="43419" y="-103"/>
                    <a:pt x="41559" y="320"/>
                  </a:cubicBezTo>
                  <a:lnTo>
                    <a:pt x="15524" y="320"/>
                  </a:lnTo>
                  <a:cubicBezTo>
                    <a:pt x="8685" y="-1238"/>
                    <a:pt x="1877" y="3042"/>
                    <a:pt x="322" y="9881"/>
                  </a:cubicBezTo>
                  <a:cubicBezTo>
                    <a:pt x="-1240" y="16722"/>
                    <a:pt x="3039" y="23529"/>
                    <a:pt x="9878" y="25085"/>
                  </a:cubicBezTo>
                  <a:cubicBezTo>
                    <a:pt x="11739" y="25511"/>
                    <a:pt x="13663" y="25511"/>
                    <a:pt x="15524" y="2508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9" name="Google Shape;1199;p48"/>
            <p:cNvSpPr/>
            <p:nvPr/>
          </p:nvSpPr>
          <p:spPr>
            <a:xfrm>
              <a:off x="896512" y="2507723"/>
              <a:ext cx="57081" cy="25404"/>
            </a:xfrm>
            <a:custGeom>
              <a:rect b="b" l="l" r="r" t="t"/>
              <a:pathLst>
                <a:path extrusionOk="0" h="25404" w="57081">
                  <a:moveTo>
                    <a:pt x="15524" y="25085"/>
                  </a:moveTo>
                  <a:lnTo>
                    <a:pt x="41559" y="25085"/>
                  </a:lnTo>
                  <a:cubicBezTo>
                    <a:pt x="48397" y="26641"/>
                    <a:pt x="55205" y="22361"/>
                    <a:pt x="56760" y="15522"/>
                  </a:cubicBezTo>
                  <a:cubicBezTo>
                    <a:pt x="58323" y="8686"/>
                    <a:pt x="54043" y="1878"/>
                    <a:pt x="47204" y="320"/>
                  </a:cubicBezTo>
                  <a:cubicBezTo>
                    <a:pt x="45343" y="-103"/>
                    <a:pt x="43419" y="-103"/>
                    <a:pt x="41559" y="320"/>
                  </a:cubicBezTo>
                  <a:lnTo>
                    <a:pt x="15524" y="320"/>
                  </a:lnTo>
                  <a:cubicBezTo>
                    <a:pt x="8685" y="-1238"/>
                    <a:pt x="1877" y="3042"/>
                    <a:pt x="322" y="9881"/>
                  </a:cubicBezTo>
                  <a:cubicBezTo>
                    <a:pt x="-1240" y="16722"/>
                    <a:pt x="3039" y="23529"/>
                    <a:pt x="9878" y="25085"/>
                  </a:cubicBezTo>
                  <a:cubicBezTo>
                    <a:pt x="11739" y="25511"/>
                    <a:pt x="13663" y="25511"/>
                    <a:pt x="15524" y="2508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0" name="Google Shape;1200;p48"/>
            <p:cNvSpPr/>
            <p:nvPr/>
          </p:nvSpPr>
          <p:spPr>
            <a:xfrm>
              <a:off x="1086250" y="2577955"/>
              <a:ext cx="57081" cy="25403"/>
            </a:xfrm>
            <a:custGeom>
              <a:rect b="b" l="l" r="r" t="t"/>
              <a:pathLst>
                <a:path extrusionOk="0" h="25403" w="57081">
                  <a:moveTo>
                    <a:pt x="15523" y="25084"/>
                  </a:moveTo>
                  <a:lnTo>
                    <a:pt x="41559" y="25084"/>
                  </a:lnTo>
                  <a:cubicBezTo>
                    <a:pt x="48397" y="26640"/>
                    <a:pt x="55205" y="22360"/>
                    <a:pt x="56760" y="15521"/>
                  </a:cubicBezTo>
                  <a:cubicBezTo>
                    <a:pt x="58323" y="8682"/>
                    <a:pt x="54043" y="1875"/>
                    <a:pt x="47204" y="319"/>
                  </a:cubicBezTo>
                  <a:cubicBezTo>
                    <a:pt x="45343" y="-106"/>
                    <a:pt x="43419" y="-106"/>
                    <a:pt x="41559" y="319"/>
                  </a:cubicBezTo>
                  <a:lnTo>
                    <a:pt x="15523" y="319"/>
                  </a:lnTo>
                  <a:cubicBezTo>
                    <a:pt x="8685" y="-1236"/>
                    <a:pt x="1877" y="3043"/>
                    <a:pt x="322" y="9882"/>
                  </a:cubicBezTo>
                  <a:cubicBezTo>
                    <a:pt x="-1241" y="16721"/>
                    <a:pt x="3039" y="23529"/>
                    <a:pt x="9878" y="25084"/>
                  </a:cubicBezTo>
                  <a:cubicBezTo>
                    <a:pt x="11739" y="25510"/>
                    <a:pt x="13663" y="25510"/>
                    <a:pt x="15523" y="25084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1" name="Google Shape;1201;p48"/>
            <p:cNvSpPr/>
            <p:nvPr/>
          </p:nvSpPr>
          <p:spPr>
            <a:xfrm>
              <a:off x="1086250" y="2577955"/>
              <a:ext cx="57081" cy="25403"/>
            </a:xfrm>
            <a:custGeom>
              <a:rect b="b" l="l" r="r" t="t"/>
              <a:pathLst>
                <a:path extrusionOk="0" h="25403" w="57081">
                  <a:moveTo>
                    <a:pt x="15523" y="25084"/>
                  </a:moveTo>
                  <a:lnTo>
                    <a:pt x="41559" y="25084"/>
                  </a:lnTo>
                  <a:cubicBezTo>
                    <a:pt x="48397" y="26640"/>
                    <a:pt x="55205" y="22360"/>
                    <a:pt x="56760" y="15521"/>
                  </a:cubicBezTo>
                  <a:cubicBezTo>
                    <a:pt x="58323" y="8682"/>
                    <a:pt x="54043" y="1875"/>
                    <a:pt x="47204" y="319"/>
                  </a:cubicBezTo>
                  <a:cubicBezTo>
                    <a:pt x="45343" y="-106"/>
                    <a:pt x="43419" y="-106"/>
                    <a:pt x="41559" y="319"/>
                  </a:cubicBezTo>
                  <a:lnTo>
                    <a:pt x="15523" y="319"/>
                  </a:lnTo>
                  <a:cubicBezTo>
                    <a:pt x="8685" y="-1236"/>
                    <a:pt x="1877" y="3043"/>
                    <a:pt x="322" y="9882"/>
                  </a:cubicBezTo>
                  <a:cubicBezTo>
                    <a:pt x="-1241" y="16721"/>
                    <a:pt x="3039" y="23529"/>
                    <a:pt x="9878" y="25084"/>
                  </a:cubicBezTo>
                  <a:cubicBezTo>
                    <a:pt x="11739" y="25510"/>
                    <a:pt x="13663" y="25510"/>
                    <a:pt x="15523" y="25084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2" name="Google Shape;1202;p48"/>
            <p:cNvSpPr/>
            <p:nvPr/>
          </p:nvSpPr>
          <p:spPr>
            <a:xfrm>
              <a:off x="1086250" y="2507723"/>
              <a:ext cx="57081" cy="25404"/>
            </a:xfrm>
            <a:custGeom>
              <a:rect b="b" l="l" r="r" t="t"/>
              <a:pathLst>
                <a:path extrusionOk="0" h="25404" w="57081">
                  <a:moveTo>
                    <a:pt x="15523" y="25085"/>
                  </a:moveTo>
                  <a:lnTo>
                    <a:pt x="41559" y="25085"/>
                  </a:lnTo>
                  <a:cubicBezTo>
                    <a:pt x="48397" y="26641"/>
                    <a:pt x="55205" y="22361"/>
                    <a:pt x="56760" y="15522"/>
                  </a:cubicBezTo>
                  <a:cubicBezTo>
                    <a:pt x="58323" y="8686"/>
                    <a:pt x="54043" y="1878"/>
                    <a:pt x="47204" y="320"/>
                  </a:cubicBezTo>
                  <a:cubicBezTo>
                    <a:pt x="45343" y="-103"/>
                    <a:pt x="43419" y="-103"/>
                    <a:pt x="41559" y="320"/>
                  </a:cubicBezTo>
                  <a:lnTo>
                    <a:pt x="15523" y="320"/>
                  </a:lnTo>
                  <a:cubicBezTo>
                    <a:pt x="8685" y="-1238"/>
                    <a:pt x="1877" y="3042"/>
                    <a:pt x="322" y="9881"/>
                  </a:cubicBezTo>
                  <a:cubicBezTo>
                    <a:pt x="-1241" y="16722"/>
                    <a:pt x="3039" y="23529"/>
                    <a:pt x="9878" y="25085"/>
                  </a:cubicBezTo>
                  <a:cubicBezTo>
                    <a:pt x="11739" y="25511"/>
                    <a:pt x="13663" y="25511"/>
                    <a:pt x="15523" y="2508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3" name="Google Shape;1203;p48"/>
            <p:cNvSpPr/>
            <p:nvPr/>
          </p:nvSpPr>
          <p:spPr>
            <a:xfrm>
              <a:off x="1086250" y="2507723"/>
              <a:ext cx="57081" cy="25404"/>
            </a:xfrm>
            <a:custGeom>
              <a:rect b="b" l="l" r="r" t="t"/>
              <a:pathLst>
                <a:path extrusionOk="0" h="25404" w="57081">
                  <a:moveTo>
                    <a:pt x="15523" y="25085"/>
                  </a:moveTo>
                  <a:lnTo>
                    <a:pt x="41559" y="25085"/>
                  </a:lnTo>
                  <a:cubicBezTo>
                    <a:pt x="48397" y="26641"/>
                    <a:pt x="55205" y="22361"/>
                    <a:pt x="56760" y="15522"/>
                  </a:cubicBezTo>
                  <a:cubicBezTo>
                    <a:pt x="58323" y="8686"/>
                    <a:pt x="54043" y="1878"/>
                    <a:pt x="47204" y="320"/>
                  </a:cubicBezTo>
                  <a:cubicBezTo>
                    <a:pt x="45343" y="-103"/>
                    <a:pt x="43419" y="-103"/>
                    <a:pt x="41559" y="320"/>
                  </a:cubicBezTo>
                  <a:lnTo>
                    <a:pt x="15523" y="320"/>
                  </a:lnTo>
                  <a:cubicBezTo>
                    <a:pt x="8685" y="-1238"/>
                    <a:pt x="1877" y="3042"/>
                    <a:pt x="322" y="9881"/>
                  </a:cubicBezTo>
                  <a:cubicBezTo>
                    <a:pt x="-1241" y="16722"/>
                    <a:pt x="3039" y="23529"/>
                    <a:pt x="9878" y="25085"/>
                  </a:cubicBezTo>
                  <a:cubicBezTo>
                    <a:pt x="11739" y="25511"/>
                    <a:pt x="13663" y="25511"/>
                    <a:pt x="15523" y="2508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4" name="Google Shape;1204;p48"/>
            <p:cNvSpPr/>
            <p:nvPr/>
          </p:nvSpPr>
          <p:spPr>
            <a:xfrm>
              <a:off x="953310" y="2242550"/>
              <a:ext cx="133095" cy="135762"/>
            </a:xfrm>
            <a:custGeom>
              <a:rect b="b" l="l" r="r" t="t"/>
              <a:pathLst>
                <a:path extrusionOk="0" h="135762" w="133095">
                  <a:moveTo>
                    <a:pt x="13208" y="81089"/>
                  </a:moveTo>
                  <a:lnTo>
                    <a:pt x="53848" y="81089"/>
                  </a:lnTo>
                  <a:lnTo>
                    <a:pt x="53848" y="123063"/>
                  </a:lnTo>
                  <a:cubicBezTo>
                    <a:pt x="53848" y="130077"/>
                    <a:pt x="59531" y="135763"/>
                    <a:pt x="66548" y="135763"/>
                  </a:cubicBezTo>
                  <a:cubicBezTo>
                    <a:pt x="73565" y="135763"/>
                    <a:pt x="79248" y="130077"/>
                    <a:pt x="79248" y="123063"/>
                  </a:cubicBezTo>
                  <a:lnTo>
                    <a:pt x="79248" y="81089"/>
                  </a:lnTo>
                  <a:lnTo>
                    <a:pt x="119888" y="81089"/>
                  </a:lnTo>
                  <a:cubicBezTo>
                    <a:pt x="127184" y="81089"/>
                    <a:pt x="133096" y="75176"/>
                    <a:pt x="133096" y="67882"/>
                  </a:cubicBezTo>
                  <a:cubicBezTo>
                    <a:pt x="133096" y="60587"/>
                    <a:pt x="127184" y="54674"/>
                    <a:pt x="119888" y="54674"/>
                  </a:cubicBezTo>
                  <a:lnTo>
                    <a:pt x="79248" y="54674"/>
                  </a:lnTo>
                  <a:lnTo>
                    <a:pt x="79248" y="12700"/>
                  </a:lnTo>
                  <a:cubicBezTo>
                    <a:pt x="79248" y="5686"/>
                    <a:pt x="73565" y="0"/>
                    <a:pt x="66548" y="0"/>
                  </a:cubicBezTo>
                  <a:cubicBezTo>
                    <a:pt x="59531" y="0"/>
                    <a:pt x="53848" y="5686"/>
                    <a:pt x="53848" y="12700"/>
                  </a:cubicBezTo>
                  <a:lnTo>
                    <a:pt x="53848" y="54674"/>
                  </a:lnTo>
                  <a:lnTo>
                    <a:pt x="13208" y="54674"/>
                  </a:lnTo>
                  <a:cubicBezTo>
                    <a:pt x="5912" y="54674"/>
                    <a:pt x="0" y="60587"/>
                    <a:pt x="0" y="67882"/>
                  </a:cubicBezTo>
                  <a:cubicBezTo>
                    <a:pt x="0" y="75176"/>
                    <a:pt x="5912" y="81089"/>
                    <a:pt x="13208" y="81089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5" name="Google Shape;1205;p48"/>
            <p:cNvSpPr/>
            <p:nvPr/>
          </p:nvSpPr>
          <p:spPr>
            <a:xfrm>
              <a:off x="953310" y="2242550"/>
              <a:ext cx="133095" cy="135762"/>
            </a:xfrm>
            <a:custGeom>
              <a:rect b="b" l="l" r="r" t="t"/>
              <a:pathLst>
                <a:path extrusionOk="0" h="135762" w="133095">
                  <a:moveTo>
                    <a:pt x="13208" y="81089"/>
                  </a:moveTo>
                  <a:lnTo>
                    <a:pt x="53848" y="81089"/>
                  </a:lnTo>
                  <a:lnTo>
                    <a:pt x="53848" y="123063"/>
                  </a:lnTo>
                  <a:cubicBezTo>
                    <a:pt x="53848" y="130077"/>
                    <a:pt x="59531" y="135763"/>
                    <a:pt x="66548" y="135763"/>
                  </a:cubicBezTo>
                  <a:cubicBezTo>
                    <a:pt x="73565" y="135763"/>
                    <a:pt x="79248" y="130077"/>
                    <a:pt x="79248" y="123063"/>
                  </a:cubicBezTo>
                  <a:lnTo>
                    <a:pt x="79248" y="81089"/>
                  </a:lnTo>
                  <a:lnTo>
                    <a:pt x="119888" y="81089"/>
                  </a:lnTo>
                  <a:cubicBezTo>
                    <a:pt x="127184" y="81089"/>
                    <a:pt x="133096" y="75176"/>
                    <a:pt x="133096" y="67882"/>
                  </a:cubicBezTo>
                  <a:cubicBezTo>
                    <a:pt x="133096" y="60587"/>
                    <a:pt x="127184" y="54674"/>
                    <a:pt x="119888" y="54674"/>
                  </a:cubicBezTo>
                  <a:lnTo>
                    <a:pt x="79248" y="54674"/>
                  </a:lnTo>
                  <a:lnTo>
                    <a:pt x="79248" y="12700"/>
                  </a:lnTo>
                  <a:cubicBezTo>
                    <a:pt x="79248" y="5686"/>
                    <a:pt x="73565" y="0"/>
                    <a:pt x="66548" y="0"/>
                  </a:cubicBezTo>
                  <a:cubicBezTo>
                    <a:pt x="59531" y="0"/>
                    <a:pt x="53848" y="5686"/>
                    <a:pt x="53848" y="12700"/>
                  </a:cubicBezTo>
                  <a:lnTo>
                    <a:pt x="53848" y="54674"/>
                  </a:lnTo>
                  <a:lnTo>
                    <a:pt x="13208" y="54674"/>
                  </a:lnTo>
                  <a:cubicBezTo>
                    <a:pt x="5912" y="54674"/>
                    <a:pt x="0" y="60587"/>
                    <a:pt x="0" y="67882"/>
                  </a:cubicBezTo>
                  <a:cubicBezTo>
                    <a:pt x="0" y="75176"/>
                    <a:pt x="5912" y="81089"/>
                    <a:pt x="13208" y="8108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2D4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6" name="Google Shape;1206;p48"/>
            <p:cNvSpPr/>
            <p:nvPr/>
          </p:nvSpPr>
          <p:spPr>
            <a:xfrm>
              <a:off x="2217277" y="3444605"/>
              <a:ext cx="650620" cy="200088"/>
            </a:xfrm>
            <a:custGeom>
              <a:rect b="b" l="l" r="r" t="t"/>
              <a:pathLst>
                <a:path extrusionOk="0" h="200088" w="650620">
                  <a:moveTo>
                    <a:pt x="650621" y="133350"/>
                  </a:moveTo>
                  <a:cubicBezTo>
                    <a:pt x="650621" y="170180"/>
                    <a:pt x="505016" y="200089"/>
                    <a:pt x="325311" y="200089"/>
                  </a:cubicBezTo>
                  <a:cubicBezTo>
                    <a:pt x="145605" y="200089"/>
                    <a:pt x="0" y="170180"/>
                    <a:pt x="0" y="133350"/>
                  </a:cubicBezTo>
                  <a:lnTo>
                    <a:pt x="0" y="0"/>
                  </a:lnTo>
                  <a:lnTo>
                    <a:pt x="650621" y="0"/>
                  </a:lnTo>
                  <a:lnTo>
                    <a:pt x="650621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7" name="Google Shape;1207;p48"/>
            <p:cNvSpPr/>
            <p:nvPr/>
          </p:nvSpPr>
          <p:spPr>
            <a:xfrm>
              <a:off x="2214992" y="3442192"/>
              <a:ext cx="655256" cy="204787"/>
            </a:xfrm>
            <a:custGeom>
              <a:rect b="b" l="l" r="r" t="t"/>
              <a:pathLst>
                <a:path extrusionOk="0" h="204787" w="655256">
                  <a:moveTo>
                    <a:pt x="327596" y="204787"/>
                  </a:moveTo>
                  <a:cubicBezTo>
                    <a:pt x="143891" y="204787"/>
                    <a:pt x="0" y="174498"/>
                    <a:pt x="0" y="135763"/>
                  </a:cubicBezTo>
                  <a:lnTo>
                    <a:pt x="0" y="0"/>
                  </a:lnTo>
                  <a:lnTo>
                    <a:pt x="655257" y="0"/>
                  </a:lnTo>
                  <a:lnTo>
                    <a:pt x="655257" y="135763"/>
                  </a:lnTo>
                  <a:cubicBezTo>
                    <a:pt x="655257" y="174498"/>
                    <a:pt x="511302" y="204787"/>
                    <a:pt x="327596" y="204787"/>
                  </a:cubicBezTo>
                  <a:close/>
                  <a:moveTo>
                    <a:pt x="4572" y="4572"/>
                  </a:moveTo>
                  <a:lnTo>
                    <a:pt x="4572" y="135763"/>
                  </a:lnTo>
                  <a:cubicBezTo>
                    <a:pt x="4572" y="152146"/>
                    <a:pt x="38671" y="168529"/>
                    <a:pt x="98044" y="180721"/>
                  </a:cubicBezTo>
                  <a:cubicBezTo>
                    <a:pt x="159321" y="193421"/>
                    <a:pt x="240855" y="200215"/>
                    <a:pt x="327596" y="200215"/>
                  </a:cubicBezTo>
                  <a:cubicBezTo>
                    <a:pt x="414338" y="200215"/>
                    <a:pt x="495871" y="193294"/>
                    <a:pt x="557213" y="180721"/>
                  </a:cubicBezTo>
                  <a:cubicBezTo>
                    <a:pt x="616585" y="168529"/>
                    <a:pt x="650621" y="152146"/>
                    <a:pt x="650621" y="135763"/>
                  </a:cubicBezTo>
                  <a:lnTo>
                    <a:pt x="650621" y="4572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8" name="Google Shape;1208;p48"/>
            <p:cNvSpPr/>
            <p:nvPr/>
          </p:nvSpPr>
          <p:spPr>
            <a:xfrm>
              <a:off x="2217277" y="3377739"/>
              <a:ext cx="650620" cy="133476"/>
            </a:xfrm>
            <a:custGeom>
              <a:rect b="b" l="l" r="r" t="t"/>
              <a:pathLst>
                <a:path extrusionOk="0" h="133476" w="650620">
                  <a:moveTo>
                    <a:pt x="650621" y="66739"/>
                  </a:moveTo>
                  <a:cubicBezTo>
                    <a:pt x="650621" y="103568"/>
                    <a:pt x="505016" y="133477"/>
                    <a:pt x="325311" y="133477"/>
                  </a:cubicBezTo>
                  <a:cubicBezTo>
                    <a:pt x="145605" y="133477"/>
                    <a:pt x="0" y="103568"/>
                    <a:pt x="0" y="66739"/>
                  </a:cubicBezTo>
                  <a:cubicBezTo>
                    <a:pt x="0" y="29909"/>
                    <a:pt x="145669" y="0"/>
                    <a:pt x="325311" y="0"/>
                  </a:cubicBezTo>
                  <a:cubicBezTo>
                    <a:pt x="504952" y="0"/>
                    <a:pt x="650621" y="29909"/>
                    <a:pt x="650621" y="667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9" name="Google Shape;1209;p48"/>
            <p:cNvSpPr/>
            <p:nvPr/>
          </p:nvSpPr>
          <p:spPr>
            <a:xfrm>
              <a:off x="2214992" y="3375453"/>
              <a:ext cx="655256" cy="138049"/>
            </a:xfrm>
            <a:custGeom>
              <a:rect b="b" l="l" r="r" t="t"/>
              <a:pathLst>
                <a:path extrusionOk="0" h="138049" w="655256">
                  <a:moveTo>
                    <a:pt x="327596" y="138049"/>
                  </a:moveTo>
                  <a:cubicBezTo>
                    <a:pt x="143891" y="138049"/>
                    <a:pt x="0" y="107760"/>
                    <a:pt x="0" y="69025"/>
                  </a:cubicBezTo>
                  <a:cubicBezTo>
                    <a:pt x="0" y="30290"/>
                    <a:pt x="143891" y="0"/>
                    <a:pt x="327596" y="0"/>
                  </a:cubicBezTo>
                  <a:cubicBezTo>
                    <a:pt x="511302" y="0"/>
                    <a:pt x="655257" y="30290"/>
                    <a:pt x="655257" y="69025"/>
                  </a:cubicBezTo>
                  <a:cubicBezTo>
                    <a:pt x="655257" y="107760"/>
                    <a:pt x="511302" y="138049"/>
                    <a:pt x="327596" y="138049"/>
                  </a:cubicBezTo>
                  <a:close/>
                  <a:moveTo>
                    <a:pt x="327596" y="4699"/>
                  </a:moveTo>
                  <a:cubicBezTo>
                    <a:pt x="240855" y="4699"/>
                    <a:pt x="159321" y="11621"/>
                    <a:pt x="98044" y="24193"/>
                  </a:cubicBezTo>
                  <a:cubicBezTo>
                    <a:pt x="38671" y="36385"/>
                    <a:pt x="4572" y="52768"/>
                    <a:pt x="4572" y="69152"/>
                  </a:cubicBezTo>
                  <a:cubicBezTo>
                    <a:pt x="4572" y="85535"/>
                    <a:pt x="38671" y="101918"/>
                    <a:pt x="98044" y="114110"/>
                  </a:cubicBezTo>
                  <a:cubicBezTo>
                    <a:pt x="159321" y="126810"/>
                    <a:pt x="240855" y="133604"/>
                    <a:pt x="327596" y="133604"/>
                  </a:cubicBezTo>
                  <a:cubicBezTo>
                    <a:pt x="414338" y="133604"/>
                    <a:pt x="495871" y="126682"/>
                    <a:pt x="557213" y="114110"/>
                  </a:cubicBezTo>
                  <a:cubicBezTo>
                    <a:pt x="616585" y="101918"/>
                    <a:pt x="650621" y="85535"/>
                    <a:pt x="650621" y="69152"/>
                  </a:cubicBezTo>
                  <a:cubicBezTo>
                    <a:pt x="650621" y="52768"/>
                    <a:pt x="616585" y="36385"/>
                    <a:pt x="557213" y="24193"/>
                  </a:cubicBezTo>
                  <a:cubicBezTo>
                    <a:pt x="495871" y="11493"/>
                    <a:pt x="414338" y="4699"/>
                    <a:pt x="327596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0" name="Google Shape;1210;p48"/>
            <p:cNvSpPr/>
            <p:nvPr/>
          </p:nvSpPr>
          <p:spPr>
            <a:xfrm>
              <a:off x="2217277" y="3277791"/>
              <a:ext cx="650620" cy="200088"/>
            </a:xfrm>
            <a:custGeom>
              <a:rect b="b" l="l" r="r" t="t"/>
              <a:pathLst>
                <a:path extrusionOk="0" h="200088" w="650620">
                  <a:moveTo>
                    <a:pt x="650621" y="133350"/>
                  </a:moveTo>
                  <a:cubicBezTo>
                    <a:pt x="650621" y="170180"/>
                    <a:pt x="505016" y="200088"/>
                    <a:pt x="325311" y="200088"/>
                  </a:cubicBezTo>
                  <a:cubicBezTo>
                    <a:pt x="145605" y="200088"/>
                    <a:pt x="0" y="170180"/>
                    <a:pt x="0" y="133350"/>
                  </a:cubicBezTo>
                  <a:lnTo>
                    <a:pt x="0" y="0"/>
                  </a:lnTo>
                  <a:lnTo>
                    <a:pt x="650621" y="0"/>
                  </a:lnTo>
                  <a:lnTo>
                    <a:pt x="650621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1" name="Google Shape;1211;p48"/>
            <p:cNvSpPr/>
            <p:nvPr/>
          </p:nvSpPr>
          <p:spPr>
            <a:xfrm>
              <a:off x="2214992" y="3275378"/>
              <a:ext cx="655256" cy="204787"/>
            </a:xfrm>
            <a:custGeom>
              <a:rect b="b" l="l" r="r" t="t"/>
              <a:pathLst>
                <a:path extrusionOk="0" h="204787" w="655256">
                  <a:moveTo>
                    <a:pt x="327596" y="204788"/>
                  </a:moveTo>
                  <a:cubicBezTo>
                    <a:pt x="143891" y="204788"/>
                    <a:pt x="0" y="174435"/>
                    <a:pt x="0" y="135763"/>
                  </a:cubicBezTo>
                  <a:lnTo>
                    <a:pt x="0" y="0"/>
                  </a:lnTo>
                  <a:lnTo>
                    <a:pt x="655257" y="0"/>
                  </a:lnTo>
                  <a:lnTo>
                    <a:pt x="655257" y="135763"/>
                  </a:lnTo>
                  <a:cubicBezTo>
                    <a:pt x="655257" y="174435"/>
                    <a:pt x="511302" y="204788"/>
                    <a:pt x="327596" y="204788"/>
                  </a:cubicBezTo>
                  <a:close/>
                  <a:moveTo>
                    <a:pt x="4572" y="4572"/>
                  </a:moveTo>
                  <a:lnTo>
                    <a:pt x="4572" y="135763"/>
                  </a:lnTo>
                  <a:cubicBezTo>
                    <a:pt x="4572" y="152082"/>
                    <a:pt x="38671" y="168466"/>
                    <a:pt x="98044" y="180657"/>
                  </a:cubicBezTo>
                  <a:cubicBezTo>
                    <a:pt x="159321" y="193357"/>
                    <a:pt x="240855" y="200152"/>
                    <a:pt x="327596" y="200152"/>
                  </a:cubicBezTo>
                  <a:cubicBezTo>
                    <a:pt x="414338" y="200152"/>
                    <a:pt x="495871" y="193230"/>
                    <a:pt x="557213" y="180657"/>
                  </a:cubicBezTo>
                  <a:cubicBezTo>
                    <a:pt x="616585" y="168466"/>
                    <a:pt x="650621" y="152082"/>
                    <a:pt x="650621" y="135763"/>
                  </a:cubicBezTo>
                  <a:lnTo>
                    <a:pt x="650621" y="4572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2" name="Google Shape;1212;p48"/>
            <p:cNvSpPr/>
            <p:nvPr/>
          </p:nvSpPr>
          <p:spPr>
            <a:xfrm>
              <a:off x="2217277" y="3210925"/>
              <a:ext cx="650620" cy="133477"/>
            </a:xfrm>
            <a:custGeom>
              <a:rect b="b" l="l" r="r" t="t"/>
              <a:pathLst>
                <a:path extrusionOk="0" h="133477" w="650620">
                  <a:moveTo>
                    <a:pt x="650621" y="66739"/>
                  </a:moveTo>
                  <a:cubicBezTo>
                    <a:pt x="650621" y="103569"/>
                    <a:pt x="505016" y="133477"/>
                    <a:pt x="325311" y="133477"/>
                  </a:cubicBezTo>
                  <a:cubicBezTo>
                    <a:pt x="145605" y="133477"/>
                    <a:pt x="0" y="103569"/>
                    <a:pt x="0" y="66739"/>
                  </a:cubicBezTo>
                  <a:cubicBezTo>
                    <a:pt x="0" y="29909"/>
                    <a:pt x="145669" y="0"/>
                    <a:pt x="325311" y="0"/>
                  </a:cubicBezTo>
                  <a:cubicBezTo>
                    <a:pt x="504952" y="0"/>
                    <a:pt x="650621" y="29845"/>
                    <a:pt x="650621" y="667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3" name="Google Shape;1213;p48"/>
            <p:cNvSpPr/>
            <p:nvPr/>
          </p:nvSpPr>
          <p:spPr>
            <a:xfrm>
              <a:off x="2214992" y="3208639"/>
              <a:ext cx="655256" cy="138049"/>
            </a:xfrm>
            <a:custGeom>
              <a:rect b="b" l="l" r="r" t="t"/>
              <a:pathLst>
                <a:path extrusionOk="0" h="138049" w="655256">
                  <a:moveTo>
                    <a:pt x="327596" y="138049"/>
                  </a:moveTo>
                  <a:cubicBezTo>
                    <a:pt x="143891" y="138049"/>
                    <a:pt x="0" y="107696"/>
                    <a:pt x="0" y="69025"/>
                  </a:cubicBezTo>
                  <a:cubicBezTo>
                    <a:pt x="0" y="30353"/>
                    <a:pt x="143891" y="0"/>
                    <a:pt x="327596" y="0"/>
                  </a:cubicBezTo>
                  <a:cubicBezTo>
                    <a:pt x="511302" y="0"/>
                    <a:pt x="655257" y="30290"/>
                    <a:pt x="655257" y="69025"/>
                  </a:cubicBezTo>
                  <a:cubicBezTo>
                    <a:pt x="655257" y="107760"/>
                    <a:pt x="511302" y="138049"/>
                    <a:pt x="327596" y="138049"/>
                  </a:cubicBezTo>
                  <a:close/>
                  <a:moveTo>
                    <a:pt x="327596" y="4699"/>
                  </a:moveTo>
                  <a:cubicBezTo>
                    <a:pt x="240855" y="4699"/>
                    <a:pt x="159321" y="11621"/>
                    <a:pt x="98044" y="24194"/>
                  </a:cubicBezTo>
                  <a:cubicBezTo>
                    <a:pt x="38671" y="36386"/>
                    <a:pt x="4572" y="52769"/>
                    <a:pt x="4572" y="69152"/>
                  </a:cubicBezTo>
                  <a:cubicBezTo>
                    <a:pt x="4572" y="85535"/>
                    <a:pt x="38671" y="101918"/>
                    <a:pt x="98044" y="114046"/>
                  </a:cubicBezTo>
                  <a:cubicBezTo>
                    <a:pt x="159321" y="126746"/>
                    <a:pt x="240855" y="133541"/>
                    <a:pt x="327596" y="133541"/>
                  </a:cubicBezTo>
                  <a:cubicBezTo>
                    <a:pt x="414338" y="133541"/>
                    <a:pt x="495871" y="126619"/>
                    <a:pt x="557213" y="114046"/>
                  </a:cubicBezTo>
                  <a:cubicBezTo>
                    <a:pt x="616585" y="101918"/>
                    <a:pt x="650621" y="85535"/>
                    <a:pt x="650621" y="69152"/>
                  </a:cubicBezTo>
                  <a:cubicBezTo>
                    <a:pt x="650621" y="52769"/>
                    <a:pt x="616585" y="36386"/>
                    <a:pt x="557213" y="24194"/>
                  </a:cubicBezTo>
                  <a:cubicBezTo>
                    <a:pt x="495871" y="11494"/>
                    <a:pt x="414338" y="4699"/>
                    <a:pt x="327596" y="4699"/>
                  </a:cubicBezTo>
                  <a:close/>
                </a:path>
              </a:pathLst>
            </a:custGeom>
            <a:solidFill>
              <a:srgbClr val="002E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4" name="Google Shape;1214;p48"/>
            <p:cNvSpPr/>
            <p:nvPr/>
          </p:nvSpPr>
          <p:spPr>
            <a:xfrm>
              <a:off x="2217277" y="3110659"/>
              <a:ext cx="650620" cy="200088"/>
            </a:xfrm>
            <a:custGeom>
              <a:rect b="b" l="l" r="r" t="t"/>
              <a:pathLst>
                <a:path extrusionOk="0" h="200088" w="650620">
                  <a:moveTo>
                    <a:pt x="650621" y="133350"/>
                  </a:moveTo>
                  <a:cubicBezTo>
                    <a:pt x="650621" y="170243"/>
                    <a:pt x="505016" y="200088"/>
                    <a:pt x="325311" y="200088"/>
                  </a:cubicBezTo>
                  <a:cubicBezTo>
                    <a:pt x="145605" y="200088"/>
                    <a:pt x="0" y="170243"/>
                    <a:pt x="0" y="133350"/>
                  </a:cubicBezTo>
                  <a:lnTo>
                    <a:pt x="0" y="0"/>
                  </a:lnTo>
                  <a:lnTo>
                    <a:pt x="650621" y="0"/>
                  </a:lnTo>
                  <a:lnTo>
                    <a:pt x="650621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5" name="Google Shape;1215;p48"/>
            <p:cNvSpPr/>
            <p:nvPr/>
          </p:nvSpPr>
          <p:spPr>
            <a:xfrm>
              <a:off x="2214992" y="3108500"/>
              <a:ext cx="655256" cy="204787"/>
            </a:xfrm>
            <a:custGeom>
              <a:rect b="b" l="l" r="r" t="t"/>
              <a:pathLst>
                <a:path extrusionOk="0" h="204787" w="655256">
                  <a:moveTo>
                    <a:pt x="327596" y="204788"/>
                  </a:moveTo>
                  <a:cubicBezTo>
                    <a:pt x="143891" y="204788"/>
                    <a:pt x="0" y="174498"/>
                    <a:pt x="0" y="135763"/>
                  </a:cubicBezTo>
                  <a:lnTo>
                    <a:pt x="0" y="0"/>
                  </a:lnTo>
                  <a:lnTo>
                    <a:pt x="655257" y="0"/>
                  </a:lnTo>
                  <a:lnTo>
                    <a:pt x="655257" y="135509"/>
                  </a:lnTo>
                  <a:cubicBezTo>
                    <a:pt x="655257" y="174244"/>
                    <a:pt x="511302" y="204533"/>
                    <a:pt x="327596" y="204533"/>
                  </a:cubicBezTo>
                  <a:close/>
                  <a:moveTo>
                    <a:pt x="4572" y="4635"/>
                  </a:moveTo>
                  <a:lnTo>
                    <a:pt x="4572" y="135509"/>
                  </a:lnTo>
                  <a:cubicBezTo>
                    <a:pt x="4572" y="151892"/>
                    <a:pt x="38671" y="168275"/>
                    <a:pt x="98044" y="180467"/>
                  </a:cubicBezTo>
                  <a:cubicBezTo>
                    <a:pt x="159321" y="193167"/>
                    <a:pt x="240855" y="199961"/>
                    <a:pt x="327596" y="199961"/>
                  </a:cubicBezTo>
                  <a:cubicBezTo>
                    <a:pt x="414338" y="199961"/>
                    <a:pt x="495871" y="193040"/>
                    <a:pt x="557213" y="180467"/>
                  </a:cubicBezTo>
                  <a:cubicBezTo>
                    <a:pt x="616585" y="168275"/>
                    <a:pt x="650621" y="151892"/>
                    <a:pt x="650621" y="135509"/>
                  </a:cubicBezTo>
                  <a:lnTo>
                    <a:pt x="650621" y="4635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6" name="Google Shape;1216;p48"/>
            <p:cNvSpPr/>
            <p:nvPr/>
          </p:nvSpPr>
          <p:spPr>
            <a:xfrm>
              <a:off x="2217277" y="3043984"/>
              <a:ext cx="650620" cy="133413"/>
            </a:xfrm>
            <a:custGeom>
              <a:rect b="b" l="l" r="r" t="t"/>
              <a:pathLst>
                <a:path extrusionOk="0" h="133413" w="650620">
                  <a:moveTo>
                    <a:pt x="650621" y="66675"/>
                  </a:moveTo>
                  <a:cubicBezTo>
                    <a:pt x="650621" y="103568"/>
                    <a:pt x="505016" y="133413"/>
                    <a:pt x="325311" y="133413"/>
                  </a:cubicBezTo>
                  <a:cubicBezTo>
                    <a:pt x="145605" y="133413"/>
                    <a:pt x="0" y="103568"/>
                    <a:pt x="0" y="66675"/>
                  </a:cubicBezTo>
                  <a:cubicBezTo>
                    <a:pt x="0" y="29782"/>
                    <a:pt x="145669" y="0"/>
                    <a:pt x="325311" y="0"/>
                  </a:cubicBezTo>
                  <a:cubicBezTo>
                    <a:pt x="504952" y="0"/>
                    <a:pt x="650621" y="29845"/>
                    <a:pt x="650621" y="666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7" name="Google Shape;1217;p48"/>
            <p:cNvSpPr/>
            <p:nvPr/>
          </p:nvSpPr>
          <p:spPr>
            <a:xfrm>
              <a:off x="2214992" y="3041761"/>
              <a:ext cx="655256" cy="138112"/>
            </a:xfrm>
            <a:custGeom>
              <a:rect b="b" l="l" r="r" t="t"/>
              <a:pathLst>
                <a:path extrusionOk="0" h="138112" w="655256">
                  <a:moveTo>
                    <a:pt x="327596" y="138113"/>
                  </a:moveTo>
                  <a:cubicBezTo>
                    <a:pt x="143891" y="138113"/>
                    <a:pt x="0" y="107760"/>
                    <a:pt x="0" y="69088"/>
                  </a:cubicBezTo>
                  <a:cubicBezTo>
                    <a:pt x="0" y="30417"/>
                    <a:pt x="143891" y="0"/>
                    <a:pt x="327596" y="0"/>
                  </a:cubicBezTo>
                  <a:cubicBezTo>
                    <a:pt x="511302" y="0"/>
                    <a:pt x="655257" y="30353"/>
                    <a:pt x="655257" y="69088"/>
                  </a:cubicBezTo>
                  <a:cubicBezTo>
                    <a:pt x="655257" y="107823"/>
                    <a:pt x="511302" y="138113"/>
                    <a:pt x="327596" y="138113"/>
                  </a:cubicBezTo>
                  <a:close/>
                  <a:moveTo>
                    <a:pt x="327596" y="4763"/>
                  </a:moveTo>
                  <a:cubicBezTo>
                    <a:pt x="240855" y="4763"/>
                    <a:pt x="159321" y="11684"/>
                    <a:pt x="98044" y="24257"/>
                  </a:cubicBezTo>
                  <a:cubicBezTo>
                    <a:pt x="38671" y="36449"/>
                    <a:pt x="4572" y="52832"/>
                    <a:pt x="4572" y="69215"/>
                  </a:cubicBezTo>
                  <a:cubicBezTo>
                    <a:pt x="4572" y="85598"/>
                    <a:pt x="38671" y="101918"/>
                    <a:pt x="98044" y="114110"/>
                  </a:cubicBezTo>
                  <a:cubicBezTo>
                    <a:pt x="159321" y="126810"/>
                    <a:pt x="240855" y="133604"/>
                    <a:pt x="327596" y="133604"/>
                  </a:cubicBezTo>
                  <a:cubicBezTo>
                    <a:pt x="414338" y="133604"/>
                    <a:pt x="495871" y="126683"/>
                    <a:pt x="557213" y="114110"/>
                  </a:cubicBezTo>
                  <a:cubicBezTo>
                    <a:pt x="616585" y="101918"/>
                    <a:pt x="650621" y="85535"/>
                    <a:pt x="650621" y="69215"/>
                  </a:cubicBezTo>
                  <a:cubicBezTo>
                    <a:pt x="650621" y="52896"/>
                    <a:pt x="616585" y="36449"/>
                    <a:pt x="557213" y="24257"/>
                  </a:cubicBezTo>
                  <a:cubicBezTo>
                    <a:pt x="495871" y="11557"/>
                    <a:pt x="414338" y="4763"/>
                    <a:pt x="327596" y="4763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8" name="Google Shape;1218;p48"/>
            <p:cNvSpPr/>
            <p:nvPr/>
          </p:nvSpPr>
          <p:spPr>
            <a:xfrm>
              <a:off x="2517569" y="3210608"/>
              <a:ext cx="66801" cy="66802"/>
            </a:xfrm>
            <a:custGeom>
              <a:rect b="b" l="l" r="r" t="t"/>
              <a:pathLst>
                <a:path extrusionOk="0" h="66802" w="66801">
                  <a:moveTo>
                    <a:pt x="0" y="33401"/>
                  </a:moveTo>
                  <a:cubicBezTo>
                    <a:pt x="0" y="14954"/>
                    <a:pt x="14954" y="0"/>
                    <a:pt x="33401" y="0"/>
                  </a:cubicBezTo>
                  <a:cubicBezTo>
                    <a:pt x="51848" y="0"/>
                    <a:pt x="66802" y="14954"/>
                    <a:pt x="66802" y="33401"/>
                  </a:cubicBezTo>
                  <a:cubicBezTo>
                    <a:pt x="66802" y="51848"/>
                    <a:pt x="51848" y="66802"/>
                    <a:pt x="33401" y="66802"/>
                  </a:cubicBezTo>
                  <a:cubicBezTo>
                    <a:pt x="14992" y="66840"/>
                    <a:pt x="38" y="51943"/>
                    <a:pt x="0" y="33528"/>
                  </a:cubicBezTo>
                  <a:cubicBezTo>
                    <a:pt x="0" y="33484"/>
                    <a:pt x="0" y="33445"/>
                    <a:pt x="0" y="334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9" name="Google Shape;1219;p48"/>
            <p:cNvSpPr/>
            <p:nvPr/>
          </p:nvSpPr>
          <p:spPr>
            <a:xfrm>
              <a:off x="2515220" y="3208575"/>
              <a:ext cx="71374" cy="71374"/>
            </a:xfrm>
            <a:custGeom>
              <a:rect b="b" l="l" r="r" t="t"/>
              <a:pathLst>
                <a:path extrusionOk="0" h="71374" w="71374">
                  <a:moveTo>
                    <a:pt x="35750" y="71374"/>
                  </a:moveTo>
                  <a:cubicBezTo>
                    <a:pt x="16040" y="71412"/>
                    <a:pt x="38" y="55461"/>
                    <a:pt x="0" y="35751"/>
                  </a:cubicBezTo>
                  <a:cubicBezTo>
                    <a:pt x="-38" y="16040"/>
                    <a:pt x="15913" y="38"/>
                    <a:pt x="35623" y="0"/>
                  </a:cubicBezTo>
                  <a:cubicBezTo>
                    <a:pt x="55334" y="-32"/>
                    <a:pt x="71336" y="15913"/>
                    <a:pt x="71374" y="35624"/>
                  </a:cubicBezTo>
                  <a:cubicBezTo>
                    <a:pt x="71374" y="35643"/>
                    <a:pt x="71374" y="35668"/>
                    <a:pt x="71374" y="35687"/>
                  </a:cubicBezTo>
                  <a:cubicBezTo>
                    <a:pt x="71374" y="55372"/>
                    <a:pt x="55435" y="71336"/>
                    <a:pt x="35750" y="71374"/>
                  </a:cubicBezTo>
                  <a:close/>
                  <a:moveTo>
                    <a:pt x="35750" y="4636"/>
                  </a:moveTo>
                  <a:cubicBezTo>
                    <a:pt x="18567" y="4604"/>
                    <a:pt x="4610" y="18504"/>
                    <a:pt x="4572" y="35687"/>
                  </a:cubicBezTo>
                  <a:cubicBezTo>
                    <a:pt x="4540" y="52870"/>
                    <a:pt x="18440" y="66834"/>
                    <a:pt x="35630" y="66866"/>
                  </a:cubicBezTo>
                  <a:cubicBezTo>
                    <a:pt x="52813" y="66897"/>
                    <a:pt x="66770" y="52997"/>
                    <a:pt x="66802" y="35814"/>
                  </a:cubicBezTo>
                  <a:cubicBezTo>
                    <a:pt x="66802" y="35687"/>
                    <a:pt x="66802" y="35560"/>
                    <a:pt x="66802" y="35433"/>
                  </a:cubicBezTo>
                  <a:cubicBezTo>
                    <a:pt x="66732" y="18313"/>
                    <a:pt x="52870" y="4451"/>
                    <a:pt x="35750" y="4382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0" name="Google Shape;1220;p48"/>
            <p:cNvSpPr/>
            <p:nvPr/>
          </p:nvSpPr>
          <p:spPr>
            <a:xfrm>
              <a:off x="2517569" y="3377676"/>
              <a:ext cx="66802" cy="66802"/>
            </a:xfrm>
            <a:custGeom>
              <a:rect b="b" l="l" r="r" t="t"/>
              <a:pathLst>
                <a:path extrusionOk="0" h="66802" w="66802">
                  <a:moveTo>
                    <a:pt x="0" y="33465"/>
                  </a:moveTo>
                  <a:cubicBezTo>
                    <a:pt x="-38" y="15018"/>
                    <a:pt x="14891" y="38"/>
                    <a:pt x="33338" y="0"/>
                  </a:cubicBezTo>
                  <a:cubicBezTo>
                    <a:pt x="51784" y="-38"/>
                    <a:pt x="66764" y="14891"/>
                    <a:pt x="66802" y="33338"/>
                  </a:cubicBezTo>
                  <a:cubicBezTo>
                    <a:pt x="66840" y="51784"/>
                    <a:pt x="51911" y="66764"/>
                    <a:pt x="33465" y="66802"/>
                  </a:cubicBezTo>
                  <a:cubicBezTo>
                    <a:pt x="33446" y="66802"/>
                    <a:pt x="33420" y="66802"/>
                    <a:pt x="33401" y="66802"/>
                  </a:cubicBezTo>
                  <a:cubicBezTo>
                    <a:pt x="14992" y="66840"/>
                    <a:pt x="38" y="51943"/>
                    <a:pt x="0" y="33528"/>
                  </a:cubicBezTo>
                  <a:cubicBezTo>
                    <a:pt x="0" y="33509"/>
                    <a:pt x="0" y="33484"/>
                    <a:pt x="0" y="3346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1" name="Google Shape;1221;p48"/>
            <p:cNvSpPr/>
            <p:nvPr/>
          </p:nvSpPr>
          <p:spPr>
            <a:xfrm>
              <a:off x="2515220" y="3375390"/>
              <a:ext cx="71374" cy="71374"/>
            </a:xfrm>
            <a:custGeom>
              <a:rect b="b" l="l" r="r" t="t"/>
              <a:pathLst>
                <a:path extrusionOk="0" h="71374" w="71374">
                  <a:moveTo>
                    <a:pt x="35750" y="71374"/>
                  </a:moveTo>
                  <a:cubicBezTo>
                    <a:pt x="16040" y="71412"/>
                    <a:pt x="38" y="55461"/>
                    <a:pt x="0" y="35751"/>
                  </a:cubicBezTo>
                  <a:cubicBezTo>
                    <a:pt x="-38" y="16040"/>
                    <a:pt x="15913" y="38"/>
                    <a:pt x="35623" y="0"/>
                  </a:cubicBezTo>
                  <a:cubicBezTo>
                    <a:pt x="55334" y="-38"/>
                    <a:pt x="71336" y="15913"/>
                    <a:pt x="71374" y="35624"/>
                  </a:cubicBezTo>
                  <a:cubicBezTo>
                    <a:pt x="71374" y="35668"/>
                    <a:pt x="71374" y="35706"/>
                    <a:pt x="71374" y="35751"/>
                  </a:cubicBezTo>
                  <a:cubicBezTo>
                    <a:pt x="71336" y="55410"/>
                    <a:pt x="55410" y="71336"/>
                    <a:pt x="35750" y="71374"/>
                  </a:cubicBezTo>
                  <a:close/>
                  <a:moveTo>
                    <a:pt x="35750" y="4636"/>
                  </a:moveTo>
                  <a:cubicBezTo>
                    <a:pt x="18567" y="4597"/>
                    <a:pt x="4610" y="18504"/>
                    <a:pt x="4572" y="35687"/>
                  </a:cubicBezTo>
                  <a:cubicBezTo>
                    <a:pt x="4534" y="52870"/>
                    <a:pt x="18440" y="66827"/>
                    <a:pt x="35623" y="66866"/>
                  </a:cubicBezTo>
                  <a:cubicBezTo>
                    <a:pt x="52807" y="66897"/>
                    <a:pt x="66764" y="52997"/>
                    <a:pt x="66802" y="35814"/>
                  </a:cubicBezTo>
                  <a:cubicBezTo>
                    <a:pt x="66802" y="35795"/>
                    <a:pt x="66802" y="35770"/>
                    <a:pt x="66802" y="35751"/>
                  </a:cubicBezTo>
                  <a:cubicBezTo>
                    <a:pt x="66770" y="18606"/>
                    <a:pt x="52895" y="4705"/>
                    <a:pt x="35750" y="4636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2" name="Google Shape;1222;p48"/>
            <p:cNvSpPr/>
            <p:nvPr/>
          </p:nvSpPr>
          <p:spPr>
            <a:xfrm>
              <a:off x="2517569" y="3544490"/>
              <a:ext cx="66802" cy="66802"/>
            </a:xfrm>
            <a:custGeom>
              <a:rect b="b" l="l" r="r" t="t"/>
              <a:pathLst>
                <a:path extrusionOk="0" h="66802" w="66802">
                  <a:moveTo>
                    <a:pt x="0" y="33465"/>
                  </a:moveTo>
                  <a:cubicBezTo>
                    <a:pt x="-38" y="15018"/>
                    <a:pt x="14891" y="38"/>
                    <a:pt x="33338" y="0"/>
                  </a:cubicBezTo>
                  <a:cubicBezTo>
                    <a:pt x="51784" y="-38"/>
                    <a:pt x="66764" y="14891"/>
                    <a:pt x="66802" y="33338"/>
                  </a:cubicBezTo>
                  <a:cubicBezTo>
                    <a:pt x="66840" y="51784"/>
                    <a:pt x="51911" y="66764"/>
                    <a:pt x="33465" y="66802"/>
                  </a:cubicBezTo>
                  <a:cubicBezTo>
                    <a:pt x="33446" y="66802"/>
                    <a:pt x="33420" y="66802"/>
                    <a:pt x="33401" y="66802"/>
                  </a:cubicBezTo>
                  <a:cubicBezTo>
                    <a:pt x="14980" y="66802"/>
                    <a:pt x="38" y="51886"/>
                    <a:pt x="0" y="3346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3" name="Google Shape;1223;p48"/>
            <p:cNvSpPr/>
            <p:nvPr/>
          </p:nvSpPr>
          <p:spPr>
            <a:xfrm>
              <a:off x="2515220" y="3542268"/>
              <a:ext cx="71374" cy="71374"/>
            </a:xfrm>
            <a:custGeom>
              <a:rect b="b" l="l" r="r" t="t"/>
              <a:pathLst>
                <a:path extrusionOk="0" h="71374" w="71374">
                  <a:moveTo>
                    <a:pt x="35750" y="71374"/>
                  </a:moveTo>
                  <a:cubicBezTo>
                    <a:pt x="16040" y="71412"/>
                    <a:pt x="38" y="55461"/>
                    <a:pt x="0" y="35751"/>
                  </a:cubicBezTo>
                  <a:cubicBezTo>
                    <a:pt x="-38" y="16040"/>
                    <a:pt x="15913" y="38"/>
                    <a:pt x="35623" y="0"/>
                  </a:cubicBezTo>
                  <a:cubicBezTo>
                    <a:pt x="55334" y="-38"/>
                    <a:pt x="71336" y="15913"/>
                    <a:pt x="71374" y="35623"/>
                  </a:cubicBezTo>
                  <a:cubicBezTo>
                    <a:pt x="71374" y="35643"/>
                    <a:pt x="71374" y="35668"/>
                    <a:pt x="71374" y="35687"/>
                  </a:cubicBezTo>
                  <a:cubicBezTo>
                    <a:pt x="71374" y="55372"/>
                    <a:pt x="55435" y="71336"/>
                    <a:pt x="35750" y="71374"/>
                  </a:cubicBezTo>
                  <a:close/>
                  <a:moveTo>
                    <a:pt x="35750" y="4636"/>
                  </a:moveTo>
                  <a:cubicBezTo>
                    <a:pt x="18599" y="4636"/>
                    <a:pt x="4699" y="18536"/>
                    <a:pt x="4699" y="35687"/>
                  </a:cubicBezTo>
                  <a:cubicBezTo>
                    <a:pt x="4699" y="52838"/>
                    <a:pt x="18599" y="66739"/>
                    <a:pt x="35750" y="66739"/>
                  </a:cubicBezTo>
                  <a:cubicBezTo>
                    <a:pt x="52902" y="66739"/>
                    <a:pt x="66802" y="52838"/>
                    <a:pt x="66802" y="35687"/>
                  </a:cubicBezTo>
                  <a:cubicBezTo>
                    <a:pt x="66770" y="18555"/>
                    <a:pt x="52883" y="4674"/>
                    <a:pt x="35750" y="4636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4" name="Google Shape;1224;p48"/>
            <p:cNvSpPr/>
            <p:nvPr/>
          </p:nvSpPr>
          <p:spPr>
            <a:xfrm>
              <a:off x="3024807" y="3444605"/>
              <a:ext cx="650684" cy="200088"/>
            </a:xfrm>
            <a:custGeom>
              <a:rect b="b" l="l" r="r" t="t"/>
              <a:pathLst>
                <a:path extrusionOk="0" h="200088" w="650684">
                  <a:moveTo>
                    <a:pt x="650685" y="133350"/>
                  </a:moveTo>
                  <a:cubicBezTo>
                    <a:pt x="650685" y="170180"/>
                    <a:pt x="505016" y="200089"/>
                    <a:pt x="325310" y="200089"/>
                  </a:cubicBezTo>
                  <a:cubicBezTo>
                    <a:pt x="145605" y="200089"/>
                    <a:pt x="0" y="170180"/>
                    <a:pt x="0" y="133350"/>
                  </a:cubicBezTo>
                  <a:lnTo>
                    <a:pt x="0" y="0"/>
                  </a:lnTo>
                  <a:lnTo>
                    <a:pt x="650685" y="0"/>
                  </a:lnTo>
                  <a:lnTo>
                    <a:pt x="650685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5" name="Google Shape;1225;p48"/>
            <p:cNvSpPr/>
            <p:nvPr/>
          </p:nvSpPr>
          <p:spPr>
            <a:xfrm>
              <a:off x="3022521" y="3442192"/>
              <a:ext cx="655256" cy="204787"/>
            </a:xfrm>
            <a:custGeom>
              <a:rect b="b" l="l" r="r" t="t"/>
              <a:pathLst>
                <a:path extrusionOk="0" h="204787" w="655256">
                  <a:moveTo>
                    <a:pt x="327596" y="204787"/>
                  </a:moveTo>
                  <a:cubicBezTo>
                    <a:pt x="143891" y="204787"/>
                    <a:pt x="0" y="174498"/>
                    <a:pt x="0" y="135763"/>
                  </a:cubicBezTo>
                  <a:lnTo>
                    <a:pt x="0" y="0"/>
                  </a:lnTo>
                  <a:lnTo>
                    <a:pt x="655257" y="0"/>
                  </a:lnTo>
                  <a:lnTo>
                    <a:pt x="655257" y="135763"/>
                  </a:lnTo>
                  <a:cubicBezTo>
                    <a:pt x="655257" y="174498"/>
                    <a:pt x="511366" y="204787"/>
                    <a:pt x="327596" y="204787"/>
                  </a:cubicBezTo>
                  <a:close/>
                  <a:moveTo>
                    <a:pt x="4572" y="4572"/>
                  </a:moveTo>
                  <a:lnTo>
                    <a:pt x="4572" y="135763"/>
                  </a:lnTo>
                  <a:cubicBezTo>
                    <a:pt x="4572" y="152146"/>
                    <a:pt x="38671" y="168529"/>
                    <a:pt x="98044" y="180721"/>
                  </a:cubicBezTo>
                  <a:cubicBezTo>
                    <a:pt x="159321" y="193421"/>
                    <a:pt x="240855" y="200215"/>
                    <a:pt x="327596" y="200215"/>
                  </a:cubicBezTo>
                  <a:cubicBezTo>
                    <a:pt x="414338" y="200215"/>
                    <a:pt x="495935" y="193294"/>
                    <a:pt x="557213" y="180721"/>
                  </a:cubicBezTo>
                  <a:cubicBezTo>
                    <a:pt x="616585" y="168529"/>
                    <a:pt x="650621" y="152146"/>
                    <a:pt x="650621" y="135763"/>
                  </a:cubicBezTo>
                  <a:lnTo>
                    <a:pt x="650621" y="4572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6" name="Google Shape;1226;p48"/>
            <p:cNvSpPr/>
            <p:nvPr/>
          </p:nvSpPr>
          <p:spPr>
            <a:xfrm>
              <a:off x="3024807" y="3377739"/>
              <a:ext cx="650684" cy="133476"/>
            </a:xfrm>
            <a:custGeom>
              <a:rect b="b" l="l" r="r" t="t"/>
              <a:pathLst>
                <a:path extrusionOk="0" h="133476" w="650684">
                  <a:moveTo>
                    <a:pt x="650685" y="66739"/>
                  </a:moveTo>
                  <a:cubicBezTo>
                    <a:pt x="650685" y="103568"/>
                    <a:pt x="505016" y="133477"/>
                    <a:pt x="325310" y="133477"/>
                  </a:cubicBezTo>
                  <a:cubicBezTo>
                    <a:pt x="145605" y="133477"/>
                    <a:pt x="0" y="103568"/>
                    <a:pt x="0" y="66739"/>
                  </a:cubicBezTo>
                  <a:cubicBezTo>
                    <a:pt x="0" y="29909"/>
                    <a:pt x="145669" y="0"/>
                    <a:pt x="325310" y="0"/>
                  </a:cubicBezTo>
                  <a:cubicBezTo>
                    <a:pt x="504952" y="0"/>
                    <a:pt x="650685" y="29909"/>
                    <a:pt x="650685" y="667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7" name="Google Shape;1227;p48"/>
            <p:cNvSpPr/>
            <p:nvPr/>
          </p:nvSpPr>
          <p:spPr>
            <a:xfrm>
              <a:off x="3022521" y="3375453"/>
              <a:ext cx="655256" cy="138049"/>
            </a:xfrm>
            <a:custGeom>
              <a:rect b="b" l="l" r="r" t="t"/>
              <a:pathLst>
                <a:path extrusionOk="0" h="138049" w="655256">
                  <a:moveTo>
                    <a:pt x="327596" y="138049"/>
                  </a:moveTo>
                  <a:cubicBezTo>
                    <a:pt x="143891" y="138049"/>
                    <a:pt x="0" y="107760"/>
                    <a:pt x="0" y="69025"/>
                  </a:cubicBezTo>
                  <a:cubicBezTo>
                    <a:pt x="0" y="30290"/>
                    <a:pt x="143891" y="0"/>
                    <a:pt x="327596" y="0"/>
                  </a:cubicBezTo>
                  <a:cubicBezTo>
                    <a:pt x="511302" y="0"/>
                    <a:pt x="655257" y="30290"/>
                    <a:pt x="655257" y="69025"/>
                  </a:cubicBezTo>
                  <a:cubicBezTo>
                    <a:pt x="655257" y="107760"/>
                    <a:pt x="511366" y="138049"/>
                    <a:pt x="327596" y="138049"/>
                  </a:cubicBezTo>
                  <a:close/>
                  <a:moveTo>
                    <a:pt x="327596" y="4699"/>
                  </a:moveTo>
                  <a:cubicBezTo>
                    <a:pt x="240855" y="4699"/>
                    <a:pt x="159321" y="11621"/>
                    <a:pt x="98044" y="24193"/>
                  </a:cubicBezTo>
                  <a:cubicBezTo>
                    <a:pt x="38671" y="36385"/>
                    <a:pt x="4572" y="52768"/>
                    <a:pt x="4572" y="69152"/>
                  </a:cubicBezTo>
                  <a:cubicBezTo>
                    <a:pt x="4572" y="85535"/>
                    <a:pt x="38671" y="101918"/>
                    <a:pt x="98044" y="114110"/>
                  </a:cubicBezTo>
                  <a:cubicBezTo>
                    <a:pt x="159321" y="126810"/>
                    <a:pt x="240855" y="133604"/>
                    <a:pt x="327596" y="133604"/>
                  </a:cubicBezTo>
                  <a:cubicBezTo>
                    <a:pt x="414338" y="133604"/>
                    <a:pt x="495935" y="126682"/>
                    <a:pt x="557213" y="114110"/>
                  </a:cubicBezTo>
                  <a:cubicBezTo>
                    <a:pt x="616585" y="101918"/>
                    <a:pt x="650621" y="85535"/>
                    <a:pt x="650621" y="69152"/>
                  </a:cubicBezTo>
                  <a:cubicBezTo>
                    <a:pt x="650621" y="52768"/>
                    <a:pt x="616585" y="36385"/>
                    <a:pt x="557213" y="24193"/>
                  </a:cubicBezTo>
                  <a:cubicBezTo>
                    <a:pt x="495935" y="11493"/>
                    <a:pt x="414401" y="4699"/>
                    <a:pt x="327596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8" name="Google Shape;1228;p48"/>
            <p:cNvSpPr/>
            <p:nvPr/>
          </p:nvSpPr>
          <p:spPr>
            <a:xfrm>
              <a:off x="3024807" y="3277791"/>
              <a:ext cx="650684" cy="200088"/>
            </a:xfrm>
            <a:custGeom>
              <a:rect b="b" l="l" r="r" t="t"/>
              <a:pathLst>
                <a:path extrusionOk="0" h="200088" w="650684">
                  <a:moveTo>
                    <a:pt x="650685" y="133350"/>
                  </a:moveTo>
                  <a:cubicBezTo>
                    <a:pt x="650685" y="170180"/>
                    <a:pt x="505016" y="200088"/>
                    <a:pt x="325310" y="200088"/>
                  </a:cubicBezTo>
                  <a:cubicBezTo>
                    <a:pt x="145605" y="200088"/>
                    <a:pt x="0" y="170180"/>
                    <a:pt x="0" y="133350"/>
                  </a:cubicBezTo>
                  <a:lnTo>
                    <a:pt x="0" y="0"/>
                  </a:lnTo>
                  <a:lnTo>
                    <a:pt x="650685" y="0"/>
                  </a:lnTo>
                  <a:lnTo>
                    <a:pt x="650685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9" name="Google Shape;1229;p48"/>
            <p:cNvSpPr/>
            <p:nvPr/>
          </p:nvSpPr>
          <p:spPr>
            <a:xfrm>
              <a:off x="3022521" y="3275378"/>
              <a:ext cx="655256" cy="204787"/>
            </a:xfrm>
            <a:custGeom>
              <a:rect b="b" l="l" r="r" t="t"/>
              <a:pathLst>
                <a:path extrusionOk="0" h="204787" w="655256">
                  <a:moveTo>
                    <a:pt x="327596" y="204788"/>
                  </a:moveTo>
                  <a:cubicBezTo>
                    <a:pt x="143891" y="204788"/>
                    <a:pt x="0" y="174435"/>
                    <a:pt x="0" y="135763"/>
                  </a:cubicBezTo>
                  <a:lnTo>
                    <a:pt x="0" y="0"/>
                  </a:lnTo>
                  <a:lnTo>
                    <a:pt x="655257" y="0"/>
                  </a:lnTo>
                  <a:lnTo>
                    <a:pt x="655257" y="135763"/>
                  </a:lnTo>
                  <a:cubicBezTo>
                    <a:pt x="655257" y="174435"/>
                    <a:pt x="511366" y="204788"/>
                    <a:pt x="327596" y="204788"/>
                  </a:cubicBezTo>
                  <a:close/>
                  <a:moveTo>
                    <a:pt x="4572" y="4572"/>
                  </a:moveTo>
                  <a:lnTo>
                    <a:pt x="4572" y="135763"/>
                  </a:lnTo>
                  <a:cubicBezTo>
                    <a:pt x="4572" y="152082"/>
                    <a:pt x="38671" y="168466"/>
                    <a:pt x="98044" y="180657"/>
                  </a:cubicBezTo>
                  <a:cubicBezTo>
                    <a:pt x="159321" y="193357"/>
                    <a:pt x="240855" y="200152"/>
                    <a:pt x="327596" y="200152"/>
                  </a:cubicBezTo>
                  <a:cubicBezTo>
                    <a:pt x="414338" y="200152"/>
                    <a:pt x="495935" y="193230"/>
                    <a:pt x="557213" y="180657"/>
                  </a:cubicBezTo>
                  <a:cubicBezTo>
                    <a:pt x="616585" y="168466"/>
                    <a:pt x="650621" y="152082"/>
                    <a:pt x="650621" y="135763"/>
                  </a:cubicBezTo>
                  <a:lnTo>
                    <a:pt x="650621" y="4572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0" name="Google Shape;1230;p48"/>
            <p:cNvSpPr/>
            <p:nvPr/>
          </p:nvSpPr>
          <p:spPr>
            <a:xfrm>
              <a:off x="3024807" y="3210925"/>
              <a:ext cx="650684" cy="133477"/>
            </a:xfrm>
            <a:custGeom>
              <a:rect b="b" l="l" r="r" t="t"/>
              <a:pathLst>
                <a:path extrusionOk="0" h="133477" w="650684">
                  <a:moveTo>
                    <a:pt x="650685" y="66739"/>
                  </a:moveTo>
                  <a:cubicBezTo>
                    <a:pt x="650685" y="103569"/>
                    <a:pt x="505016" y="133477"/>
                    <a:pt x="325310" y="133477"/>
                  </a:cubicBezTo>
                  <a:cubicBezTo>
                    <a:pt x="145605" y="133477"/>
                    <a:pt x="0" y="103569"/>
                    <a:pt x="0" y="66739"/>
                  </a:cubicBezTo>
                  <a:cubicBezTo>
                    <a:pt x="0" y="29909"/>
                    <a:pt x="145669" y="0"/>
                    <a:pt x="325310" y="0"/>
                  </a:cubicBezTo>
                  <a:cubicBezTo>
                    <a:pt x="504952" y="0"/>
                    <a:pt x="650685" y="29845"/>
                    <a:pt x="650685" y="667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1" name="Google Shape;1231;p48"/>
            <p:cNvSpPr/>
            <p:nvPr/>
          </p:nvSpPr>
          <p:spPr>
            <a:xfrm>
              <a:off x="3022521" y="3208639"/>
              <a:ext cx="655256" cy="138049"/>
            </a:xfrm>
            <a:custGeom>
              <a:rect b="b" l="l" r="r" t="t"/>
              <a:pathLst>
                <a:path extrusionOk="0" h="138049" w="655256">
                  <a:moveTo>
                    <a:pt x="327596" y="138049"/>
                  </a:moveTo>
                  <a:cubicBezTo>
                    <a:pt x="143891" y="138049"/>
                    <a:pt x="0" y="107696"/>
                    <a:pt x="0" y="69025"/>
                  </a:cubicBezTo>
                  <a:cubicBezTo>
                    <a:pt x="0" y="30353"/>
                    <a:pt x="143891" y="0"/>
                    <a:pt x="327596" y="0"/>
                  </a:cubicBezTo>
                  <a:cubicBezTo>
                    <a:pt x="511302" y="0"/>
                    <a:pt x="655257" y="30290"/>
                    <a:pt x="655257" y="69025"/>
                  </a:cubicBezTo>
                  <a:cubicBezTo>
                    <a:pt x="655257" y="107760"/>
                    <a:pt x="511366" y="138049"/>
                    <a:pt x="327596" y="138049"/>
                  </a:cubicBezTo>
                  <a:close/>
                  <a:moveTo>
                    <a:pt x="327596" y="4699"/>
                  </a:moveTo>
                  <a:cubicBezTo>
                    <a:pt x="240855" y="4699"/>
                    <a:pt x="159321" y="11621"/>
                    <a:pt x="98044" y="24194"/>
                  </a:cubicBezTo>
                  <a:cubicBezTo>
                    <a:pt x="38671" y="36386"/>
                    <a:pt x="4572" y="52769"/>
                    <a:pt x="4572" y="69152"/>
                  </a:cubicBezTo>
                  <a:cubicBezTo>
                    <a:pt x="4572" y="85535"/>
                    <a:pt x="38671" y="101918"/>
                    <a:pt x="98044" y="114046"/>
                  </a:cubicBezTo>
                  <a:cubicBezTo>
                    <a:pt x="159321" y="126746"/>
                    <a:pt x="240855" y="133541"/>
                    <a:pt x="327596" y="133541"/>
                  </a:cubicBezTo>
                  <a:cubicBezTo>
                    <a:pt x="414338" y="133541"/>
                    <a:pt x="495935" y="126619"/>
                    <a:pt x="557213" y="114046"/>
                  </a:cubicBezTo>
                  <a:cubicBezTo>
                    <a:pt x="616585" y="101918"/>
                    <a:pt x="650621" y="85535"/>
                    <a:pt x="650621" y="69152"/>
                  </a:cubicBezTo>
                  <a:cubicBezTo>
                    <a:pt x="650621" y="52769"/>
                    <a:pt x="616585" y="36386"/>
                    <a:pt x="557213" y="24194"/>
                  </a:cubicBezTo>
                  <a:cubicBezTo>
                    <a:pt x="495935" y="11494"/>
                    <a:pt x="414401" y="4699"/>
                    <a:pt x="327596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2" name="Google Shape;1232;p48"/>
            <p:cNvSpPr/>
            <p:nvPr/>
          </p:nvSpPr>
          <p:spPr>
            <a:xfrm>
              <a:off x="3024807" y="3110659"/>
              <a:ext cx="650684" cy="200088"/>
            </a:xfrm>
            <a:custGeom>
              <a:rect b="b" l="l" r="r" t="t"/>
              <a:pathLst>
                <a:path extrusionOk="0" h="200088" w="650684">
                  <a:moveTo>
                    <a:pt x="650685" y="133350"/>
                  </a:moveTo>
                  <a:cubicBezTo>
                    <a:pt x="650685" y="170243"/>
                    <a:pt x="505016" y="200088"/>
                    <a:pt x="325310" y="200088"/>
                  </a:cubicBezTo>
                  <a:cubicBezTo>
                    <a:pt x="145605" y="200088"/>
                    <a:pt x="0" y="170243"/>
                    <a:pt x="0" y="133350"/>
                  </a:cubicBezTo>
                  <a:lnTo>
                    <a:pt x="0" y="0"/>
                  </a:lnTo>
                  <a:lnTo>
                    <a:pt x="650685" y="0"/>
                  </a:lnTo>
                  <a:lnTo>
                    <a:pt x="650685" y="133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3" name="Google Shape;1233;p48"/>
            <p:cNvSpPr/>
            <p:nvPr/>
          </p:nvSpPr>
          <p:spPr>
            <a:xfrm>
              <a:off x="3022521" y="3108500"/>
              <a:ext cx="655256" cy="204787"/>
            </a:xfrm>
            <a:custGeom>
              <a:rect b="b" l="l" r="r" t="t"/>
              <a:pathLst>
                <a:path extrusionOk="0" h="204787" w="655256">
                  <a:moveTo>
                    <a:pt x="327596" y="204788"/>
                  </a:moveTo>
                  <a:cubicBezTo>
                    <a:pt x="143891" y="204788"/>
                    <a:pt x="0" y="174498"/>
                    <a:pt x="0" y="135763"/>
                  </a:cubicBezTo>
                  <a:lnTo>
                    <a:pt x="0" y="0"/>
                  </a:lnTo>
                  <a:lnTo>
                    <a:pt x="655257" y="0"/>
                  </a:lnTo>
                  <a:lnTo>
                    <a:pt x="655257" y="135509"/>
                  </a:lnTo>
                  <a:cubicBezTo>
                    <a:pt x="655257" y="174244"/>
                    <a:pt x="511366" y="204533"/>
                    <a:pt x="327596" y="204533"/>
                  </a:cubicBezTo>
                  <a:close/>
                  <a:moveTo>
                    <a:pt x="4572" y="4635"/>
                  </a:moveTo>
                  <a:lnTo>
                    <a:pt x="4572" y="135509"/>
                  </a:lnTo>
                  <a:cubicBezTo>
                    <a:pt x="4572" y="151892"/>
                    <a:pt x="38671" y="168275"/>
                    <a:pt x="98044" y="180467"/>
                  </a:cubicBezTo>
                  <a:cubicBezTo>
                    <a:pt x="159321" y="193167"/>
                    <a:pt x="240855" y="199961"/>
                    <a:pt x="327596" y="199961"/>
                  </a:cubicBezTo>
                  <a:cubicBezTo>
                    <a:pt x="414338" y="199961"/>
                    <a:pt x="495935" y="193040"/>
                    <a:pt x="557213" y="180467"/>
                  </a:cubicBezTo>
                  <a:cubicBezTo>
                    <a:pt x="616585" y="168275"/>
                    <a:pt x="650621" y="151892"/>
                    <a:pt x="650621" y="135509"/>
                  </a:cubicBezTo>
                  <a:lnTo>
                    <a:pt x="650621" y="4635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4" name="Google Shape;1234;p48"/>
            <p:cNvSpPr/>
            <p:nvPr/>
          </p:nvSpPr>
          <p:spPr>
            <a:xfrm>
              <a:off x="3024807" y="3043984"/>
              <a:ext cx="650684" cy="133413"/>
            </a:xfrm>
            <a:custGeom>
              <a:rect b="b" l="l" r="r" t="t"/>
              <a:pathLst>
                <a:path extrusionOk="0" h="133413" w="650684">
                  <a:moveTo>
                    <a:pt x="650685" y="66675"/>
                  </a:moveTo>
                  <a:cubicBezTo>
                    <a:pt x="650685" y="103568"/>
                    <a:pt x="505016" y="133413"/>
                    <a:pt x="325310" y="133413"/>
                  </a:cubicBezTo>
                  <a:cubicBezTo>
                    <a:pt x="145605" y="133413"/>
                    <a:pt x="0" y="103568"/>
                    <a:pt x="0" y="66675"/>
                  </a:cubicBezTo>
                  <a:cubicBezTo>
                    <a:pt x="0" y="29782"/>
                    <a:pt x="145669" y="0"/>
                    <a:pt x="325310" y="0"/>
                  </a:cubicBezTo>
                  <a:cubicBezTo>
                    <a:pt x="504952" y="0"/>
                    <a:pt x="650685" y="29845"/>
                    <a:pt x="650685" y="666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5" name="Google Shape;1235;p48"/>
            <p:cNvSpPr/>
            <p:nvPr/>
          </p:nvSpPr>
          <p:spPr>
            <a:xfrm>
              <a:off x="3022521" y="3041761"/>
              <a:ext cx="655256" cy="138112"/>
            </a:xfrm>
            <a:custGeom>
              <a:rect b="b" l="l" r="r" t="t"/>
              <a:pathLst>
                <a:path extrusionOk="0" h="138112" w="655256">
                  <a:moveTo>
                    <a:pt x="327596" y="138113"/>
                  </a:moveTo>
                  <a:cubicBezTo>
                    <a:pt x="143891" y="138113"/>
                    <a:pt x="0" y="107760"/>
                    <a:pt x="0" y="69088"/>
                  </a:cubicBezTo>
                  <a:cubicBezTo>
                    <a:pt x="0" y="30417"/>
                    <a:pt x="143891" y="0"/>
                    <a:pt x="327596" y="0"/>
                  </a:cubicBezTo>
                  <a:cubicBezTo>
                    <a:pt x="511302" y="0"/>
                    <a:pt x="655257" y="30353"/>
                    <a:pt x="655257" y="69088"/>
                  </a:cubicBezTo>
                  <a:cubicBezTo>
                    <a:pt x="655257" y="107823"/>
                    <a:pt x="511366" y="138113"/>
                    <a:pt x="327596" y="138113"/>
                  </a:cubicBezTo>
                  <a:close/>
                  <a:moveTo>
                    <a:pt x="327596" y="4763"/>
                  </a:moveTo>
                  <a:cubicBezTo>
                    <a:pt x="240855" y="4763"/>
                    <a:pt x="159321" y="11684"/>
                    <a:pt x="98044" y="24257"/>
                  </a:cubicBezTo>
                  <a:cubicBezTo>
                    <a:pt x="38671" y="36449"/>
                    <a:pt x="4572" y="52832"/>
                    <a:pt x="4572" y="69215"/>
                  </a:cubicBezTo>
                  <a:cubicBezTo>
                    <a:pt x="4572" y="85598"/>
                    <a:pt x="38671" y="101918"/>
                    <a:pt x="98044" y="114110"/>
                  </a:cubicBezTo>
                  <a:cubicBezTo>
                    <a:pt x="159321" y="126810"/>
                    <a:pt x="240855" y="133604"/>
                    <a:pt x="327596" y="133604"/>
                  </a:cubicBezTo>
                  <a:cubicBezTo>
                    <a:pt x="414338" y="133604"/>
                    <a:pt x="495935" y="126683"/>
                    <a:pt x="557213" y="114110"/>
                  </a:cubicBezTo>
                  <a:cubicBezTo>
                    <a:pt x="616585" y="101918"/>
                    <a:pt x="650621" y="85535"/>
                    <a:pt x="650621" y="69215"/>
                  </a:cubicBezTo>
                  <a:cubicBezTo>
                    <a:pt x="650621" y="52896"/>
                    <a:pt x="616776" y="36322"/>
                    <a:pt x="557213" y="24448"/>
                  </a:cubicBezTo>
                  <a:cubicBezTo>
                    <a:pt x="495935" y="11748"/>
                    <a:pt x="414401" y="4953"/>
                    <a:pt x="327596" y="4953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6" name="Google Shape;1236;p48"/>
            <p:cNvSpPr/>
            <p:nvPr/>
          </p:nvSpPr>
          <p:spPr>
            <a:xfrm>
              <a:off x="3325098" y="3210608"/>
              <a:ext cx="66802" cy="66801"/>
            </a:xfrm>
            <a:custGeom>
              <a:rect b="b" l="l" r="r" t="t"/>
              <a:pathLst>
                <a:path extrusionOk="0" h="66801" w="66802">
                  <a:moveTo>
                    <a:pt x="0" y="33401"/>
                  </a:moveTo>
                  <a:cubicBezTo>
                    <a:pt x="0" y="14954"/>
                    <a:pt x="14954" y="0"/>
                    <a:pt x="33401" y="0"/>
                  </a:cubicBezTo>
                  <a:cubicBezTo>
                    <a:pt x="51848" y="0"/>
                    <a:pt x="66802" y="14954"/>
                    <a:pt x="66802" y="33401"/>
                  </a:cubicBezTo>
                  <a:cubicBezTo>
                    <a:pt x="66802" y="51848"/>
                    <a:pt x="51848" y="66802"/>
                    <a:pt x="33401" y="66802"/>
                  </a:cubicBezTo>
                  <a:cubicBezTo>
                    <a:pt x="14954" y="66802"/>
                    <a:pt x="0" y="51848"/>
                    <a:pt x="0" y="334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7" name="Google Shape;1237;p48"/>
            <p:cNvSpPr/>
            <p:nvPr/>
          </p:nvSpPr>
          <p:spPr>
            <a:xfrm>
              <a:off x="3322813" y="3208575"/>
              <a:ext cx="71373" cy="71374"/>
            </a:xfrm>
            <a:custGeom>
              <a:rect b="b" l="l" r="r" t="t"/>
              <a:pathLst>
                <a:path extrusionOk="0" h="71374" w="71373">
                  <a:moveTo>
                    <a:pt x="35687" y="71374"/>
                  </a:moveTo>
                  <a:cubicBezTo>
                    <a:pt x="15977" y="71374"/>
                    <a:pt x="0" y="55397"/>
                    <a:pt x="0" y="35687"/>
                  </a:cubicBezTo>
                  <a:cubicBezTo>
                    <a:pt x="0" y="15977"/>
                    <a:pt x="15977" y="0"/>
                    <a:pt x="35687" y="0"/>
                  </a:cubicBezTo>
                  <a:cubicBezTo>
                    <a:pt x="55296" y="0"/>
                    <a:pt x="71234" y="15824"/>
                    <a:pt x="71374" y="35433"/>
                  </a:cubicBezTo>
                  <a:cubicBezTo>
                    <a:pt x="71374" y="55143"/>
                    <a:pt x="55397" y="71120"/>
                    <a:pt x="35687" y="71120"/>
                  </a:cubicBezTo>
                  <a:close/>
                  <a:moveTo>
                    <a:pt x="35687" y="4635"/>
                  </a:moveTo>
                  <a:cubicBezTo>
                    <a:pt x="18504" y="4597"/>
                    <a:pt x="4547" y="18504"/>
                    <a:pt x="4508" y="35687"/>
                  </a:cubicBezTo>
                  <a:cubicBezTo>
                    <a:pt x="4477" y="52870"/>
                    <a:pt x="18377" y="66827"/>
                    <a:pt x="35560" y="66865"/>
                  </a:cubicBezTo>
                  <a:cubicBezTo>
                    <a:pt x="52743" y="66897"/>
                    <a:pt x="66700" y="52997"/>
                    <a:pt x="66739" y="35814"/>
                  </a:cubicBezTo>
                  <a:cubicBezTo>
                    <a:pt x="66739" y="35770"/>
                    <a:pt x="66739" y="35731"/>
                    <a:pt x="66739" y="35687"/>
                  </a:cubicBezTo>
                  <a:cubicBezTo>
                    <a:pt x="66707" y="18555"/>
                    <a:pt x="52819" y="4667"/>
                    <a:pt x="35687" y="4635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8" name="Google Shape;1238;p48"/>
            <p:cNvSpPr/>
            <p:nvPr/>
          </p:nvSpPr>
          <p:spPr>
            <a:xfrm>
              <a:off x="3325098" y="3377676"/>
              <a:ext cx="66802" cy="66802"/>
            </a:xfrm>
            <a:custGeom>
              <a:rect b="b" l="l" r="r" t="t"/>
              <a:pathLst>
                <a:path extrusionOk="0" h="66802" w="66802">
                  <a:moveTo>
                    <a:pt x="0" y="33465"/>
                  </a:moveTo>
                  <a:cubicBezTo>
                    <a:pt x="-38" y="15018"/>
                    <a:pt x="14891" y="38"/>
                    <a:pt x="33338" y="0"/>
                  </a:cubicBezTo>
                  <a:cubicBezTo>
                    <a:pt x="51784" y="-38"/>
                    <a:pt x="66764" y="14891"/>
                    <a:pt x="66802" y="33338"/>
                  </a:cubicBezTo>
                  <a:cubicBezTo>
                    <a:pt x="66840" y="51784"/>
                    <a:pt x="51911" y="66764"/>
                    <a:pt x="33465" y="66802"/>
                  </a:cubicBezTo>
                  <a:cubicBezTo>
                    <a:pt x="33446" y="66802"/>
                    <a:pt x="33420" y="66802"/>
                    <a:pt x="33401" y="66802"/>
                  </a:cubicBezTo>
                  <a:cubicBezTo>
                    <a:pt x="14980" y="66802"/>
                    <a:pt x="38" y="51886"/>
                    <a:pt x="0" y="3346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9" name="Google Shape;1239;p48"/>
            <p:cNvSpPr/>
            <p:nvPr/>
          </p:nvSpPr>
          <p:spPr>
            <a:xfrm>
              <a:off x="3322813" y="3375390"/>
              <a:ext cx="71373" cy="71373"/>
            </a:xfrm>
            <a:custGeom>
              <a:rect b="b" l="l" r="r" t="t"/>
              <a:pathLst>
                <a:path extrusionOk="0" h="71373" w="71373">
                  <a:moveTo>
                    <a:pt x="35687" y="71374"/>
                  </a:moveTo>
                  <a:cubicBezTo>
                    <a:pt x="15977" y="71374"/>
                    <a:pt x="0" y="55397"/>
                    <a:pt x="0" y="35687"/>
                  </a:cubicBezTo>
                  <a:cubicBezTo>
                    <a:pt x="0" y="15977"/>
                    <a:pt x="15977" y="0"/>
                    <a:pt x="35687" y="0"/>
                  </a:cubicBezTo>
                  <a:cubicBezTo>
                    <a:pt x="55397" y="0"/>
                    <a:pt x="71374" y="15977"/>
                    <a:pt x="71374" y="35687"/>
                  </a:cubicBezTo>
                  <a:cubicBezTo>
                    <a:pt x="71374" y="35706"/>
                    <a:pt x="71374" y="35731"/>
                    <a:pt x="71374" y="35751"/>
                  </a:cubicBezTo>
                  <a:cubicBezTo>
                    <a:pt x="71336" y="55435"/>
                    <a:pt x="55372" y="71374"/>
                    <a:pt x="35687" y="71374"/>
                  </a:cubicBezTo>
                  <a:close/>
                  <a:moveTo>
                    <a:pt x="35687" y="4635"/>
                  </a:moveTo>
                  <a:cubicBezTo>
                    <a:pt x="18504" y="4597"/>
                    <a:pt x="4547" y="18504"/>
                    <a:pt x="4508" y="35687"/>
                  </a:cubicBezTo>
                  <a:cubicBezTo>
                    <a:pt x="4470" y="52870"/>
                    <a:pt x="18377" y="66827"/>
                    <a:pt x="35560" y="66865"/>
                  </a:cubicBezTo>
                  <a:cubicBezTo>
                    <a:pt x="52743" y="66897"/>
                    <a:pt x="66700" y="52997"/>
                    <a:pt x="66739" y="35814"/>
                  </a:cubicBezTo>
                  <a:cubicBezTo>
                    <a:pt x="66739" y="35795"/>
                    <a:pt x="66739" y="35770"/>
                    <a:pt x="66739" y="35751"/>
                  </a:cubicBezTo>
                  <a:cubicBezTo>
                    <a:pt x="66739" y="18593"/>
                    <a:pt x="52845" y="4674"/>
                    <a:pt x="35687" y="4635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40" name="Google Shape;1240;p48"/>
            <p:cNvSpPr/>
            <p:nvPr/>
          </p:nvSpPr>
          <p:spPr>
            <a:xfrm>
              <a:off x="3325098" y="3544490"/>
              <a:ext cx="66802" cy="66802"/>
            </a:xfrm>
            <a:custGeom>
              <a:rect b="b" l="l" r="r" t="t"/>
              <a:pathLst>
                <a:path extrusionOk="0" h="66802" w="66802">
                  <a:moveTo>
                    <a:pt x="0" y="33465"/>
                  </a:moveTo>
                  <a:cubicBezTo>
                    <a:pt x="-38" y="15018"/>
                    <a:pt x="14891" y="38"/>
                    <a:pt x="33338" y="0"/>
                  </a:cubicBezTo>
                  <a:cubicBezTo>
                    <a:pt x="51784" y="-38"/>
                    <a:pt x="66764" y="14891"/>
                    <a:pt x="66802" y="33338"/>
                  </a:cubicBezTo>
                  <a:cubicBezTo>
                    <a:pt x="66840" y="51784"/>
                    <a:pt x="51911" y="66764"/>
                    <a:pt x="33465" y="66802"/>
                  </a:cubicBezTo>
                  <a:cubicBezTo>
                    <a:pt x="33446" y="66802"/>
                    <a:pt x="33420" y="66802"/>
                    <a:pt x="33401" y="66802"/>
                  </a:cubicBezTo>
                  <a:cubicBezTo>
                    <a:pt x="14993" y="66770"/>
                    <a:pt x="70" y="51873"/>
                    <a:pt x="0" y="3346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41" name="Google Shape;1241;p48"/>
            <p:cNvSpPr/>
            <p:nvPr/>
          </p:nvSpPr>
          <p:spPr>
            <a:xfrm>
              <a:off x="3322813" y="3542268"/>
              <a:ext cx="71373" cy="71373"/>
            </a:xfrm>
            <a:custGeom>
              <a:rect b="b" l="l" r="r" t="t"/>
              <a:pathLst>
                <a:path extrusionOk="0" h="71373" w="71373">
                  <a:moveTo>
                    <a:pt x="35687" y="71374"/>
                  </a:moveTo>
                  <a:cubicBezTo>
                    <a:pt x="15977" y="71374"/>
                    <a:pt x="0" y="55397"/>
                    <a:pt x="0" y="35687"/>
                  </a:cubicBezTo>
                  <a:cubicBezTo>
                    <a:pt x="0" y="15977"/>
                    <a:pt x="15977" y="0"/>
                    <a:pt x="35687" y="0"/>
                  </a:cubicBezTo>
                  <a:cubicBezTo>
                    <a:pt x="55397" y="0"/>
                    <a:pt x="71374" y="15977"/>
                    <a:pt x="71374" y="35687"/>
                  </a:cubicBezTo>
                  <a:cubicBezTo>
                    <a:pt x="71374" y="55397"/>
                    <a:pt x="55397" y="71374"/>
                    <a:pt x="35687" y="71374"/>
                  </a:cubicBezTo>
                  <a:close/>
                  <a:moveTo>
                    <a:pt x="35687" y="4636"/>
                  </a:moveTo>
                  <a:cubicBezTo>
                    <a:pt x="18536" y="4636"/>
                    <a:pt x="4636" y="18536"/>
                    <a:pt x="4636" y="35687"/>
                  </a:cubicBezTo>
                  <a:cubicBezTo>
                    <a:pt x="4636" y="52838"/>
                    <a:pt x="18536" y="66739"/>
                    <a:pt x="35687" y="66739"/>
                  </a:cubicBezTo>
                  <a:cubicBezTo>
                    <a:pt x="52838" y="66739"/>
                    <a:pt x="66739" y="52838"/>
                    <a:pt x="66739" y="35687"/>
                  </a:cubicBezTo>
                  <a:cubicBezTo>
                    <a:pt x="66739" y="18536"/>
                    <a:pt x="52838" y="4636"/>
                    <a:pt x="35687" y="4636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42" name="Google Shape;1242;p48"/>
            <p:cNvSpPr/>
            <p:nvPr/>
          </p:nvSpPr>
          <p:spPr>
            <a:xfrm>
              <a:off x="6897672" y="2992548"/>
              <a:ext cx="389572" cy="390271"/>
            </a:xfrm>
            <a:custGeom>
              <a:rect b="b" l="l" r="r" t="t"/>
              <a:pathLst>
                <a:path extrusionOk="0" h="390271" w="389572">
                  <a:moveTo>
                    <a:pt x="206375" y="389954"/>
                  </a:moveTo>
                  <a:lnTo>
                    <a:pt x="183324" y="389954"/>
                  </a:lnTo>
                  <a:cubicBezTo>
                    <a:pt x="176530" y="389960"/>
                    <a:pt x="170497" y="385642"/>
                    <a:pt x="168339" y="379222"/>
                  </a:cubicBezTo>
                  <a:lnTo>
                    <a:pt x="157861" y="347472"/>
                  </a:lnTo>
                  <a:cubicBezTo>
                    <a:pt x="156655" y="344005"/>
                    <a:pt x="153860" y="341332"/>
                    <a:pt x="150368" y="340297"/>
                  </a:cubicBezTo>
                  <a:cubicBezTo>
                    <a:pt x="141160" y="337445"/>
                    <a:pt x="132270" y="333724"/>
                    <a:pt x="123761" y="329184"/>
                  </a:cubicBezTo>
                  <a:cubicBezTo>
                    <a:pt x="120459" y="327533"/>
                    <a:pt x="116649" y="327533"/>
                    <a:pt x="113347" y="329184"/>
                  </a:cubicBezTo>
                  <a:lnTo>
                    <a:pt x="83630" y="344043"/>
                  </a:lnTo>
                  <a:cubicBezTo>
                    <a:pt x="77597" y="347072"/>
                    <a:pt x="70294" y="345897"/>
                    <a:pt x="65468" y="341122"/>
                  </a:cubicBezTo>
                  <a:lnTo>
                    <a:pt x="48895" y="324549"/>
                  </a:lnTo>
                  <a:cubicBezTo>
                    <a:pt x="44069" y="319773"/>
                    <a:pt x="42926" y="312433"/>
                    <a:pt x="45974" y="306388"/>
                  </a:cubicBezTo>
                  <a:lnTo>
                    <a:pt x="60833" y="276606"/>
                  </a:lnTo>
                  <a:cubicBezTo>
                    <a:pt x="62484" y="273355"/>
                    <a:pt x="62484" y="269507"/>
                    <a:pt x="60833" y="266256"/>
                  </a:cubicBezTo>
                  <a:cubicBezTo>
                    <a:pt x="56261" y="257740"/>
                    <a:pt x="52578" y="248812"/>
                    <a:pt x="49720" y="239586"/>
                  </a:cubicBezTo>
                  <a:cubicBezTo>
                    <a:pt x="48641" y="236099"/>
                    <a:pt x="45974" y="233331"/>
                    <a:pt x="42545" y="232156"/>
                  </a:cubicBezTo>
                  <a:lnTo>
                    <a:pt x="10795" y="221679"/>
                  </a:lnTo>
                  <a:cubicBezTo>
                    <a:pt x="4381" y="219507"/>
                    <a:pt x="0" y="213481"/>
                    <a:pt x="0" y="206693"/>
                  </a:cubicBezTo>
                  <a:lnTo>
                    <a:pt x="0" y="183325"/>
                  </a:lnTo>
                  <a:cubicBezTo>
                    <a:pt x="0" y="176536"/>
                    <a:pt x="4381" y="170510"/>
                    <a:pt x="10795" y="168339"/>
                  </a:cubicBezTo>
                  <a:lnTo>
                    <a:pt x="42545" y="157861"/>
                  </a:lnTo>
                  <a:cubicBezTo>
                    <a:pt x="46038" y="156674"/>
                    <a:pt x="48705" y="153880"/>
                    <a:pt x="49720" y="150368"/>
                  </a:cubicBezTo>
                  <a:cubicBezTo>
                    <a:pt x="52578" y="141167"/>
                    <a:pt x="56324" y="132258"/>
                    <a:pt x="60833" y="123762"/>
                  </a:cubicBezTo>
                  <a:cubicBezTo>
                    <a:pt x="62484" y="120485"/>
                    <a:pt x="62484" y="116624"/>
                    <a:pt x="60833" y="113348"/>
                  </a:cubicBezTo>
                  <a:lnTo>
                    <a:pt x="45974" y="83630"/>
                  </a:lnTo>
                  <a:cubicBezTo>
                    <a:pt x="42926" y="77584"/>
                    <a:pt x="44069" y="70244"/>
                    <a:pt x="48895" y="65469"/>
                  </a:cubicBezTo>
                  <a:lnTo>
                    <a:pt x="65468" y="48895"/>
                  </a:lnTo>
                  <a:cubicBezTo>
                    <a:pt x="70231" y="44082"/>
                    <a:pt x="77597" y="42901"/>
                    <a:pt x="83630" y="45974"/>
                  </a:cubicBezTo>
                  <a:lnTo>
                    <a:pt x="113347" y="60833"/>
                  </a:lnTo>
                  <a:cubicBezTo>
                    <a:pt x="116649" y="62484"/>
                    <a:pt x="120459" y="62484"/>
                    <a:pt x="123761" y="60833"/>
                  </a:cubicBezTo>
                  <a:cubicBezTo>
                    <a:pt x="132270" y="56267"/>
                    <a:pt x="141160" y="52546"/>
                    <a:pt x="150368" y="49721"/>
                  </a:cubicBezTo>
                  <a:cubicBezTo>
                    <a:pt x="153860" y="48685"/>
                    <a:pt x="156655" y="46012"/>
                    <a:pt x="157861" y="42545"/>
                  </a:cubicBezTo>
                  <a:lnTo>
                    <a:pt x="168339" y="10795"/>
                  </a:lnTo>
                  <a:cubicBezTo>
                    <a:pt x="170497" y="4363"/>
                    <a:pt x="176530" y="25"/>
                    <a:pt x="183324" y="0"/>
                  </a:cubicBezTo>
                  <a:lnTo>
                    <a:pt x="206693" y="0"/>
                  </a:lnTo>
                  <a:cubicBezTo>
                    <a:pt x="213487" y="25"/>
                    <a:pt x="219519" y="4363"/>
                    <a:pt x="221679" y="10795"/>
                  </a:cubicBezTo>
                  <a:lnTo>
                    <a:pt x="232156" y="42545"/>
                  </a:lnTo>
                  <a:cubicBezTo>
                    <a:pt x="233363" y="45993"/>
                    <a:pt x="236093" y="48666"/>
                    <a:pt x="239585" y="49721"/>
                  </a:cubicBezTo>
                  <a:cubicBezTo>
                    <a:pt x="248666" y="52597"/>
                    <a:pt x="257493" y="56363"/>
                    <a:pt x="265874" y="60960"/>
                  </a:cubicBezTo>
                  <a:cubicBezTo>
                    <a:pt x="269113" y="62611"/>
                    <a:pt x="272986" y="62611"/>
                    <a:pt x="276225" y="60960"/>
                  </a:cubicBezTo>
                  <a:lnTo>
                    <a:pt x="306006" y="46101"/>
                  </a:lnTo>
                  <a:cubicBezTo>
                    <a:pt x="312039" y="43028"/>
                    <a:pt x="319405" y="44209"/>
                    <a:pt x="324168" y="49022"/>
                  </a:cubicBezTo>
                  <a:lnTo>
                    <a:pt x="340741" y="65596"/>
                  </a:lnTo>
                  <a:cubicBezTo>
                    <a:pt x="345504" y="70390"/>
                    <a:pt x="346710" y="77705"/>
                    <a:pt x="343662" y="83757"/>
                  </a:cubicBezTo>
                  <a:lnTo>
                    <a:pt x="328803" y="113475"/>
                  </a:lnTo>
                  <a:cubicBezTo>
                    <a:pt x="327152" y="116751"/>
                    <a:pt x="327152" y="120612"/>
                    <a:pt x="328803" y="123889"/>
                  </a:cubicBezTo>
                  <a:cubicBezTo>
                    <a:pt x="333311" y="132385"/>
                    <a:pt x="337058" y="141294"/>
                    <a:pt x="339916" y="150495"/>
                  </a:cubicBezTo>
                  <a:cubicBezTo>
                    <a:pt x="340931" y="154007"/>
                    <a:pt x="343598" y="156801"/>
                    <a:pt x="347091" y="157988"/>
                  </a:cubicBezTo>
                  <a:lnTo>
                    <a:pt x="378841" y="168466"/>
                  </a:lnTo>
                  <a:cubicBezTo>
                    <a:pt x="385255" y="170644"/>
                    <a:pt x="389572" y="176670"/>
                    <a:pt x="389572" y="183452"/>
                  </a:cubicBezTo>
                  <a:lnTo>
                    <a:pt x="389572" y="207010"/>
                  </a:lnTo>
                  <a:cubicBezTo>
                    <a:pt x="389572" y="213792"/>
                    <a:pt x="385255" y="219818"/>
                    <a:pt x="378841" y="221996"/>
                  </a:cubicBezTo>
                  <a:lnTo>
                    <a:pt x="347091" y="232474"/>
                  </a:lnTo>
                  <a:cubicBezTo>
                    <a:pt x="343662" y="233648"/>
                    <a:pt x="340995" y="236417"/>
                    <a:pt x="339916" y="239903"/>
                  </a:cubicBezTo>
                  <a:cubicBezTo>
                    <a:pt x="337058" y="249130"/>
                    <a:pt x="333375" y="258058"/>
                    <a:pt x="328803" y="266573"/>
                  </a:cubicBezTo>
                  <a:cubicBezTo>
                    <a:pt x="327152" y="269824"/>
                    <a:pt x="327152" y="273672"/>
                    <a:pt x="328803" y="276924"/>
                  </a:cubicBezTo>
                  <a:lnTo>
                    <a:pt x="343662" y="306705"/>
                  </a:lnTo>
                  <a:cubicBezTo>
                    <a:pt x="346710" y="312757"/>
                    <a:pt x="345504" y="320072"/>
                    <a:pt x="340741" y="324866"/>
                  </a:cubicBezTo>
                  <a:lnTo>
                    <a:pt x="324168" y="341440"/>
                  </a:lnTo>
                  <a:cubicBezTo>
                    <a:pt x="319342" y="346215"/>
                    <a:pt x="312039" y="347389"/>
                    <a:pt x="306006" y="344361"/>
                  </a:cubicBezTo>
                  <a:lnTo>
                    <a:pt x="276225" y="329502"/>
                  </a:lnTo>
                  <a:cubicBezTo>
                    <a:pt x="272986" y="327851"/>
                    <a:pt x="269113" y="327851"/>
                    <a:pt x="265874" y="329502"/>
                  </a:cubicBezTo>
                  <a:cubicBezTo>
                    <a:pt x="257366" y="334055"/>
                    <a:pt x="248412" y="337776"/>
                    <a:pt x="239205" y="340614"/>
                  </a:cubicBezTo>
                  <a:cubicBezTo>
                    <a:pt x="235712" y="341668"/>
                    <a:pt x="232981" y="344341"/>
                    <a:pt x="231775" y="347790"/>
                  </a:cubicBezTo>
                  <a:lnTo>
                    <a:pt x="221297" y="379540"/>
                  </a:lnTo>
                  <a:cubicBezTo>
                    <a:pt x="219139" y="385959"/>
                    <a:pt x="213106" y="390277"/>
                    <a:pt x="206311" y="390271"/>
                  </a:cubicBezTo>
                  <a:close/>
                  <a:moveTo>
                    <a:pt x="117983" y="323469"/>
                  </a:moveTo>
                  <a:cubicBezTo>
                    <a:pt x="120650" y="323475"/>
                    <a:pt x="123254" y="324129"/>
                    <a:pt x="125603" y="325374"/>
                  </a:cubicBezTo>
                  <a:cubicBezTo>
                    <a:pt x="133858" y="329762"/>
                    <a:pt x="142494" y="333356"/>
                    <a:pt x="151447" y="336106"/>
                  </a:cubicBezTo>
                  <a:cubicBezTo>
                    <a:pt x="156337" y="337617"/>
                    <a:pt x="160274" y="341395"/>
                    <a:pt x="161925" y="346266"/>
                  </a:cubicBezTo>
                  <a:lnTo>
                    <a:pt x="172403" y="378016"/>
                  </a:lnTo>
                  <a:cubicBezTo>
                    <a:pt x="173927" y="382581"/>
                    <a:pt x="178181" y="385661"/>
                    <a:pt x="183007" y="385636"/>
                  </a:cubicBezTo>
                  <a:lnTo>
                    <a:pt x="206375" y="385636"/>
                  </a:lnTo>
                  <a:cubicBezTo>
                    <a:pt x="211201" y="385661"/>
                    <a:pt x="215456" y="382581"/>
                    <a:pt x="216980" y="378016"/>
                  </a:cubicBezTo>
                  <a:lnTo>
                    <a:pt x="227457" y="346266"/>
                  </a:lnTo>
                  <a:cubicBezTo>
                    <a:pt x="229108" y="341395"/>
                    <a:pt x="233045" y="337617"/>
                    <a:pt x="237934" y="336106"/>
                  </a:cubicBezTo>
                  <a:cubicBezTo>
                    <a:pt x="246888" y="333350"/>
                    <a:pt x="255524" y="329762"/>
                    <a:pt x="263779" y="325374"/>
                  </a:cubicBezTo>
                  <a:cubicBezTo>
                    <a:pt x="268351" y="323025"/>
                    <a:pt x="273812" y="323025"/>
                    <a:pt x="278384" y="325374"/>
                  </a:cubicBezTo>
                  <a:lnTo>
                    <a:pt x="308102" y="340233"/>
                  </a:lnTo>
                  <a:cubicBezTo>
                    <a:pt x="312356" y="342310"/>
                    <a:pt x="317436" y="341465"/>
                    <a:pt x="320802" y="338138"/>
                  </a:cubicBezTo>
                  <a:lnTo>
                    <a:pt x="337312" y="321628"/>
                  </a:lnTo>
                  <a:cubicBezTo>
                    <a:pt x="340614" y="318268"/>
                    <a:pt x="341503" y="313176"/>
                    <a:pt x="339407" y="308928"/>
                  </a:cubicBezTo>
                  <a:lnTo>
                    <a:pt x="324548" y="279210"/>
                  </a:lnTo>
                  <a:cubicBezTo>
                    <a:pt x="322199" y="274625"/>
                    <a:pt x="322199" y="269189"/>
                    <a:pt x="324548" y="264605"/>
                  </a:cubicBezTo>
                  <a:cubicBezTo>
                    <a:pt x="328930" y="256362"/>
                    <a:pt x="332549" y="247707"/>
                    <a:pt x="335280" y="238760"/>
                  </a:cubicBezTo>
                  <a:cubicBezTo>
                    <a:pt x="336804" y="233839"/>
                    <a:pt x="340551" y="229946"/>
                    <a:pt x="345440" y="228283"/>
                  </a:cubicBezTo>
                  <a:lnTo>
                    <a:pt x="377190" y="217805"/>
                  </a:lnTo>
                  <a:cubicBezTo>
                    <a:pt x="381762" y="216294"/>
                    <a:pt x="384810" y="212014"/>
                    <a:pt x="384810" y="207201"/>
                  </a:cubicBezTo>
                  <a:lnTo>
                    <a:pt x="384810" y="183833"/>
                  </a:lnTo>
                  <a:cubicBezTo>
                    <a:pt x="384810" y="179019"/>
                    <a:pt x="381762" y="174739"/>
                    <a:pt x="377190" y="173228"/>
                  </a:cubicBezTo>
                  <a:lnTo>
                    <a:pt x="345440" y="162751"/>
                  </a:lnTo>
                  <a:cubicBezTo>
                    <a:pt x="340551" y="161087"/>
                    <a:pt x="336804" y="157188"/>
                    <a:pt x="335280" y="152273"/>
                  </a:cubicBezTo>
                  <a:cubicBezTo>
                    <a:pt x="332549" y="143326"/>
                    <a:pt x="328930" y="134671"/>
                    <a:pt x="324548" y="126429"/>
                  </a:cubicBezTo>
                  <a:cubicBezTo>
                    <a:pt x="322199" y="121844"/>
                    <a:pt x="322199" y="116408"/>
                    <a:pt x="324548" y="111824"/>
                  </a:cubicBezTo>
                  <a:lnTo>
                    <a:pt x="339407" y="82106"/>
                  </a:lnTo>
                  <a:cubicBezTo>
                    <a:pt x="341503" y="77857"/>
                    <a:pt x="340614" y="72765"/>
                    <a:pt x="337312" y="69406"/>
                  </a:cubicBezTo>
                  <a:lnTo>
                    <a:pt x="320802" y="52832"/>
                  </a:lnTo>
                  <a:cubicBezTo>
                    <a:pt x="317436" y="49555"/>
                    <a:pt x="312356" y="48724"/>
                    <a:pt x="308102" y="50737"/>
                  </a:cubicBezTo>
                  <a:lnTo>
                    <a:pt x="278384" y="65659"/>
                  </a:lnTo>
                  <a:cubicBezTo>
                    <a:pt x="273812" y="68009"/>
                    <a:pt x="268351" y="68009"/>
                    <a:pt x="263779" y="65659"/>
                  </a:cubicBezTo>
                  <a:cubicBezTo>
                    <a:pt x="255524" y="61271"/>
                    <a:pt x="246888" y="57677"/>
                    <a:pt x="237934" y="54928"/>
                  </a:cubicBezTo>
                  <a:cubicBezTo>
                    <a:pt x="233045" y="53454"/>
                    <a:pt x="229108" y="49695"/>
                    <a:pt x="227457" y="44831"/>
                  </a:cubicBezTo>
                  <a:lnTo>
                    <a:pt x="216980" y="13081"/>
                  </a:lnTo>
                  <a:cubicBezTo>
                    <a:pt x="215456" y="8515"/>
                    <a:pt x="211201" y="5436"/>
                    <a:pt x="206375" y="5461"/>
                  </a:cubicBezTo>
                  <a:lnTo>
                    <a:pt x="183324" y="5461"/>
                  </a:lnTo>
                  <a:cubicBezTo>
                    <a:pt x="178498" y="5436"/>
                    <a:pt x="174244" y="8515"/>
                    <a:pt x="172720" y="13081"/>
                  </a:cubicBezTo>
                  <a:lnTo>
                    <a:pt x="162243" y="44831"/>
                  </a:lnTo>
                  <a:cubicBezTo>
                    <a:pt x="160592" y="49695"/>
                    <a:pt x="156655" y="53454"/>
                    <a:pt x="151765" y="54928"/>
                  </a:cubicBezTo>
                  <a:cubicBezTo>
                    <a:pt x="142811" y="57677"/>
                    <a:pt x="134176" y="61271"/>
                    <a:pt x="125920" y="65659"/>
                  </a:cubicBezTo>
                  <a:cubicBezTo>
                    <a:pt x="121348" y="68009"/>
                    <a:pt x="115888" y="68009"/>
                    <a:pt x="111316" y="65659"/>
                  </a:cubicBezTo>
                  <a:lnTo>
                    <a:pt x="81597" y="50737"/>
                  </a:lnTo>
                  <a:cubicBezTo>
                    <a:pt x="77343" y="48724"/>
                    <a:pt x="72263" y="49555"/>
                    <a:pt x="68897" y="52832"/>
                  </a:cubicBezTo>
                  <a:lnTo>
                    <a:pt x="52324" y="69406"/>
                  </a:lnTo>
                  <a:cubicBezTo>
                    <a:pt x="49022" y="72790"/>
                    <a:pt x="48196" y="77851"/>
                    <a:pt x="50229" y="82106"/>
                  </a:cubicBezTo>
                  <a:lnTo>
                    <a:pt x="65151" y="111824"/>
                  </a:lnTo>
                  <a:cubicBezTo>
                    <a:pt x="67501" y="116415"/>
                    <a:pt x="67501" y="121838"/>
                    <a:pt x="65151" y="126429"/>
                  </a:cubicBezTo>
                  <a:cubicBezTo>
                    <a:pt x="60706" y="134658"/>
                    <a:pt x="57086" y="143320"/>
                    <a:pt x="54419" y="152273"/>
                  </a:cubicBezTo>
                  <a:cubicBezTo>
                    <a:pt x="52705" y="157264"/>
                    <a:pt x="48705" y="161112"/>
                    <a:pt x="43624" y="162560"/>
                  </a:cubicBezTo>
                  <a:lnTo>
                    <a:pt x="11874" y="173038"/>
                  </a:lnTo>
                  <a:cubicBezTo>
                    <a:pt x="7303" y="174549"/>
                    <a:pt x="4255" y="178829"/>
                    <a:pt x="4255" y="183642"/>
                  </a:cubicBezTo>
                  <a:lnTo>
                    <a:pt x="4255" y="207010"/>
                  </a:lnTo>
                  <a:cubicBezTo>
                    <a:pt x="4255" y="211823"/>
                    <a:pt x="7303" y="216103"/>
                    <a:pt x="11874" y="217615"/>
                  </a:cubicBezTo>
                  <a:lnTo>
                    <a:pt x="43624" y="228092"/>
                  </a:lnTo>
                  <a:cubicBezTo>
                    <a:pt x="48514" y="229756"/>
                    <a:pt x="52260" y="233655"/>
                    <a:pt x="53784" y="238570"/>
                  </a:cubicBezTo>
                  <a:cubicBezTo>
                    <a:pt x="56452" y="247523"/>
                    <a:pt x="60071" y="256184"/>
                    <a:pt x="64516" y="264414"/>
                  </a:cubicBezTo>
                  <a:cubicBezTo>
                    <a:pt x="66866" y="269005"/>
                    <a:pt x="66866" y="274428"/>
                    <a:pt x="64516" y="279019"/>
                  </a:cubicBezTo>
                  <a:lnTo>
                    <a:pt x="49974" y="308610"/>
                  </a:lnTo>
                  <a:cubicBezTo>
                    <a:pt x="47943" y="312865"/>
                    <a:pt x="48768" y="317925"/>
                    <a:pt x="52070" y="321310"/>
                  </a:cubicBezTo>
                  <a:lnTo>
                    <a:pt x="68643" y="337820"/>
                  </a:lnTo>
                  <a:cubicBezTo>
                    <a:pt x="72009" y="341147"/>
                    <a:pt x="77089" y="341992"/>
                    <a:pt x="81343" y="339916"/>
                  </a:cubicBezTo>
                  <a:lnTo>
                    <a:pt x="111061" y="325057"/>
                  </a:lnTo>
                  <a:cubicBezTo>
                    <a:pt x="113220" y="323977"/>
                    <a:pt x="115633" y="323418"/>
                    <a:pt x="118046" y="323406"/>
                  </a:cubicBezTo>
                  <a:close/>
                  <a:moveTo>
                    <a:pt x="194691" y="304419"/>
                  </a:moveTo>
                  <a:cubicBezTo>
                    <a:pt x="134303" y="304457"/>
                    <a:pt x="85344" y="255524"/>
                    <a:pt x="85281" y="195136"/>
                  </a:cubicBezTo>
                  <a:cubicBezTo>
                    <a:pt x="85217" y="134747"/>
                    <a:pt x="134176" y="85763"/>
                    <a:pt x="194564" y="85725"/>
                  </a:cubicBezTo>
                  <a:cubicBezTo>
                    <a:pt x="254953" y="85687"/>
                    <a:pt x="303911" y="134620"/>
                    <a:pt x="303974" y="195009"/>
                  </a:cubicBezTo>
                  <a:cubicBezTo>
                    <a:pt x="303974" y="195028"/>
                    <a:pt x="303974" y="195053"/>
                    <a:pt x="303974" y="195072"/>
                  </a:cubicBezTo>
                  <a:cubicBezTo>
                    <a:pt x="303911" y="255397"/>
                    <a:pt x="255016" y="304286"/>
                    <a:pt x="194691" y="304356"/>
                  </a:cubicBezTo>
                  <a:close/>
                  <a:moveTo>
                    <a:pt x="194691" y="90424"/>
                  </a:moveTo>
                  <a:cubicBezTo>
                    <a:pt x="136843" y="90424"/>
                    <a:pt x="89980" y="137306"/>
                    <a:pt x="89980" y="195136"/>
                  </a:cubicBezTo>
                  <a:cubicBezTo>
                    <a:pt x="89980" y="252965"/>
                    <a:pt x="136843" y="299847"/>
                    <a:pt x="194691" y="299847"/>
                  </a:cubicBezTo>
                  <a:cubicBezTo>
                    <a:pt x="252540" y="299847"/>
                    <a:pt x="299403" y="252965"/>
                    <a:pt x="299403" y="195136"/>
                  </a:cubicBezTo>
                  <a:cubicBezTo>
                    <a:pt x="299339" y="137331"/>
                    <a:pt x="252476" y="90494"/>
                    <a:pt x="194691" y="90424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43" name="Google Shape;1243;p48"/>
            <p:cNvSpPr/>
            <p:nvPr/>
          </p:nvSpPr>
          <p:spPr>
            <a:xfrm>
              <a:off x="7006765" y="3102022"/>
              <a:ext cx="171195" cy="171196"/>
            </a:xfrm>
            <a:custGeom>
              <a:rect b="b" l="l" r="r" t="t"/>
              <a:pathLst>
                <a:path extrusionOk="0" h="171196" w="171195">
                  <a:moveTo>
                    <a:pt x="0" y="85598"/>
                  </a:moveTo>
                  <a:cubicBezTo>
                    <a:pt x="0" y="38322"/>
                    <a:pt x="38353" y="0"/>
                    <a:pt x="85598" y="0"/>
                  </a:cubicBezTo>
                  <a:cubicBezTo>
                    <a:pt x="132842" y="0"/>
                    <a:pt x="171196" y="38322"/>
                    <a:pt x="171196" y="85598"/>
                  </a:cubicBezTo>
                  <a:cubicBezTo>
                    <a:pt x="171196" y="132874"/>
                    <a:pt x="132842" y="171196"/>
                    <a:pt x="85598" y="171196"/>
                  </a:cubicBezTo>
                  <a:cubicBezTo>
                    <a:pt x="38353" y="171234"/>
                    <a:pt x="63" y="132963"/>
                    <a:pt x="0" y="85725"/>
                  </a:cubicBezTo>
                  <a:cubicBezTo>
                    <a:pt x="0" y="85681"/>
                    <a:pt x="0" y="85642"/>
                    <a:pt x="0" y="85598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44" name="Google Shape;1244;p48"/>
            <p:cNvSpPr/>
            <p:nvPr/>
          </p:nvSpPr>
          <p:spPr>
            <a:xfrm>
              <a:off x="7004479" y="3099991"/>
              <a:ext cx="175768" cy="175767"/>
            </a:xfrm>
            <a:custGeom>
              <a:rect b="b" l="l" r="r" t="t"/>
              <a:pathLst>
                <a:path extrusionOk="0" h="175767" w="175768">
                  <a:moveTo>
                    <a:pt x="87885" y="175768"/>
                  </a:moveTo>
                  <a:cubicBezTo>
                    <a:pt x="39370" y="175768"/>
                    <a:pt x="0" y="136423"/>
                    <a:pt x="0" y="87884"/>
                  </a:cubicBezTo>
                  <a:cubicBezTo>
                    <a:pt x="0" y="39345"/>
                    <a:pt x="39370" y="0"/>
                    <a:pt x="87885" y="0"/>
                  </a:cubicBezTo>
                  <a:cubicBezTo>
                    <a:pt x="136399" y="0"/>
                    <a:pt x="175768" y="39345"/>
                    <a:pt x="175768" y="87884"/>
                  </a:cubicBezTo>
                  <a:cubicBezTo>
                    <a:pt x="175705" y="136392"/>
                    <a:pt x="136399" y="175698"/>
                    <a:pt x="87885" y="175768"/>
                  </a:cubicBezTo>
                  <a:close/>
                  <a:moveTo>
                    <a:pt x="87885" y="4318"/>
                  </a:moveTo>
                  <a:cubicBezTo>
                    <a:pt x="41847" y="4318"/>
                    <a:pt x="4573" y="41618"/>
                    <a:pt x="4573" y="87630"/>
                  </a:cubicBezTo>
                  <a:cubicBezTo>
                    <a:pt x="4573" y="133642"/>
                    <a:pt x="41847" y="170942"/>
                    <a:pt x="87885" y="170942"/>
                  </a:cubicBezTo>
                  <a:cubicBezTo>
                    <a:pt x="133922" y="170942"/>
                    <a:pt x="171197" y="133642"/>
                    <a:pt x="171197" y="87630"/>
                  </a:cubicBezTo>
                  <a:cubicBezTo>
                    <a:pt x="171133" y="41631"/>
                    <a:pt x="133859" y="4356"/>
                    <a:pt x="87885" y="4318"/>
                  </a:cubicBezTo>
                  <a:close/>
                </a:path>
              </a:pathLst>
            </a:custGeom>
            <a:solidFill>
              <a:srgbClr val="002E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45" name="Google Shape;1245;p48"/>
            <p:cNvSpPr/>
            <p:nvPr/>
          </p:nvSpPr>
          <p:spPr>
            <a:xfrm>
              <a:off x="7024133" y="3388182"/>
              <a:ext cx="293431" cy="293468"/>
            </a:xfrm>
            <a:custGeom>
              <a:rect b="b" l="l" r="r" t="t"/>
              <a:pathLst>
                <a:path extrusionOk="0" h="293468" w="293431">
                  <a:moveTo>
                    <a:pt x="158463" y="293469"/>
                  </a:moveTo>
                  <a:cubicBezTo>
                    <a:pt x="152495" y="293430"/>
                    <a:pt x="147033" y="290046"/>
                    <a:pt x="144366" y="284706"/>
                  </a:cubicBezTo>
                  <a:lnTo>
                    <a:pt x="135158" y="266100"/>
                  </a:lnTo>
                  <a:cubicBezTo>
                    <a:pt x="133571" y="262792"/>
                    <a:pt x="130523" y="260436"/>
                    <a:pt x="126904" y="259750"/>
                  </a:cubicBezTo>
                  <a:cubicBezTo>
                    <a:pt x="120807" y="258715"/>
                    <a:pt x="114839" y="257166"/>
                    <a:pt x="109060" y="255115"/>
                  </a:cubicBezTo>
                  <a:cubicBezTo>
                    <a:pt x="105632" y="253914"/>
                    <a:pt x="101885" y="254384"/>
                    <a:pt x="98837" y="256384"/>
                  </a:cubicBezTo>
                  <a:lnTo>
                    <a:pt x="81756" y="268196"/>
                  </a:lnTo>
                  <a:cubicBezTo>
                    <a:pt x="76167" y="272037"/>
                    <a:pt x="68674" y="271859"/>
                    <a:pt x="63277" y="267751"/>
                  </a:cubicBezTo>
                  <a:lnTo>
                    <a:pt x="53181" y="260131"/>
                  </a:lnTo>
                  <a:cubicBezTo>
                    <a:pt x="47720" y="256067"/>
                    <a:pt x="45560" y="248968"/>
                    <a:pt x="47720" y="242541"/>
                  </a:cubicBezTo>
                  <a:lnTo>
                    <a:pt x="54070" y="222856"/>
                  </a:lnTo>
                  <a:cubicBezTo>
                    <a:pt x="55212" y="219421"/>
                    <a:pt x="54641" y="215649"/>
                    <a:pt x="52545" y="212697"/>
                  </a:cubicBezTo>
                  <a:cubicBezTo>
                    <a:pt x="48989" y="207642"/>
                    <a:pt x="45878" y="202314"/>
                    <a:pt x="43147" y="196758"/>
                  </a:cubicBezTo>
                  <a:cubicBezTo>
                    <a:pt x="41623" y="193475"/>
                    <a:pt x="38639" y="191113"/>
                    <a:pt x="35082" y="190408"/>
                  </a:cubicBezTo>
                  <a:lnTo>
                    <a:pt x="14636" y="186598"/>
                  </a:lnTo>
                  <a:cubicBezTo>
                    <a:pt x="7969" y="185411"/>
                    <a:pt x="2825" y="180045"/>
                    <a:pt x="1936" y="173327"/>
                  </a:cubicBezTo>
                  <a:lnTo>
                    <a:pt x="157" y="160627"/>
                  </a:lnTo>
                  <a:cubicBezTo>
                    <a:pt x="-794" y="153908"/>
                    <a:pt x="2634" y="147330"/>
                    <a:pt x="8731" y="144307"/>
                  </a:cubicBezTo>
                  <a:lnTo>
                    <a:pt x="27336" y="135036"/>
                  </a:lnTo>
                  <a:cubicBezTo>
                    <a:pt x="30701" y="133480"/>
                    <a:pt x="33051" y="130400"/>
                    <a:pt x="33686" y="126781"/>
                  </a:cubicBezTo>
                  <a:cubicBezTo>
                    <a:pt x="34702" y="120717"/>
                    <a:pt x="36289" y="114748"/>
                    <a:pt x="38321" y="108938"/>
                  </a:cubicBezTo>
                  <a:cubicBezTo>
                    <a:pt x="39528" y="105540"/>
                    <a:pt x="39019" y="101781"/>
                    <a:pt x="37051" y="98777"/>
                  </a:cubicBezTo>
                  <a:lnTo>
                    <a:pt x="25240" y="81632"/>
                  </a:lnTo>
                  <a:cubicBezTo>
                    <a:pt x="21431" y="76038"/>
                    <a:pt x="21557" y="68621"/>
                    <a:pt x="25685" y="63218"/>
                  </a:cubicBezTo>
                  <a:lnTo>
                    <a:pt x="33305" y="53057"/>
                  </a:lnTo>
                  <a:cubicBezTo>
                    <a:pt x="37369" y="47666"/>
                    <a:pt x="44481" y="45488"/>
                    <a:pt x="50895" y="47660"/>
                  </a:cubicBezTo>
                  <a:lnTo>
                    <a:pt x="70643" y="54010"/>
                  </a:lnTo>
                  <a:cubicBezTo>
                    <a:pt x="74072" y="55153"/>
                    <a:pt x="77819" y="54562"/>
                    <a:pt x="80739" y="52423"/>
                  </a:cubicBezTo>
                  <a:cubicBezTo>
                    <a:pt x="85820" y="48911"/>
                    <a:pt x="91153" y="45793"/>
                    <a:pt x="96678" y="43088"/>
                  </a:cubicBezTo>
                  <a:cubicBezTo>
                    <a:pt x="99980" y="41545"/>
                    <a:pt x="102329" y="38522"/>
                    <a:pt x="103028" y="34960"/>
                  </a:cubicBezTo>
                  <a:lnTo>
                    <a:pt x="106838" y="14577"/>
                  </a:lnTo>
                  <a:cubicBezTo>
                    <a:pt x="108107" y="7915"/>
                    <a:pt x="113442" y="2797"/>
                    <a:pt x="120173" y="1877"/>
                  </a:cubicBezTo>
                  <a:lnTo>
                    <a:pt x="132873" y="162"/>
                  </a:lnTo>
                  <a:cubicBezTo>
                    <a:pt x="139604" y="-810"/>
                    <a:pt x="146145" y="2658"/>
                    <a:pt x="149129" y="8735"/>
                  </a:cubicBezTo>
                  <a:lnTo>
                    <a:pt x="158400" y="27340"/>
                  </a:lnTo>
                  <a:cubicBezTo>
                    <a:pt x="160051" y="30559"/>
                    <a:pt x="163099" y="32801"/>
                    <a:pt x="166655" y="33373"/>
                  </a:cubicBezTo>
                  <a:cubicBezTo>
                    <a:pt x="172687" y="34465"/>
                    <a:pt x="178657" y="36040"/>
                    <a:pt x="184498" y="38071"/>
                  </a:cubicBezTo>
                  <a:cubicBezTo>
                    <a:pt x="187927" y="39278"/>
                    <a:pt x="191674" y="38783"/>
                    <a:pt x="194658" y="36738"/>
                  </a:cubicBezTo>
                  <a:lnTo>
                    <a:pt x="211803" y="24990"/>
                  </a:lnTo>
                  <a:cubicBezTo>
                    <a:pt x="217391" y="21142"/>
                    <a:pt x="224820" y="21295"/>
                    <a:pt x="230219" y="25371"/>
                  </a:cubicBezTo>
                  <a:lnTo>
                    <a:pt x="240378" y="33055"/>
                  </a:lnTo>
                  <a:cubicBezTo>
                    <a:pt x="245776" y="37125"/>
                    <a:pt x="247998" y="44231"/>
                    <a:pt x="245776" y="50644"/>
                  </a:cubicBezTo>
                  <a:lnTo>
                    <a:pt x="239426" y="70329"/>
                  </a:lnTo>
                  <a:cubicBezTo>
                    <a:pt x="238282" y="73771"/>
                    <a:pt x="238854" y="77556"/>
                    <a:pt x="241013" y="80490"/>
                  </a:cubicBezTo>
                  <a:cubicBezTo>
                    <a:pt x="244570" y="85525"/>
                    <a:pt x="247681" y="90834"/>
                    <a:pt x="250348" y="96365"/>
                  </a:cubicBezTo>
                  <a:cubicBezTo>
                    <a:pt x="251872" y="99660"/>
                    <a:pt x="254919" y="102022"/>
                    <a:pt x="258476" y="102715"/>
                  </a:cubicBezTo>
                  <a:lnTo>
                    <a:pt x="278859" y="106461"/>
                  </a:lnTo>
                  <a:cubicBezTo>
                    <a:pt x="285527" y="107744"/>
                    <a:pt x="290607" y="113097"/>
                    <a:pt x="291559" y="119796"/>
                  </a:cubicBezTo>
                  <a:lnTo>
                    <a:pt x="293274" y="132496"/>
                  </a:lnTo>
                  <a:cubicBezTo>
                    <a:pt x="294226" y="139214"/>
                    <a:pt x="290797" y="145793"/>
                    <a:pt x="284701" y="148816"/>
                  </a:cubicBezTo>
                  <a:lnTo>
                    <a:pt x="266095" y="158023"/>
                  </a:lnTo>
                  <a:cubicBezTo>
                    <a:pt x="262794" y="159591"/>
                    <a:pt x="260445" y="162665"/>
                    <a:pt x="259745" y="166278"/>
                  </a:cubicBezTo>
                  <a:cubicBezTo>
                    <a:pt x="258666" y="172336"/>
                    <a:pt x="257079" y="178298"/>
                    <a:pt x="255110" y="184122"/>
                  </a:cubicBezTo>
                  <a:cubicBezTo>
                    <a:pt x="253904" y="187538"/>
                    <a:pt x="254348" y="191335"/>
                    <a:pt x="256381" y="194345"/>
                  </a:cubicBezTo>
                  <a:lnTo>
                    <a:pt x="268128" y="211427"/>
                  </a:lnTo>
                  <a:cubicBezTo>
                    <a:pt x="272001" y="217027"/>
                    <a:pt x="271811" y="224469"/>
                    <a:pt x="267747" y="229905"/>
                  </a:cubicBezTo>
                  <a:lnTo>
                    <a:pt x="260063" y="240002"/>
                  </a:lnTo>
                  <a:cubicBezTo>
                    <a:pt x="255999" y="245437"/>
                    <a:pt x="248887" y="247641"/>
                    <a:pt x="242474" y="245462"/>
                  </a:cubicBezTo>
                  <a:lnTo>
                    <a:pt x="222789" y="239112"/>
                  </a:lnTo>
                  <a:cubicBezTo>
                    <a:pt x="219360" y="237982"/>
                    <a:pt x="215613" y="238547"/>
                    <a:pt x="212629" y="240637"/>
                  </a:cubicBezTo>
                  <a:cubicBezTo>
                    <a:pt x="207612" y="244205"/>
                    <a:pt x="202278" y="247349"/>
                    <a:pt x="196754" y="250034"/>
                  </a:cubicBezTo>
                  <a:cubicBezTo>
                    <a:pt x="193452" y="251559"/>
                    <a:pt x="191102" y="254556"/>
                    <a:pt x="190404" y="258099"/>
                  </a:cubicBezTo>
                  <a:lnTo>
                    <a:pt x="186657" y="278546"/>
                  </a:lnTo>
                  <a:cubicBezTo>
                    <a:pt x="185451" y="285220"/>
                    <a:pt x="180053" y="290344"/>
                    <a:pt x="173322" y="291246"/>
                  </a:cubicBezTo>
                  <a:lnTo>
                    <a:pt x="160622" y="293024"/>
                  </a:lnTo>
                  <a:cubicBezTo>
                    <a:pt x="159860" y="293087"/>
                    <a:pt x="159162" y="293087"/>
                    <a:pt x="158400" y="293024"/>
                  </a:cubicBezTo>
                  <a:close/>
                  <a:moveTo>
                    <a:pt x="105187" y="250098"/>
                  </a:moveTo>
                  <a:cubicBezTo>
                    <a:pt x="107028" y="250098"/>
                    <a:pt x="108807" y="250422"/>
                    <a:pt x="110520" y="251050"/>
                  </a:cubicBezTo>
                  <a:cubicBezTo>
                    <a:pt x="116108" y="252968"/>
                    <a:pt x="121824" y="254454"/>
                    <a:pt x="127666" y="255496"/>
                  </a:cubicBezTo>
                  <a:cubicBezTo>
                    <a:pt x="132682" y="256334"/>
                    <a:pt x="137000" y="259521"/>
                    <a:pt x="139286" y="264068"/>
                  </a:cubicBezTo>
                  <a:lnTo>
                    <a:pt x="148494" y="282610"/>
                  </a:lnTo>
                  <a:cubicBezTo>
                    <a:pt x="150526" y="287030"/>
                    <a:pt x="155225" y="289608"/>
                    <a:pt x="160051" y="288960"/>
                  </a:cubicBezTo>
                  <a:lnTo>
                    <a:pt x="172751" y="287246"/>
                  </a:lnTo>
                  <a:cubicBezTo>
                    <a:pt x="177513" y="286585"/>
                    <a:pt x="181260" y="282947"/>
                    <a:pt x="182149" y="278228"/>
                  </a:cubicBezTo>
                  <a:lnTo>
                    <a:pt x="185958" y="257781"/>
                  </a:lnTo>
                  <a:cubicBezTo>
                    <a:pt x="186911" y="252816"/>
                    <a:pt x="190150" y="248599"/>
                    <a:pt x="194722" y="246415"/>
                  </a:cubicBezTo>
                  <a:cubicBezTo>
                    <a:pt x="200056" y="243818"/>
                    <a:pt x="205136" y="240802"/>
                    <a:pt x="209962" y="237398"/>
                  </a:cubicBezTo>
                  <a:cubicBezTo>
                    <a:pt x="214153" y="234477"/>
                    <a:pt x="219423" y="233677"/>
                    <a:pt x="224249" y="235239"/>
                  </a:cubicBezTo>
                  <a:lnTo>
                    <a:pt x="243934" y="241589"/>
                  </a:lnTo>
                  <a:cubicBezTo>
                    <a:pt x="248569" y="243240"/>
                    <a:pt x="253713" y="241697"/>
                    <a:pt x="256634" y="237779"/>
                  </a:cubicBezTo>
                  <a:lnTo>
                    <a:pt x="264254" y="227619"/>
                  </a:lnTo>
                  <a:cubicBezTo>
                    <a:pt x="267112" y="223739"/>
                    <a:pt x="267112" y="218481"/>
                    <a:pt x="264254" y="214602"/>
                  </a:cubicBezTo>
                  <a:lnTo>
                    <a:pt x="252507" y="197456"/>
                  </a:lnTo>
                  <a:cubicBezTo>
                    <a:pt x="249649" y="193253"/>
                    <a:pt x="248951" y="187957"/>
                    <a:pt x="250665" y="183169"/>
                  </a:cubicBezTo>
                  <a:cubicBezTo>
                    <a:pt x="252633" y="177587"/>
                    <a:pt x="254095" y="171853"/>
                    <a:pt x="255110" y="166024"/>
                  </a:cubicBezTo>
                  <a:cubicBezTo>
                    <a:pt x="255999" y="161020"/>
                    <a:pt x="259174" y="156715"/>
                    <a:pt x="263682" y="154403"/>
                  </a:cubicBezTo>
                  <a:lnTo>
                    <a:pt x="282288" y="145196"/>
                  </a:lnTo>
                  <a:cubicBezTo>
                    <a:pt x="286669" y="143120"/>
                    <a:pt x="289210" y="138459"/>
                    <a:pt x="288638" y="133639"/>
                  </a:cubicBezTo>
                  <a:lnTo>
                    <a:pt x="288638" y="133639"/>
                  </a:lnTo>
                  <a:lnTo>
                    <a:pt x="286860" y="120939"/>
                  </a:lnTo>
                  <a:cubicBezTo>
                    <a:pt x="286225" y="116189"/>
                    <a:pt x="282543" y="112398"/>
                    <a:pt x="277844" y="111541"/>
                  </a:cubicBezTo>
                  <a:lnTo>
                    <a:pt x="257396" y="107731"/>
                  </a:lnTo>
                  <a:cubicBezTo>
                    <a:pt x="252444" y="106779"/>
                    <a:pt x="248189" y="103527"/>
                    <a:pt x="246030" y="98968"/>
                  </a:cubicBezTo>
                  <a:cubicBezTo>
                    <a:pt x="243426" y="93647"/>
                    <a:pt x="240442" y="88548"/>
                    <a:pt x="237013" y="83728"/>
                  </a:cubicBezTo>
                  <a:cubicBezTo>
                    <a:pt x="234092" y="79569"/>
                    <a:pt x="233266" y="74279"/>
                    <a:pt x="234854" y="69441"/>
                  </a:cubicBezTo>
                  <a:lnTo>
                    <a:pt x="241204" y="49755"/>
                  </a:lnTo>
                  <a:cubicBezTo>
                    <a:pt x="242791" y="45133"/>
                    <a:pt x="241204" y="40002"/>
                    <a:pt x="237331" y="37055"/>
                  </a:cubicBezTo>
                  <a:lnTo>
                    <a:pt x="227170" y="29435"/>
                  </a:lnTo>
                  <a:cubicBezTo>
                    <a:pt x="223360" y="26762"/>
                    <a:pt x="218281" y="26762"/>
                    <a:pt x="214470" y="29435"/>
                  </a:cubicBezTo>
                  <a:lnTo>
                    <a:pt x="197325" y="41183"/>
                  </a:lnTo>
                  <a:cubicBezTo>
                    <a:pt x="193134" y="44028"/>
                    <a:pt x="187800" y="44707"/>
                    <a:pt x="183038" y="43024"/>
                  </a:cubicBezTo>
                  <a:cubicBezTo>
                    <a:pt x="177450" y="41075"/>
                    <a:pt x="171735" y="39589"/>
                    <a:pt x="165893" y="38579"/>
                  </a:cubicBezTo>
                  <a:cubicBezTo>
                    <a:pt x="160940" y="37697"/>
                    <a:pt x="156622" y="34522"/>
                    <a:pt x="154336" y="30007"/>
                  </a:cubicBezTo>
                  <a:lnTo>
                    <a:pt x="145065" y="11402"/>
                  </a:lnTo>
                  <a:cubicBezTo>
                    <a:pt x="143032" y="7007"/>
                    <a:pt x="138397" y="4436"/>
                    <a:pt x="133571" y="5052"/>
                  </a:cubicBezTo>
                  <a:lnTo>
                    <a:pt x="120871" y="6829"/>
                  </a:lnTo>
                  <a:cubicBezTo>
                    <a:pt x="116108" y="7484"/>
                    <a:pt x="112299" y="11116"/>
                    <a:pt x="111410" y="15846"/>
                  </a:cubicBezTo>
                  <a:lnTo>
                    <a:pt x="107663" y="36293"/>
                  </a:lnTo>
                  <a:cubicBezTo>
                    <a:pt x="106647" y="41259"/>
                    <a:pt x="103408" y="45476"/>
                    <a:pt x="98837" y="47660"/>
                  </a:cubicBezTo>
                  <a:cubicBezTo>
                    <a:pt x="93503" y="50232"/>
                    <a:pt x="88423" y="53248"/>
                    <a:pt x="83597" y="56677"/>
                  </a:cubicBezTo>
                  <a:cubicBezTo>
                    <a:pt x="79406" y="59598"/>
                    <a:pt x="74135" y="60398"/>
                    <a:pt x="69309" y="58836"/>
                  </a:cubicBezTo>
                  <a:lnTo>
                    <a:pt x="49624" y="52168"/>
                  </a:lnTo>
                  <a:cubicBezTo>
                    <a:pt x="44989" y="50530"/>
                    <a:pt x="39845" y="52105"/>
                    <a:pt x="36924" y="56042"/>
                  </a:cubicBezTo>
                  <a:lnTo>
                    <a:pt x="29241" y="66202"/>
                  </a:lnTo>
                  <a:cubicBezTo>
                    <a:pt x="26574" y="70025"/>
                    <a:pt x="26574" y="75079"/>
                    <a:pt x="29241" y="78902"/>
                  </a:cubicBezTo>
                  <a:lnTo>
                    <a:pt x="40988" y="96047"/>
                  </a:lnTo>
                  <a:cubicBezTo>
                    <a:pt x="43845" y="100238"/>
                    <a:pt x="44545" y="105553"/>
                    <a:pt x="42830" y="110335"/>
                  </a:cubicBezTo>
                  <a:cubicBezTo>
                    <a:pt x="40925" y="115929"/>
                    <a:pt x="39401" y="121657"/>
                    <a:pt x="38385" y="127479"/>
                  </a:cubicBezTo>
                  <a:cubicBezTo>
                    <a:pt x="37559" y="132477"/>
                    <a:pt x="34320" y="136770"/>
                    <a:pt x="29812" y="139037"/>
                  </a:cubicBezTo>
                  <a:lnTo>
                    <a:pt x="11270" y="148307"/>
                  </a:lnTo>
                  <a:cubicBezTo>
                    <a:pt x="6825" y="150314"/>
                    <a:pt x="4285" y="154988"/>
                    <a:pt x="4920" y="159801"/>
                  </a:cubicBezTo>
                  <a:lnTo>
                    <a:pt x="6635" y="172501"/>
                  </a:lnTo>
                  <a:cubicBezTo>
                    <a:pt x="7269" y="177270"/>
                    <a:pt x="10953" y="181080"/>
                    <a:pt x="15652" y="181962"/>
                  </a:cubicBezTo>
                  <a:lnTo>
                    <a:pt x="36099" y="185709"/>
                  </a:lnTo>
                  <a:cubicBezTo>
                    <a:pt x="41052" y="186693"/>
                    <a:pt x="45307" y="189963"/>
                    <a:pt x="47465" y="194535"/>
                  </a:cubicBezTo>
                  <a:cubicBezTo>
                    <a:pt x="50069" y="199844"/>
                    <a:pt x="53053" y="204943"/>
                    <a:pt x="56482" y="209775"/>
                  </a:cubicBezTo>
                  <a:cubicBezTo>
                    <a:pt x="59403" y="213935"/>
                    <a:pt x="60229" y="219224"/>
                    <a:pt x="58641" y="224063"/>
                  </a:cubicBezTo>
                  <a:lnTo>
                    <a:pt x="52291" y="243748"/>
                  </a:lnTo>
                  <a:cubicBezTo>
                    <a:pt x="50577" y="248358"/>
                    <a:pt x="52164" y="253533"/>
                    <a:pt x="56101" y="256448"/>
                  </a:cubicBezTo>
                  <a:lnTo>
                    <a:pt x="66261" y="264131"/>
                  </a:lnTo>
                  <a:cubicBezTo>
                    <a:pt x="70198" y="266932"/>
                    <a:pt x="75406" y="266932"/>
                    <a:pt x="79342" y="264131"/>
                  </a:cubicBezTo>
                  <a:lnTo>
                    <a:pt x="96424" y="252384"/>
                  </a:lnTo>
                  <a:cubicBezTo>
                    <a:pt x="99027" y="250568"/>
                    <a:pt x="102202" y="249590"/>
                    <a:pt x="105377" y="249590"/>
                  </a:cubicBezTo>
                  <a:close/>
                  <a:moveTo>
                    <a:pt x="146589" y="229651"/>
                  </a:moveTo>
                  <a:cubicBezTo>
                    <a:pt x="100995" y="229746"/>
                    <a:pt x="63975" y="192872"/>
                    <a:pt x="63848" y="147279"/>
                  </a:cubicBezTo>
                  <a:cubicBezTo>
                    <a:pt x="63785" y="105947"/>
                    <a:pt x="94265" y="70914"/>
                    <a:pt x="135222" y="65313"/>
                  </a:cubicBezTo>
                  <a:cubicBezTo>
                    <a:pt x="180370" y="59001"/>
                    <a:pt x="222090" y="90484"/>
                    <a:pt x="228440" y="135639"/>
                  </a:cubicBezTo>
                  <a:cubicBezTo>
                    <a:pt x="234727" y="180794"/>
                    <a:pt x="203231" y="222514"/>
                    <a:pt x="158082" y="228825"/>
                  </a:cubicBezTo>
                  <a:lnTo>
                    <a:pt x="158082" y="228825"/>
                  </a:lnTo>
                  <a:cubicBezTo>
                    <a:pt x="154272" y="229353"/>
                    <a:pt x="150462" y="229626"/>
                    <a:pt x="146589" y="229651"/>
                  </a:cubicBezTo>
                  <a:close/>
                  <a:moveTo>
                    <a:pt x="146589" y="69060"/>
                  </a:moveTo>
                  <a:cubicBezTo>
                    <a:pt x="142906" y="69053"/>
                    <a:pt x="139286" y="69326"/>
                    <a:pt x="135667" y="69885"/>
                  </a:cubicBezTo>
                  <a:cubicBezTo>
                    <a:pt x="93883" y="76076"/>
                    <a:pt x="64991" y="114989"/>
                    <a:pt x="71214" y="156791"/>
                  </a:cubicBezTo>
                  <a:cubicBezTo>
                    <a:pt x="77374" y="198593"/>
                    <a:pt x="116299" y="227460"/>
                    <a:pt x="158082" y="221269"/>
                  </a:cubicBezTo>
                  <a:cubicBezTo>
                    <a:pt x="199865" y="215078"/>
                    <a:pt x="228757" y="176165"/>
                    <a:pt x="222598" y="134363"/>
                  </a:cubicBezTo>
                  <a:cubicBezTo>
                    <a:pt x="217010" y="96733"/>
                    <a:pt x="184625" y="68913"/>
                    <a:pt x="146589" y="69060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46" name="Google Shape;1246;p48"/>
            <p:cNvSpPr/>
            <p:nvPr/>
          </p:nvSpPr>
          <p:spPr>
            <a:xfrm>
              <a:off x="7106537" y="3471068"/>
              <a:ext cx="128433" cy="128411"/>
            </a:xfrm>
            <a:custGeom>
              <a:rect b="b" l="l" r="r" t="t"/>
              <a:pathLst>
                <a:path extrusionOk="0" h="128411" w="128433">
                  <a:moveTo>
                    <a:pt x="621" y="73041"/>
                  </a:moveTo>
                  <a:cubicBezTo>
                    <a:pt x="-4268" y="37926"/>
                    <a:pt x="20242" y="5496"/>
                    <a:pt x="55358" y="620"/>
                  </a:cubicBezTo>
                  <a:cubicBezTo>
                    <a:pt x="90474" y="-4263"/>
                    <a:pt x="122922" y="20248"/>
                    <a:pt x="127812" y="55363"/>
                  </a:cubicBezTo>
                  <a:cubicBezTo>
                    <a:pt x="132701" y="90447"/>
                    <a:pt x="108191" y="122851"/>
                    <a:pt x="73138" y="127778"/>
                  </a:cubicBezTo>
                  <a:cubicBezTo>
                    <a:pt x="38023" y="132712"/>
                    <a:pt x="5574" y="108246"/>
                    <a:pt x="621" y="73137"/>
                  </a:cubicBezTo>
                  <a:cubicBezTo>
                    <a:pt x="621" y="73105"/>
                    <a:pt x="621" y="73073"/>
                    <a:pt x="621" y="7304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47" name="Google Shape;1247;p48"/>
            <p:cNvSpPr/>
            <p:nvPr/>
          </p:nvSpPr>
          <p:spPr>
            <a:xfrm>
              <a:off x="7104226" y="3468861"/>
              <a:ext cx="133119" cy="133096"/>
            </a:xfrm>
            <a:custGeom>
              <a:rect b="b" l="l" r="r" t="t"/>
              <a:pathLst>
                <a:path extrusionOk="0" h="133096" w="133119">
                  <a:moveTo>
                    <a:pt x="66433" y="132906"/>
                  </a:moveTo>
                  <a:cubicBezTo>
                    <a:pt x="33349" y="132805"/>
                    <a:pt x="5346" y="108484"/>
                    <a:pt x="647" y="75756"/>
                  </a:cubicBezTo>
                  <a:lnTo>
                    <a:pt x="647" y="75756"/>
                  </a:lnTo>
                  <a:cubicBezTo>
                    <a:pt x="-4433" y="39358"/>
                    <a:pt x="20967" y="5729"/>
                    <a:pt x="57352" y="648"/>
                  </a:cubicBezTo>
                  <a:cubicBezTo>
                    <a:pt x="93738" y="-4438"/>
                    <a:pt x="127393" y="20949"/>
                    <a:pt x="132473" y="57354"/>
                  </a:cubicBezTo>
                  <a:cubicBezTo>
                    <a:pt x="137552" y="93752"/>
                    <a:pt x="112152" y="127375"/>
                    <a:pt x="75767" y="132462"/>
                  </a:cubicBezTo>
                  <a:cubicBezTo>
                    <a:pt x="72656" y="132862"/>
                    <a:pt x="69544" y="133071"/>
                    <a:pt x="66433" y="133097"/>
                  </a:cubicBezTo>
                  <a:close/>
                  <a:moveTo>
                    <a:pt x="5219" y="74931"/>
                  </a:moveTo>
                  <a:cubicBezTo>
                    <a:pt x="9918" y="108795"/>
                    <a:pt x="41223" y="132430"/>
                    <a:pt x="75069" y="127718"/>
                  </a:cubicBezTo>
                  <a:cubicBezTo>
                    <a:pt x="108915" y="123007"/>
                    <a:pt x="132600" y="91733"/>
                    <a:pt x="127838" y="57868"/>
                  </a:cubicBezTo>
                  <a:cubicBezTo>
                    <a:pt x="123139" y="24004"/>
                    <a:pt x="91896" y="369"/>
                    <a:pt x="57988" y="5081"/>
                  </a:cubicBezTo>
                  <a:cubicBezTo>
                    <a:pt x="57988" y="5081"/>
                    <a:pt x="57988" y="5081"/>
                    <a:pt x="57988" y="5081"/>
                  </a:cubicBezTo>
                  <a:cubicBezTo>
                    <a:pt x="24205" y="9723"/>
                    <a:pt x="520" y="40895"/>
                    <a:pt x="5155" y="74702"/>
                  </a:cubicBezTo>
                  <a:cubicBezTo>
                    <a:pt x="5219" y="74778"/>
                    <a:pt x="5219" y="74855"/>
                    <a:pt x="5219" y="74931"/>
                  </a:cubicBezTo>
                  <a:close/>
                </a:path>
              </a:pathLst>
            </a:custGeom>
            <a:solidFill>
              <a:srgbClr val="002E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48" name="Google Shape;1248;p48"/>
            <p:cNvSpPr/>
            <p:nvPr/>
          </p:nvSpPr>
          <p:spPr>
            <a:xfrm>
              <a:off x="6545617" y="3272722"/>
              <a:ext cx="464850" cy="464935"/>
            </a:xfrm>
            <a:custGeom>
              <a:rect b="b" l="l" r="r" t="t"/>
              <a:pathLst>
                <a:path extrusionOk="0" h="464935" w="464850">
                  <a:moveTo>
                    <a:pt x="303605" y="464935"/>
                  </a:moveTo>
                  <a:cubicBezTo>
                    <a:pt x="299097" y="464929"/>
                    <a:pt x="294778" y="462960"/>
                    <a:pt x="291794" y="459538"/>
                  </a:cubicBezTo>
                  <a:lnTo>
                    <a:pt x="261822" y="424930"/>
                  </a:lnTo>
                  <a:cubicBezTo>
                    <a:pt x="259409" y="422206"/>
                    <a:pt x="255853" y="420809"/>
                    <a:pt x="252233" y="421184"/>
                  </a:cubicBezTo>
                  <a:cubicBezTo>
                    <a:pt x="239089" y="422581"/>
                    <a:pt x="225817" y="422581"/>
                    <a:pt x="212673" y="421184"/>
                  </a:cubicBezTo>
                  <a:cubicBezTo>
                    <a:pt x="209053" y="420790"/>
                    <a:pt x="205498" y="422187"/>
                    <a:pt x="203085" y="424930"/>
                  </a:cubicBezTo>
                  <a:lnTo>
                    <a:pt x="173048" y="459538"/>
                  </a:lnTo>
                  <a:cubicBezTo>
                    <a:pt x="168604" y="464624"/>
                    <a:pt x="161428" y="466313"/>
                    <a:pt x="155205" y="463729"/>
                  </a:cubicBezTo>
                  <a:lnTo>
                    <a:pt x="123455" y="450648"/>
                  </a:lnTo>
                  <a:cubicBezTo>
                    <a:pt x="117232" y="448057"/>
                    <a:pt x="113359" y="441758"/>
                    <a:pt x="113867" y="435027"/>
                  </a:cubicBezTo>
                  <a:lnTo>
                    <a:pt x="117105" y="389370"/>
                  </a:lnTo>
                  <a:cubicBezTo>
                    <a:pt x="117360" y="385738"/>
                    <a:pt x="115772" y="382214"/>
                    <a:pt x="112978" y="379909"/>
                  </a:cubicBezTo>
                  <a:cubicBezTo>
                    <a:pt x="102691" y="371622"/>
                    <a:pt x="93293" y="362256"/>
                    <a:pt x="84974" y="351969"/>
                  </a:cubicBezTo>
                  <a:cubicBezTo>
                    <a:pt x="82688" y="349143"/>
                    <a:pt x="79196" y="347600"/>
                    <a:pt x="75576" y="347841"/>
                  </a:cubicBezTo>
                  <a:lnTo>
                    <a:pt x="29856" y="351080"/>
                  </a:lnTo>
                  <a:cubicBezTo>
                    <a:pt x="23125" y="351600"/>
                    <a:pt x="16839" y="347695"/>
                    <a:pt x="14299" y="341428"/>
                  </a:cubicBezTo>
                  <a:lnTo>
                    <a:pt x="1218" y="309678"/>
                  </a:lnTo>
                  <a:cubicBezTo>
                    <a:pt x="-1386" y="303448"/>
                    <a:pt x="265" y="296241"/>
                    <a:pt x="5409" y="291834"/>
                  </a:cubicBezTo>
                  <a:lnTo>
                    <a:pt x="40016" y="261799"/>
                  </a:lnTo>
                  <a:cubicBezTo>
                    <a:pt x="42747" y="259417"/>
                    <a:pt x="44144" y="255868"/>
                    <a:pt x="43763" y="252274"/>
                  </a:cubicBezTo>
                  <a:cubicBezTo>
                    <a:pt x="42366" y="239104"/>
                    <a:pt x="42366" y="225820"/>
                    <a:pt x="43763" y="212650"/>
                  </a:cubicBezTo>
                  <a:cubicBezTo>
                    <a:pt x="44144" y="209056"/>
                    <a:pt x="42747" y="205493"/>
                    <a:pt x="40016" y="203125"/>
                  </a:cubicBezTo>
                  <a:lnTo>
                    <a:pt x="5409" y="173089"/>
                  </a:lnTo>
                  <a:cubicBezTo>
                    <a:pt x="265" y="168682"/>
                    <a:pt x="-1386" y="161475"/>
                    <a:pt x="1218" y="155246"/>
                  </a:cubicBezTo>
                  <a:lnTo>
                    <a:pt x="14299" y="123496"/>
                  </a:lnTo>
                  <a:cubicBezTo>
                    <a:pt x="16902" y="117247"/>
                    <a:pt x="23189" y="113361"/>
                    <a:pt x="29920" y="113844"/>
                  </a:cubicBezTo>
                  <a:lnTo>
                    <a:pt x="75576" y="117082"/>
                  </a:lnTo>
                  <a:cubicBezTo>
                    <a:pt x="79196" y="117343"/>
                    <a:pt x="82752" y="115799"/>
                    <a:pt x="85038" y="112955"/>
                  </a:cubicBezTo>
                  <a:cubicBezTo>
                    <a:pt x="93356" y="102680"/>
                    <a:pt x="102691" y="93295"/>
                    <a:pt x="112978" y="84951"/>
                  </a:cubicBezTo>
                  <a:cubicBezTo>
                    <a:pt x="115772" y="82672"/>
                    <a:pt x="117360" y="79173"/>
                    <a:pt x="117105" y="75553"/>
                  </a:cubicBezTo>
                  <a:lnTo>
                    <a:pt x="113930" y="31103"/>
                  </a:lnTo>
                  <a:cubicBezTo>
                    <a:pt x="113359" y="23686"/>
                    <a:pt x="117613" y="16740"/>
                    <a:pt x="124535" y="13958"/>
                  </a:cubicBezTo>
                  <a:lnTo>
                    <a:pt x="154062" y="1703"/>
                  </a:lnTo>
                  <a:cubicBezTo>
                    <a:pt x="160920" y="-1168"/>
                    <a:pt x="168858" y="706"/>
                    <a:pt x="173684" y="6338"/>
                  </a:cubicBezTo>
                  <a:lnTo>
                    <a:pt x="202957" y="40057"/>
                  </a:lnTo>
                  <a:cubicBezTo>
                    <a:pt x="205307" y="42787"/>
                    <a:pt x="208862" y="44191"/>
                    <a:pt x="212482" y="43803"/>
                  </a:cubicBezTo>
                  <a:cubicBezTo>
                    <a:pt x="225627" y="42438"/>
                    <a:pt x="238899" y="42438"/>
                    <a:pt x="252043" y="43803"/>
                  </a:cubicBezTo>
                  <a:cubicBezTo>
                    <a:pt x="255662" y="44197"/>
                    <a:pt x="259218" y="42800"/>
                    <a:pt x="261631" y="40057"/>
                  </a:cubicBezTo>
                  <a:lnTo>
                    <a:pt x="291667" y="5449"/>
                  </a:lnTo>
                  <a:cubicBezTo>
                    <a:pt x="296049" y="318"/>
                    <a:pt x="303287" y="-1396"/>
                    <a:pt x="309511" y="1195"/>
                  </a:cubicBezTo>
                  <a:lnTo>
                    <a:pt x="341261" y="14276"/>
                  </a:lnTo>
                  <a:cubicBezTo>
                    <a:pt x="347484" y="16892"/>
                    <a:pt x="351357" y="23166"/>
                    <a:pt x="350912" y="29897"/>
                  </a:cubicBezTo>
                  <a:lnTo>
                    <a:pt x="347673" y="75617"/>
                  </a:lnTo>
                  <a:cubicBezTo>
                    <a:pt x="347420" y="79230"/>
                    <a:pt x="348944" y="82741"/>
                    <a:pt x="351738" y="85015"/>
                  </a:cubicBezTo>
                  <a:cubicBezTo>
                    <a:pt x="362024" y="93340"/>
                    <a:pt x="371486" y="102725"/>
                    <a:pt x="379805" y="113018"/>
                  </a:cubicBezTo>
                  <a:cubicBezTo>
                    <a:pt x="382091" y="115819"/>
                    <a:pt x="385584" y="117336"/>
                    <a:pt x="389203" y="117082"/>
                  </a:cubicBezTo>
                  <a:lnTo>
                    <a:pt x="434860" y="113844"/>
                  </a:lnTo>
                  <a:cubicBezTo>
                    <a:pt x="441590" y="113399"/>
                    <a:pt x="447877" y="117273"/>
                    <a:pt x="450480" y="123496"/>
                  </a:cubicBezTo>
                  <a:lnTo>
                    <a:pt x="463561" y="155246"/>
                  </a:lnTo>
                  <a:cubicBezTo>
                    <a:pt x="466101" y="161488"/>
                    <a:pt x="464386" y="168676"/>
                    <a:pt x="459307" y="173089"/>
                  </a:cubicBezTo>
                  <a:lnTo>
                    <a:pt x="424763" y="203061"/>
                  </a:lnTo>
                  <a:cubicBezTo>
                    <a:pt x="422032" y="205449"/>
                    <a:pt x="420698" y="209005"/>
                    <a:pt x="421080" y="212586"/>
                  </a:cubicBezTo>
                  <a:cubicBezTo>
                    <a:pt x="422413" y="225737"/>
                    <a:pt x="422413" y="238996"/>
                    <a:pt x="421080" y="252147"/>
                  </a:cubicBezTo>
                  <a:cubicBezTo>
                    <a:pt x="420698" y="255760"/>
                    <a:pt x="422096" y="259335"/>
                    <a:pt x="424826" y="261735"/>
                  </a:cubicBezTo>
                  <a:lnTo>
                    <a:pt x="459434" y="291771"/>
                  </a:lnTo>
                  <a:cubicBezTo>
                    <a:pt x="464514" y="296184"/>
                    <a:pt x="466228" y="303372"/>
                    <a:pt x="463688" y="309614"/>
                  </a:cubicBezTo>
                  <a:lnTo>
                    <a:pt x="450607" y="341364"/>
                  </a:lnTo>
                  <a:cubicBezTo>
                    <a:pt x="448067" y="347625"/>
                    <a:pt x="441717" y="351524"/>
                    <a:pt x="434986" y="351016"/>
                  </a:cubicBezTo>
                  <a:lnTo>
                    <a:pt x="389266" y="347778"/>
                  </a:lnTo>
                  <a:cubicBezTo>
                    <a:pt x="385647" y="347517"/>
                    <a:pt x="382154" y="349060"/>
                    <a:pt x="379868" y="351905"/>
                  </a:cubicBezTo>
                  <a:cubicBezTo>
                    <a:pt x="371549" y="362186"/>
                    <a:pt x="362152" y="371565"/>
                    <a:pt x="351865" y="379909"/>
                  </a:cubicBezTo>
                  <a:cubicBezTo>
                    <a:pt x="349071" y="382201"/>
                    <a:pt x="347547" y="385700"/>
                    <a:pt x="347801" y="389307"/>
                  </a:cubicBezTo>
                  <a:lnTo>
                    <a:pt x="351230" y="434836"/>
                  </a:lnTo>
                  <a:cubicBezTo>
                    <a:pt x="351674" y="441574"/>
                    <a:pt x="347801" y="447860"/>
                    <a:pt x="341578" y="450457"/>
                  </a:cubicBezTo>
                  <a:lnTo>
                    <a:pt x="309828" y="463538"/>
                  </a:lnTo>
                  <a:cubicBezTo>
                    <a:pt x="307796" y="464383"/>
                    <a:pt x="305636" y="464795"/>
                    <a:pt x="303478" y="464745"/>
                  </a:cubicBezTo>
                  <a:close/>
                  <a:moveTo>
                    <a:pt x="253440" y="416548"/>
                  </a:moveTo>
                  <a:cubicBezTo>
                    <a:pt x="257949" y="416555"/>
                    <a:pt x="262266" y="418523"/>
                    <a:pt x="265251" y="421946"/>
                  </a:cubicBezTo>
                  <a:lnTo>
                    <a:pt x="295286" y="456490"/>
                  </a:lnTo>
                  <a:cubicBezTo>
                    <a:pt x="298398" y="460160"/>
                    <a:pt x="303541" y="461373"/>
                    <a:pt x="307986" y="459474"/>
                  </a:cubicBezTo>
                  <a:lnTo>
                    <a:pt x="339736" y="446393"/>
                  </a:lnTo>
                  <a:cubicBezTo>
                    <a:pt x="344181" y="444609"/>
                    <a:pt x="346911" y="440158"/>
                    <a:pt x="346531" y="435408"/>
                  </a:cubicBezTo>
                  <a:lnTo>
                    <a:pt x="343292" y="389688"/>
                  </a:lnTo>
                  <a:cubicBezTo>
                    <a:pt x="342974" y="384582"/>
                    <a:pt x="345134" y="379636"/>
                    <a:pt x="349135" y="376416"/>
                  </a:cubicBezTo>
                  <a:cubicBezTo>
                    <a:pt x="359167" y="368288"/>
                    <a:pt x="368311" y="359113"/>
                    <a:pt x="376376" y="349048"/>
                  </a:cubicBezTo>
                  <a:cubicBezTo>
                    <a:pt x="379614" y="345054"/>
                    <a:pt x="384567" y="342895"/>
                    <a:pt x="389711" y="343269"/>
                  </a:cubicBezTo>
                  <a:lnTo>
                    <a:pt x="435431" y="346508"/>
                  </a:lnTo>
                  <a:cubicBezTo>
                    <a:pt x="440193" y="346813"/>
                    <a:pt x="444638" y="344025"/>
                    <a:pt x="446480" y="339586"/>
                  </a:cubicBezTo>
                  <a:lnTo>
                    <a:pt x="459561" y="307836"/>
                  </a:lnTo>
                  <a:cubicBezTo>
                    <a:pt x="461402" y="303404"/>
                    <a:pt x="460196" y="298279"/>
                    <a:pt x="456576" y="295136"/>
                  </a:cubicBezTo>
                  <a:lnTo>
                    <a:pt x="421969" y="265101"/>
                  </a:lnTo>
                  <a:cubicBezTo>
                    <a:pt x="418095" y="261754"/>
                    <a:pt x="416063" y="256687"/>
                    <a:pt x="416635" y="251575"/>
                  </a:cubicBezTo>
                  <a:cubicBezTo>
                    <a:pt x="418032" y="238742"/>
                    <a:pt x="418032" y="225801"/>
                    <a:pt x="416635" y="212967"/>
                  </a:cubicBezTo>
                  <a:cubicBezTo>
                    <a:pt x="416063" y="207881"/>
                    <a:pt x="418032" y="202839"/>
                    <a:pt x="421905" y="199505"/>
                  </a:cubicBezTo>
                  <a:lnTo>
                    <a:pt x="456513" y="169470"/>
                  </a:lnTo>
                  <a:cubicBezTo>
                    <a:pt x="460196" y="166339"/>
                    <a:pt x="461402" y="161202"/>
                    <a:pt x="459498" y="156770"/>
                  </a:cubicBezTo>
                  <a:lnTo>
                    <a:pt x="459498" y="156770"/>
                  </a:lnTo>
                  <a:lnTo>
                    <a:pt x="446416" y="125020"/>
                  </a:lnTo>
                  <a:cubicBezTo>
                    <a:pt x="444574" y="120594"/>
                    <a:pt x="440130" y="117832"/>
                    <a:pt x="435367" y="118162"/>
                  </a:cubicBezTo>
                  <a:lnTo>
                    <a:pt x="389711" y="121464"/>
                  </a:lnTo>
                  <a:cubicBezTo>
                    <a:pt x="384567" y="121781"/>
                    <a:pt x="379614" y="119603"/>
                    <a:pt x="376376" y="115622"/>
                  </a:cubicBezTo>
                  <a:cubicBezTo>
                    <a:pt x="368248" y="105614"/>
                    <a:pt x="359104" y="96483"/>
                    <a:pt x="349071" y="88380"/>
                  </a:cubicBezTo>
                  <a:cubicBezTo>
                    <a:pt x="345070" y="85135"/>
                    <a:pt x="342911" y="80170"/>
                    <a:pt x="343229" y="75045"/>
                  </a:cubicBezTo>
                  <a:lnTo>
                    <a:pt x="346467" y="29325"/>
                  </a:lnTo>
                  <a:cubicBezTo>
                    <a:pt x="346849" y="24556"/>
                    <a:pt x="344118" y="20086"/>
                    <a:pt x="339673" y="18276"/>
                  </a:cubicBezTo>
                  <a:lnTo>
                    <a:pt x="307923" y="5195"/>
                  </a:lnTo>
                  <a:cubicBezTo>
                    <a:pt x="303478" y="3297"/>
                    <a:pt x="298335" y="4509"/>
                    <a:pt x="295223" y="8180"/>
                  </a:cubicBezTo>
                  <a:lnTo>
                    <a:pt x="265187" y="42787"/>
                  </a:lnTo>
                  <a:cubicBezTo>
                    <a:pt x="261822" y="46648"/>
                    <a:pt x="256742" y="48636"/>
                    <a:pt x="251661" y="48121"/>
                  </a:cubicBezTo>
                  <a:cubicBezTo>
                    <a:pt x="238835" y="46756"/>
                    <a:pt x="225881" y="46756"/>
                    <a:pt x="213054" y="48121"/>
                  </a:cubicBezTo>
                  <a:cubicBezTo>
                    <a:pt x="207973" y="48674"/>
                    <a:pt x="202894" y="46705"/>
                    <a:pt x="199528" y="42851"/>
                  </a:cubicBezTo>
                  <a:lnTo>
                    <a:pt x="170255" y="9069"/>
                  </a:lnTo>
                  <a:cubicBezTo>
                    <a:pt x="166698" y="4998"/>
                    <a:pt x="160920" y="3652"/>
                    <a:pt x="155904" y="5703"/>
                  </a:cubicBezTo>
                  <a:lnTo>
                    <a:pt x="126312" y="17959"/>
                  </a:lnTo>
                  <a:cubicBezTo>
                    <a:pt x="121233" y="20080"/>
                    <a:pt x="118122" y="25198"/>
                    <a:pt x="118566" y="30659"/>
                  </a:cubicBezTo>
                  <a:lnTo>
                    <a:pt x="121741" y="75109"/>
                  </a:lnTo>
                  <a:cubicBezTo>
                    <a:pt x="122058" y="80227"/>
                    <a:pt x="119899" y="85193"/>
                    <a:pt x="115962" y="88444"/>
                  </a:cubicBezTo>
                  <a:cubicBezTo>
                    <a:pt x="105929" y="96565"/>
                    <a:pt x="96785" y="105722"/>
                    <a:pt x="88657" y="115749"/>
                  </a:cubicBezTo>
                  <a:cubicBezTo>
                    <a:pt x="85419" y="119737"/>
                    <a:pt x="80466" y="121915"/>
                    <a:pt x="75322" y="121591"/>
                  </a:cubicBezTo>
                  <a:lnTo>
                    <a:pt x="29602" y="118289"/>
                  </a:lnTo>
                  <a:cubicBezTo>
                    <a:pt x="24840" y="117946"/>
                    <a:pt x="20395" y="120714"/>
                    <a:pt x="18617" y="125147"/>
                  </a:cubicBezTo>
                  <a:lnTo>
                    <a:pt x="5472" y="156897"/>
                  </a:lnTo>
                  <a:cubicBezTo>
                    <a:pt x="3631" y="161335"/>
                    <a:pt x="4837" y="166434"/>
                    <a:pt x="8457" y="169597"/>
                  </a:cubicBezTo>
                  <a:lnTo>
                    <a:pt x="43128" y="199632"/>
                  </a:lnTo>
                  <a:cubicBezTo>
                    <a:pt x="47001" y="203017"/>
                    <a:pt x="48970" y="208059"/>
                    <a:pt x="48398" y="213158"/>
                  </a:cubicBezTo>
                  <a:cubicBezTo>
                    <a:pt x="47065" y="225991"/>
                    <a:pt x="47065" y="238932"/>
                    <a:pt x="48398" y="251766"/>
                  </a:cubicBezTo>
                  <a:cubicBezTo>
                    <a:pt x="48906" y="256871"/>
                    <a:pt x="46938" y="261913"/>
                    <a:pt x="43064" y="265291"/>
                  </a:cubicBezTo>
                  <a:lnTo>
                    <a:pt x="8457" y="295263"/>
                  </a:lnTo>
                  <a:cubicBezTo>
                    <a:pt x="4901" y="298438"/>
                    <a:pt x="3694" y="303525"/>
                    <a:pt x="5472" y="307963"/>
                  </a:cubicBezTo>
                  <a:lnTo>
                    <a:pt x="18617" y="339713"/>
                  </a:lnTo>
                  <a:cubicBezTo>
                    <a:pt x="20395" y="344133"/>
                    <a:pt x="24840" y="346882"/>
                    <a:pt x="29602" y="346508"/>
                  </a:cubicBezTo>
                  <a:lnTo>
                    <a:pt x="75259" y="343269"/>
                  </a:lnTo>
                  <a:cubicBezTo>
                    <a:pt x="80402" y="342882"/>
                    <a:pt x="85355" y="345047"/>
                    <a:pt x="88594" y="349048"/>
                  </a:cubicBezTo>
                  <a:cubicBezTo>
                    <a:pt x="96722" y="359074"/>
                    <a:pt x="105866" y="368231"/>
                    <a:pt x="115899" y="376353"/>
                  </a:cubicBezTo>
                  <a:cubicBezTo>
                    <a:pt x="119899" y="379572"/>
                    <a:pt x="122122" y="384551"/>
                    <a:pt x="121741" y="389688"/>
                  </a:cubicBezTo>
                  <a:lnTo>
                    <a:pt x="118502" y="435408"/>
                  </a:lnTo>
                  <a:cubicBezTo>
                    <a:pt x="118122" y="440158"/>
                    <a:pt x="120915" y="444590"/>
                    <a:pt x="125297" y="446393"/>
                  </a:cubicBezTo>
                  <a:lnTo>
                    <a:pt x="157047" y="459474"/>
                  </a:lnTo>
                  <a:cubicBezTo>
                    <a:pt x="161492" y="461328"/>
                    <a:pt x="166636" y="460128"/>
                    <a:pt x="169747" y="456490"/>
                  </a:cubicBezTo>
                  <a:lnTo>
                    <a:pt x="199719" y="421882"/>
                  </a:lnTo>
                  <a:cubicBezTo>
                    <a:pt x="203085" y="418009"/>
                    <a:pt x="208164" y="416040"/>
                    <a:pt x="213244" y="416612"/>
                  </a:cubicBezTo>
                  <a:cubicBezTo>
                    <a:pt x="226072" y="417945"/>
                    <a:pt x="239089" y="417945"/>
                    <a:pt x="251916" y="416612"/>
                  </a:cubicBezTo>
                  <a:close/>
                  <a:moveTo>
                    <a:pt x="232611" y="368669"/>
                  </a:moveTo>
                  <a:cubicBezTo>
                    <a:pt x="157428" y="368764"/>
                    <a:pt x="96468" y="307919"/>
                    <a:pt x="96341" y="232766"/>
                  </a:cubicBezTo>
                  <a:cubicBezTo>
                    <a:pt x="96277" y="157608"/>
                    <a:pt x="157111" y="96603"/>
                    <a:pt x="232231" y="96508"/>
                  </a:cubicBezTo>
                  <a:cubicBezTo>
                    <a:pt x="307415" y="96413"/>
                    <a:pt x="368438" y="157259"/>
                    <a:pt x="368502" y="232411"/>
                  </a:cubicBezTo>
                  <a:cubicBezTo>
                    <a:pt x="368565" y="287523"/>
                    <a:pt x="335418" y="337237"/>
                    <a:pt x="284491" y="358319"/>
                  </a:cubicBezTo>
                  <a:lnTo>
                    <a:pt x="283602" y="356223"/>
                  </a:lnTo>
                  <a:lnTo>
                    <a:pt x="284491" y="358319"/>
                  </a:lnTo>
                  <a:cubicBezTo>
                    <a:pt x="268045" y="365164"/>
                    <a:pt x="250392" y="368682"/>
                    <a:pt x="232611" y="368669"/>
                  </a:cubicBezTo>
                  <a:close/>
                  <a:moveTo>
                    <a:pt x="232231" y="101207"/>
                  </a:moveTo>
                  <a:cubicBezTo>
                    <a:pt x="159650" y="101328"/>
                    <a:pt x="100913" y="160281"/>
                    <a:pt x="101040" y="232874"/>
                  </a:cubicBezTo>
                  <a:cubicBezTo>
                    <a:pt x="101103" y="305468"/>
                    <a:pt x="160095" y="364218"/>
                    <a:pt x="232675" y="364097"/>
                  </a:cubicBezTo>
                  <a:cubicBezTo>
                    <a:pt x="305256" y="363977"/>
                    <a:pt x="363993" y="305023"/>
                    <a:pt x="363866" y="232430"/>
                  </a:cubicBezTo>
                  <a:cubicBezTo>
                    <a:pt x="363866" y="215247"/>
                    <a:pt x="360501" y="198235"/>
                    <a:pt x="353897" y="182360"/>
                  </a:cubicBezTo>
                  <a:cubicBezTo>
                    <a:pt x="333704" y="133002"/>
                    <a:pt x="285571" y="100871"/>
                    <a:pt x="232231" y="101207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49" name="Google Shape;1249;p48"/>
            <p:cNvSpPr/>
            <p:nvPr/>
          </p:nvSpPr>
          <p:spPr>
            <a:xfrm>
              <a:off x="6670997" y="3398331"/>
              <a:ext cx="214018" cy="214049"/>
            </a:xfrm>
            <a:custGeom>
              <a:rect b="b" l="l" r="r" t="t"/>
              <a:pathLst>
                <a:path extrusionOk="0" h="214049" w="214018">
                  <a:moveTo>
                    <a:pt x="8172" y="148001"/>
                  </a:moveTo>
                  <a:cubicBezTo>
                    <a:pt x="-14434" y="93410"/>
                    <a:pt x="11474" y="30811"/>
                    <a:pt x="66020" y="8186"/>
                  </a:cubicBezTo>
                  <a:cubicBezTo>
                    <a:pt x="120631" y="-14445"/>
                    <a:pt x="183241" y="11457"/>
                    <a:pt x="205847" y="66048"/>
                  </a:cubicBezTo>
                  <a:cubicBezTo>
                    <a:pt x="228453" y="120638"/>
                    <a:pt x="202545" y="183230"/>
                    <a:pt x="147999" y="205862"/>
                  </a:cubicBezTo>
                  <a:cubicBezTo>
                    <a:pt x="147935" y="205881"/>
                    <a:pt x="147935" y="205894"/>
                    <a:pt x="147872" y="205913"/>
                  </a:cubicBezTo>
                  <a:cubicBezTo>
                    <a:pt x="93325" y="228462"/>
                    <a:pt x="30778" y="202541"/>
                    <a:pt x="8172" y="1480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50" name="Google Shape;1250;p48"/>
            <p:cNvSpPr/>
            <p:nvPr/>
          </p:nvSpPr>
          <p:spPr>
            <a:xfrm>
              <a:off x="6668310" y="3395646"/>
              <a:ext cx="219075" cy="219075"/>
            </a:xfrm>
            <a:custGeom>
              <a:rect b="b" l="l" r="r" t="t"/>
              <a:pathLst>
                <a:path extrusionOk="0" h="219075" w="219075">
                  <a:moveTo>
                    <a:pt x="109728" y="219075"/>
                  </a:moveTo>
                  <a:cubicBezTo>
                    <a:pt x="49213" y="219170"/>
                    <a:pt x="127" y="170212"/>
                    <a:pt x="0" y="109715"/>
                  </a:cubicBezTo>
                  <a:cubicBezTo>
                    <a:pt x="-64" y="49219"/>
                    <a:pt x="48895" y="102"/>
                    <a:pt x="109347" y="0"/>
                  </a:cubicBezTo>
                  <a:cubicBezTo>
                    <a:pt x="169863" y="-95"/>
                    <a:pt x="219012" y="48863"/>
                    <a:pt x="219075" y="109360"/>
                  </a:cubicBezTo>
                  <a:cubicBezTo>
                    <a:pt x="219139" y="153689"/>
                    <a:pt x="192532" y="193688"/>
                    <a:pt x="151575" y="210693"/>
                  </a:cubicBezTo>
                  <a:cubicBezTo>
                    <a:pt x="138303" y="216205"/>
                    <a:pt x="124079" y="219056"/>
                    <a:pt x="109728" y="219075"/>
                  </a:cubicBezTo>
                  <a:close/>
                  <a:moveTo>
                    <a:pt x="109728" y="4953"/>
                  </a:moveTo>
                  <a:cubicBezTo>
                    <a:pt x="51880" y="5010"/>
                    <a:pt x="5017" y="51962"/>
                    <a:pt x="5080" y="109830"/>
                  </a:cubicBezTo>
                  <a:cubicBezTo>
                    <a:pt x="5080" y="123546"/>
                    <a:pt x="7747" y="137122"/>
                    <a:pt x="13018" y="149797"/>
                  </a:cubicBezTo>
                  <a:cubicBezTo>
                    <a:pt x="35243" y="203156"/>
                    <a:pt x="96456" y="228422"/>
                    <a:pt x="149860" y="206223"/>
                  </a:cubicBezTo>
                  <a:cubicBezTo>
                    <a:pt x="203200" y="184023"/>
                    <a:pt x="228473" y="122765"/>
                    <a:pt x="206248" y="69406"/>
                  </a:cubicBezTo>
                  <a:cubicBezTo>
                    <a:pt x="190055" y="30410"/>
                    <a:pt x="151955" y="4991"/>
                    <a:pt x="109728" y="4953"/>
                  </a:cubicBezTo>
                  <a:close/>
                </a:path>
              </a:pathLst>
            </a:custGeom>
            <a:solidFill>
              <a:srgbClr val="002E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51" name="Google Shape;1251;p48"/>
            <p:cNvSpPr/>
            <p:nvPr/>
          </p:nvSpPr>
          <p:spPr>
            <a:xfrm>
              <a:off x="6725374" y="3453434"/>
              <a:ext cx="105137" cy="103570"/>
            </a:xfrm>
            <a:custGeom>
              <a:rect b="b" l="l" r="r" t="t"/>
              <a:pathLst>
                <a:path extrusionOk="0" h="103570" w="105137">
                  <a:moveTo>
                    <a:pt x="88923" y="16888"/>
                  </a:moveTo>
                  <a:cubicBezTo>
                    <a:pt x="80287" y="3287"/>
                    <a:pt x="63777" y="-3019"/>
                    <a:pt x="48282" y="1394"/>
                  </a:cubicBezTo>
                  <a:cubicBezTo>
                    <a:pt x="40980" y="2994"/>
                    <a:pt x="33995" y="5719"/>
                    <a:pt x="27581" y="9459"/>
                  </a:cubicBezTo>
                  <a:lnTo>
                    <a:pt x="25423" y="10792"/>
                  </a:lnTo>
                  <a:lnTo>
                    <a:pt x="25423" y="10792"/>
                  </a:lnTo>
                  <a:cubicBezTo>
                    <a:pt x="11199" y="20317"/>
                    <a:pt x="-11026" y="45273"/>
                    <a:pt x="6372" y="71752"/>
                  </a:cubicBezTo>
                  <a:lnTo>
                    <a:pt x="16469" y="86992"/>
                  </a:lnTo>
                  <a:cubicBezTo>
                    <a:pt x="23009" y="97482"/>
                    <a:pt x="34566" y="103775"/>
                    <a:pt x="46886" y="103566"/>
                  </a:cubicBezTo>
                  <a:cubicBezTo>
                    <a:pt x="50315" y="103572"/>
                    <a:pt x="53743" y="103210"/>
                    <a:pt x="57109" y="102486"/>
                  </a:cubicBezTo>
                  <a:cubicBezTo>
                    <a:pt x="64412" y="100842"/>
                    <a:pt x="71333" y="98098"/>
                    <a:pt x="77810" y="94358"/>
                  </a:cubicBezTo>
                  <a:lnTo>
                    <a:pt x="77810" y="94358"/>
                  </a:lnTo>
                  <a:lnTo>
                    <a:pt x="79715" y="93215"/>
                  </a:lnTo>
                  <a:lnTo>
                    <a:pt x="79715" y="93215"/>
                  </a:lnTo>
                  <a:lnTo>
                    <a:pt x="79715" y="93215"/>
                  </a:lnTo>
                  <a:cubicBezTo>
                    <a:pt x="93939" y="83754"/>
                    <a:pt x="116164" y="58798"/>
                    <a:pt x="98765" y="32255"/>
                  </a:cubicBezTo>
                  <a:lnTo>
                    <a:pt x="88605" y="17079"/>
                  </a:lnTo>
                  <a:close/>
                  <a:moveTo>
                    <a:pt x="22819" y="82674"/>
                  </a:moveTo>
                  <a:lnTo>
                    <a:pt x="12659" y="67434"/>
                  </a:lnTo>
                  <a:cubicBezTo>
                    <a:pt x="-5311" y="40510"/>
                    <a:pt x="27963" y="17714"/>
                    <a:pt x="29359" y="16634"/>
                  </a:cubicBezTo>
                  <a:lnTo>
                    <a:pt x="31518" y="15428"/>
                  </a:lnTo>
                  <a:cubicBezTo>
                    <a:pt x="32154" y="15047"/>
                    <a:pt x="32789" y="14729"/>
                    <a:pt x="33487" y="14475"/>
                  </a:cubicBezTo>
                  <a:lnTo>
                    <a:pt x="34122" y="14475"/>
                  </a:lnTo>
                  <a:cubicBezTo>
                    <a:pt x="41361" y="12132"/>
                    <a:pt x="49299" y="13694"/>
                    <a:pt x="55077" y="18603"/>
                  </a:cubicBezTo>
                  <a:cubicBezTo>
                    <a:pt x="59776" y="22165"/>
                    <a:pt x="63967" y="26451"/>
                    <a:pt x="67332" y="31303"/>
                  </a:cubicBezTo>
                  <a:lnTo>
                    <a:pt x="77429" y="46479"/>
                  </a:lnTo>
                  <a:cubicBezTo>
                    <a:pt x="77429" y="46479"/>
                    <a:pt x="77429" y="46479"/>
                    <a:pt x="77429" y="46479"/>
                  </a:cubicBezTo>
                  <a:lnTo>
                    <a:pt x="77429" y="46479"/>
                  </a:lnTo>
                  <a:cubicBezTo>
                    <a:pt x="77429" y="46479"/>
                    <a:pt x="77429" y="46479"/>
                    <a:pt x="77429" y="46479"/>
                  </a:cubicBezTo>
                  <a:cubicBezTo>
                    <a:pt x="77429" y="46479"/>
                    <a:pt x="77429" y="46479"/>
                    <a:pt x="77429" y="46479"/>
                  </a:cubicBezTo>
                  <a:cubicBezTo>
                    <a:pt x="77429" y="46479"/>
                    <a:pt x="77429" y="46479"/>
                    <a:pt x="77429" y="46479"/>
                  </a:cubicBezTo>
                  <a:lnTo>
                    <a:pt x="77429" y="46797"/>
                  </a:lnTo>
                  <a:cubicBezTo>
                    <a:pt x="77429" y="46797"/>
                    <a:pt x="77429" y="46797"/>
                    <a:pt x="77429" y="46797"/>
                  </a:cubicBezTo>
                  <a:cubicBezTo>
                    <a:pt x="77429" y="46797"/>
                    <a:pt x="77429" y="46797"/>
                    <a:pt x="77429" y="47114"/>
                  </a:cubicBezTo>
                  <a:cubicBezTo>
                    <a:pt x="77429" y="47432"/>
                    <a:pt x="77429" y="47114"/>
                    <a:pt x="77429" y="47432"/>
                  </a:cubicBezTo>
                  <a:lnTo>
                    <a:pt x="77429" y="48067"/>
                  </a:lnTo>
                  <a:lnTo>
                    <a:pt x="77429" y="48829"/>
                  </a:lnTo>
                  <a:cubicBezTo>
                    <a:pt x="77429" y="48829"/>
                    <a:pt x="77429" y="48829"/>
                    <a:pt x="77429" y="49210"/>
                  </a:cubicBezTo>
                  <a:cubicBezTo>
                    <a:pt x="77492" y="49375"/>
                    <a:pt x="77492" y="49553"/>
                    <a:pt x="77429" y="49718"/>
                  </a:cubicBezTo>
                  <a:cubicBezTo>
                    <a:pt x="77429" y="49864"/>
                    <a:pt x="77429" y="50016"/>
                    <a:pt x="77429" y="50162"/>
                  </a:cubicBezTo>
                  <a:cubicBezTo>
                    <a:pt x="77429" y="50162"/>
                    <a:pt x="77429" y="50734"/>
                    <a:pt x="77429" y="51051"/>
                  </a:cubicBezTo>
                  <a:lnTo>
                    <a:pt x="77429" y="52131"/>
                  </a:lnTo>
                  <a:cubicBezTo>
                    <a:pt x="77429" y="52131"/>
                    <a:pt x="77429" y="52766"/>
                    <a:pt x="77429" y="53083"/>
                  </a:cubicBezTo>
                  <a:cubicBezTo>
                    <a:pt x="77429" y="53401"/>
                    <a:pt x="77429" y="53464"/>
                    <a:pt x="77429" y="53655"/>
                  </a:cubicBezTo>
                  <a:cubicBezTo>
                    <a:pt x="77429" y="53845"/>
                    <a:pt x="77429" y="54099"/>
                    <a:pt x="77429" y="54353"/>
                  </a:cubicBezTo>
                  <a:lnTo>
                    <a:pt x="77429" y="55115"/>
                  </a:lnTo>
                  <a:cubicBezTo>
                    <a:pt x="77429" y="55115"/>
                    <a:pt x="77429" y="55750"/>
                    <a:pt x="77429" y="56004"/>
                  </a:cubicBezTo>
                  <a:lnTo>
                    <a:pt x="77429" y="56639"/>
                  </a:lnTo>
                  <a:cubicBezTo>
                    <a:pt x="77429" y="57020"/>
                    <a:pt x="77429" y="57401"/>
                    <a:pt x="76921" y="57846"/>
                  </a:cubicBezTo>
                  <a:lnTo>
                    <a:pt x="76921" y="58354"/>
                  </a:lnTo>
                  <a:lnTo>
                    <a:pt x="76350" y="59433"/>
                  </a:lnTo>
                  <a:lnTo>
                    <a:pt x="76350" y="59878"/>
                  </a:lnTo>
                  <a:lnTo>
                    <a:pt x="75461" y="61275"/>
                  </a:lnTo>
                  <a:lnTo>
                    <a:pt x="75079" y="61783"/>
                  </a:lnTo>
                  <a:lnTo>
                    <a:pt x="73873" y="63243"/>
                  </a:lnTo>
                  <a:cubicBezTo>
                    <a:pt x="73873" y="63243"/>
                    <a:pt x="73873" y="63243"/>
                    <a:pt x="73873" y="63243"/>
                  </a:cubicBezTo>
                  <a:cubicBezTo>
                    <a:pt x="72857" y="58798"/>
                    <a:pt x="70952" y="54607"/>
                    <a:pt x="68285" y="50924"/>
                  </a:cubicBezTo>
                  <a:lnTo>
                    <a:pt x="58189" y="35748"/>
                  </a:lnTo>
                  <a:cubicBezTo>
                    <a:pt x="46124" y="17714"/>
                    <a:pt x="35709" y="24254"/>
                    <a:pt x="35265" y="24572"/>
                  </a:cubicBezTo>
                  <a:lnTo>
                    <a:pt x="35265" y="24572"/>
                  </a:lnTo>
                  <a:cubicBezTo>
                    <a:pt x="14754" y="38224"/>
                    <a:pt x="17358" y="53782"/>
                    <a:pt x="21549" y="60132"/>
                  </a:cubicBezTo>
                  <a:lnTo>
                    <a:pt x="31709" y="75372"/>
                  </a:lnTo>
                  <a:lnTo>
                    <a:pt x="31709" y="75372"/>
                  </a:lnTo>
                  <a:lnTo>
                    <a:pt x="32852" y="77023"/>
                  </a:lnTo>
                  <a:cubicBezTo>
                    <a:pt x="35392" y="80407"/>
                    <a:pt x="38250" y="83512"/>
                    <a:pt x="41425" y="86294"/>
                  </a:cubicBezTo>
                  <a:cubicBezTo>
                    <a:pt x="45044" y="89583"/>
                    <a:pt x="49171" y="92263"/>
                    <a:pt x="53616" y="94231"/>
                  </a:cubicBezTo>
                  <a:cubicBezTo>
                    <a:pt x="41679" y="96955"/>
                    <a:pt x="29296" y="91875"/>
                    <a:pt x="22692" y="81531"/>
                  </a:cubicBezTo>
                  <a:close/>
                  <a:moveTo>
                    <a:pt x="65872" y="71435"/>
                  </a:moveTo>
                  <a:cubicBezTo>
                    <a:pt x="64094" y="72260"/>
                    <a:pt x="59522" y="71435"/>
                    <a:pt x="53172" y="62354"/>
                  </a:cubicBezTo>
                  <a:lnTo>
                    <a:pt x="43012" y="47114"/>
                  </a:lnTo>
                  <a:cubicBezTo>
                    <a:pt x="36662" y="38034"/>
                    <a:pt x="38059" y="33271"/>
                    <a:pt x="39392" y="32065"/>
                  </a:cubicBezTo>
                  <a:cubicBezTo>
                    <a:pt x="40726" y="30858"/>
                    <a:pt x="45742" y="32065"/>
                    <a:pt x="52092" y="41082"/>
                  </a:cubicBezTo>
                  <a:lnTo>
                    <a:pt x="62253" y="56322"/>
                  </a:lnTo>
                  <a:cubicBezTo>
                    <a:pt x="68603" y="65402"/>
                    <a:pt x="67269" y="70165"/>
                    <a:pt x="65872" y="71435"/>
                  </a:cubicBezTo>
                  <a:close/>
                  <a:moveTo>
                    <a:pt x="75968" y="86675"/>
                  </a:moveTo>
                  <a:lnTo>
                    <a:pt x="74508" y="87564"/>
                  </a:lnTo>
                  <a:lnTo>
                    <a:pt x="73682" y="88008"/>
                  </a:lnTo>
                  <a:lnTo>
                    <a:pt x="73111" y="88326"/>
                  </a:lnTo>
                  <a:cubicBezTo>
                    <a:pt x="65491" y="91723"/>
                    <a:pt x="56665" y="90440"/>
                    <a:pt x="50315" y="85024"/>
                  </a:cubicBezTo>
                  <a:cubicBezTo>
                    <a:pt x="45742" y="81601"/>
                    <a:pt x="41615" y="77518"/>
                    <a:pt x="38250" y="72895"/>
                  </a:cubicBezTo>
                  <a:lnTo>
                    <a:pt x="38250" y="72895"/>
                  </a:lnTo>
                  <a:lnTo>
                    <a:pt x="38250" y="72895"/>
                  </a:lnTo>
                  <a:lnTo>
                    <a:pt x="38250" y="72895"/>
                  </a:lnTo>
                  <a:lnTo>
                    <a:pt x="28153" y="57719"/>
                  </a:lnTo>
                  <a:cubicBezTo>
                    <a:pt x="24978" y="51534"/>
                    <a:pt x="26439" y="43996"/>
                    <a:pt x="31582" y="39367"/>
                  </a:cubicBezTo>
                  <a:cubicBezTo>
                    <a:pt x="32598" y="43787"/>
                    <a:pt x="34503" y="47952"/>
                    <a:pt x="37170" y="51623"/>
                  </a:cubicBezTo>
                  <a:lnTo>
                    <a:pt x="47330" y="66863"/>
                  </a:lnTo>
                  <a:cubicBezTo>
                    <a:pt x="59331" y="84897"/>
                    <a:pt x="69745" y="78293"/>
                    <a:pt x="70190" y="78039"/>
                  </a:cubicBezTo>
                  <a:lnTo>
                    <a:pt x="70190" y="78039"/>
                  </a:lnTo>
                  <a:lnTo>
                    <a:pt x="72349" y="76515"/>
                  </a:lnTo>
                  <a:lnTo>
                    <a:pt x="73048" y="76007"/>
                  </a:lnTo>
                  <a:lnTo>
                    <a:pt x="74254" y="75054"/>
                  </a:lnTo>
                  <a:lnTo>
                    <a:pt x="75016" y="74419"/>
                  </a:lnTo>
                  <a:lnTo>
                    <a:pt x="75905" y="73657"/>
                  </a:lnTo>
                  <a:lnTo>
                    <a:pt x="76794" y="72895"/>
                  </a:lnTo>
                  <a:lnTo>
                    <a:pt x="77175" y="72514"/>
                  </a:lnTo>
                  <a:cubicBezTo>
                    <a:pt x="78381" y="71397"/>
                    <a:pt x="79461" y="70209"/>
                    <a:pt x="80541" y="68958"/>
                  </a:cubicBezTo>
                  <a:lnTo>
                    <a:pt x="80541" y="68958"/>
                  </a:lnTo>
                  <a:cubicBezTo>
                    <a:pt x="82700" y="66336"/>
                    <a:pt x="84414" y="63345"/>
                    <a:pt x="85557" y="60132"/>
                  </a:cubicBezTo>
                  <a:cubicBezTo>
                    <a:pt x="85557" y="60132"/>
                    <a:pt x="85557" y="60132"/>
                    <a:pt x="85557" y="60132"/>
                  </a:cubicBezTo>
                  <a:cubicBezTo>
                    <a:pt x="85557" y="59833"/>
                    <a:pt x="85557" y="59541"/>
                    <a:pt x="85557" y="59243"/>
                  </a:cubicBezTo>
                  <a:lnTo>
                    <a:pt x="85557" y="58544"/>
                  </a:lnTo>
                  <a:cubicBezTo>
                    <a:pt x="85557" y="58544"/>
                    <a:pt x="85557" y="58227"/>
                    <a:pt x="85557" y="58100"/>
                  </a:cubicBezTo>
                  <a:cubicBezTo>
                    <a:pt x="86891" y="52874"/>
                    <a:pt x="86065" y="47324"/>
                    <a:pt x="83207" y="42733"/>
                  </a:cubicBezTo>
                  <a:lnTo>
                    <a:pt x="73048" y="27556"/>
                  </a:lnTo>
                  <a:cubicBezTo>
                    <a:pt x="73048" y="27556"/>
                    <a:pt x="73048" y="27556"/>
                    <a:pt x="73048" y="27556"/>
                  </a:cubicBezTo>
                  <a:cubicBezTo>
                    <a:pt x="72730" y="27004"/>
                    <a:pt x="72413" y="26496"/>
                    <a:pt x="71968" y="26032"/>
                  </a:cubicBezTo>
                  <a:cubicBezTo>
                    <a:pt x="69491" y="22616"/>
                    <a:pt x="66634" y="19485"/>
                    <a:pt x="63459" y="16698"/>
                  </a:cubicBezTo>
                  <a:cubicBezTo>
                    <a:pt x="59903" y="13440"/>
                    <a:pt x="55839" y="10786"/>
                    <a:pt x="51394" y="8824"/>
                  </a:cubicBezTo>
                  <a:cubicBezTo>
                    <a:pt x="63332" y="6023"/>
                    <a:pt x="75651" y="11135"/>
                    <a:pt x="82128" y="21524"/>
                  </a:cubicBezTo>
                  <a:lnTo>
                    <a:pt x="92288" y="36700"/>
                  </a:lnTo>
                  <a:cubicBezTo>
                    <a:pt x="110258" y="63688"/>
                    <a:pt x="77048" y="86421"/>
                    <a:pt x="75588" y="87500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52" name="Google Shape;1252;p48"/>
            <p:cNvSpPr/>
            <p:nvPr/>
          </p:nvSpPr>
          <p:spPr>
            <a:xfrm>
              <a:off x="6480604" y="5139611"/>
              <a:ext cx="389953" cy="390016"/>
            </a:xfrm>
            <a:custGeom>
              <a:rect b="b" l="l" r="r" t="t"/>
              <a:pathLst>
                <a:path extrusionOk="0" h="390016" w="389953">
                  <a:moveTo>
                    <a:pt x="206693" y="390017"/>
                  </a:moveTo>
                  <a:lnTo>
                    <a:pt x="183261" y="390017"/>
                  </a:lnTo>
                  <a:cubicBezTo>
                    <a:pt x="176466" y="390036"/>
                    <a:pt x="170497" y="385705"/>
                    <a:pt x="168339" y="379285"/>
                  </a:cubicBezTo>
                  <a:lnTo>
                    <a:pt x="157861" y="347535"/>
                  </a:lnTo>
                  <a:cubicBezTo>
                    <a:pt x="156655" y="344049"/>
                    <a:pt x="153860" y="341357"/>
                    <a:pt x="150368" y="340296"/>
                  </a:cubicBezTo>
                  <a:cubicBezTo>
                    <a:pt x="141160" y="337483"/>
                    <a:pt x="132207" y="333781"/>
                    <a:pt x="123698" y="329247"/>
                  </a:cubicBezTo>
                  <a:cubicBezTo>
                    <a:pt x="120459" y="327596"/>
                    <a:pt x="116586" y="327596"/>
                    <a:pt x="113347" y="329247"/>
                  </a:cubicBezTo>
                  <a:lnTo>
                    <a:pt x="83630" y="344107"/>
                  </a:lnTo>
                  <a:cubicBezTo>
                    <a:pt x="77533" y="347148"/>
                    <a:pt x="70231" y="345973"/>
                    <a:pt x="65405" y="341185"/>
                  </a:cubicBezTo>
                  <a:lnTo>
                    <a:pt x="48895" y="324612"/>
                  </a:lnTo>
                  <a:cubicBezTo>
                    <a:pt x="44133" y="319799"/>
                    <a:pt x="42926" y="312477"/>
                    <a:pt x="45910" y="306388"/>
                  </a:cubicBezTo>
                  <a:lnTo>
                    <a:pt x="60770" y="276670"/>
                  </a:lnTo>
                  <a:cubicBezTo>
                    <a:pt x="62484" y="273431"/>
                    <a:pt x="62484" y="269557"/>
                    <a:pt x="60770" y="266319"/>
                  </a:cubicBezTo>
                  <a:cubicBezTo>
                    <a:pt x="56261" y="257804"/>
                    <a:pt x="52514" y="248876"/>
                    <a:pt x="49721" y="239649"/>
                  </a:cubicBezTo>
                  <a:cubicBezTo>
                    <a:pt x="48641" y="236163"/>
                    <a:pt x="45974" y="233394"/>
                    <a:pt x="42545" y="232220"/>
                  </a:cubicBezTo>
                  <a:lnTo>
                    <a:pt x="10795" y="221678"/>
                  </a:lnTo>
                  <a:cubicBezTo>
                    <a:pt x="4337" y="219583"/>
                    <a:pt x="-25" y="213551"/>
                    <a:pt x="0" y="206756"/>
                  </a:cubicBezTo>
                  <a:lnTo>
                    <a:pt x="0" y="183388"/>
                  </a:lnTo>
                  <a:cubicBezTo>
                    <a:pt x="-13" y="176587"/>
                    <a:pt x="4337" y="170542"/>
                    <a:pt x="10795" y="168402"/>
                  </a:cubicBezTo>
                  <a:lnTo>
                    <a:pt x="42545" y="157924"/>
                  </a:lnTo>
                  <a:cubicBezTo>
                    <a:pt x="46038" y="156737"/>
                    <a:pt x="48705" y="153943"/>
                    <a:pt x="49721" y="150432"/>
                  </a:cubicBezTo>
                  <a:cubicBezTo>
                    <a:pt x="52514" y="141192"/>
                    <a:pt x="56134" y="132245"/>
                    <a:pt x="60643" y="123698"/>
                  </a:cubicBezTo>
                  <a:cubicBezTo>
                    <a:pt x="62357" y="120440"/>
                    <a:pt x="62357" y="116541"/>
                    <a:pt x="60643" y="113284"/>
                  </a:cubicBezTo>
                  <a:lnTo>
                    <a:pt x="45783" y="83566"/>
                  </a:lnTo>
                  <a:cubicBezTo>
                    <a:pt x="42799" y="77501"/>
                    <a:pt x="43942" y="70186"/>
                    <a:pt x="48768" y="65405"/>
                  </a:cubicBezTo>
                  <a:lnTo>
                    <a:pt x="65278" y="48832"/>
                  </a:lnTo>
                  <a:cubicBezTo>
                    <a:pt x="70104" y="44024"/>
                    <a:pt x="77407" y="42850"/>
                    <a:pt x="83502" y="45910"/>
                  </a:cubicBezTo>
                  <a:lnTo>
                    <a:pt x="113221" y="60770"/>
                  </a:lnTo>
                  <a:cubicBezTo>
                    <a:pt x="116459" y="62452"/>
                    <a:pt x="120333" y="62452"/>
                    <a:pt x="123571" y="60770"/>
                  </a:cubicBezTo>
                  <a:cubicBezTo>
                    <a:pt x="132080" y="56261"/>
                    <a:pt x="141033" y="52565"/>
                    <a:pt x="150241" y="49720"/>
                  </a:cubicBezTo>
                  <a:cubicBezTo>
                    <a:pt x="153733" y="48685"/>
                    <a:pt x="156527" y="46012"/>
                    <a:pt x="157734" y="42545"/>
                  </a:cubicBezTo>
                  <a:lnTo>
                    <a:pt x="168212" y="10795"/>
                  </a:lnTo>
                  <a:cubicBezTo>
                    <a:pt x="170307" y="4350"/>
                    <a:pt x="176339" y="-7"/>
                    <a:pt x="183134" y="0"/>
                  </a:cubicBezTo>
                  <a:lnTo>
                    <a:pt x="206693" y="0"/>
                  </a:lnTo>
                  <a:cubicBezTo>
                    <a:pt x="213487" y="-7"/>
                    <a:pt x="219520" y="4350"/>
                    <a:pt x="221615" y="10795"/>
                  </a:cubicBezTo>
                  <a:lnTo>
                    <a:pt x="232156" y="42545"/>
                  </a:lnTo>
                  <a:cubicBezTo>
                    <a:pt x="233362" y="45993"/>
                    <a:pt x="236093" y="48666"/>
                    <a:pt x="239586" y="49720"/>
                  </a:cubicBezTo>
                  <a:cubicBezTo>
                    <a:pt x="248793" y="52553"/>
                    <a:pt x="257747" y="56248"/>
                    <a:pt x="266256" y="60770"/>
                  </a:cubicBezTo>
                  <a:cubicBezTo>
                    <a:pt x="269494" y="62452"/>
                    <a:pt x="273368" y="62452"/>
                    <a:pt x="276606" y="60770"/>
                  </a:cubicBezTo>
                  <a:lnTo>
                    <a:pt x="306324" y="45910"/>
                  </a:lnTo>
                  <a:cubicBezTo>
                    <a:pt x="312420" y="42850"/>
                    <a:pt x="319723" y="44024"/>
                    <a:pt x="324549" y="48832"/>
                  </a:cubicBezTo>
                  <a:lnTo>
                    <a:pt x="341059" y="65405"/>
                  </a:lnTo>
                  <a:cubicBezTo>
                    <a:pt x="345885" y="70167"/>
                    <a:pt x="347091" y="77508"/>
                    <a:pt x="344043" y="83566"/>
                  </a:cubicBezTo>
                  <a:lnTo>
                    <a:pt x="329184" y="113284"/>
                  </a:lnTo>
                  <a:cubicBezTo>
                    <a:pt x="327470" y="116554"/>
                    <a:pt x="327470" y="120428"/>
                    <a:pt x="329184" y="123698"/>
                  </a:cubicBezTo>
                  <a:cubicBezTo>
                    <a:pt x="333693" y="132194"/>
                    <a:pt x="337375" y="141103"/>
                    <a:pt x="340233" y="150304"/>
                  </a:cubicBezTo>
                  <a:cubicBezTo>
                    <a:pt x="341312" y="153803"/>
                    <a:pt x="343980" y="156591"/>
                    <a:pt x="347409" y="157797"/>
                  </a:cubicBezTo>
                  <a:lnTo>
                    <a:pt x="379159" y="168275"/>
                  </a:lnTo>
                  <a:cubicBezTo>
                    <a:pt x="385636" y="170415"/>
                    <a:pt x="389953" y="176460"/>
                    <a:pt x="389953" y="183261"/>
                  </a:cubicBezTo>
                  <a:lnTo>
                    <a:pt x="389953" y="206629"/>
                  </a:lnTo>
                  <a:cubicBezTo>
                    <a:pt x="389953" y="213423"/>
                    <a:pt x="385636" y="219456"/>
                    <a:pt x="379159" y="221551"/>
                  </a:cubicBezTo>
                  <a:lnTo>
                    <a:pt x="347409" y="232092"/>
                  </a:lnTo>
                  <a:cubicBezTo>
                    <a:pt x="343980" y="233292"/>
                    <a:pt x="341312" y="236048"/>
                    <a:pt x="340233" y="239522"/>
                  </a:cubicBezTo>
                  <a:cubicBezTo>
                    <a:pt x="337439" y="248748"/>
                    <a:pt x="333693" y="257677"/>
                    <a:pt x="329184" y="266192"/>
                  </a:cubicBezTo>
                  <a:cubicBezTo>
                    <a:pt x="327533" y="269437"/>
                    <a:pt x="327533" y="273298"/>
                    <a:pt x="329184" y="276542"/>
                  </a:cubicBezTo>
                  <a:lnTo>
                    <a:pt x="344043" y="306260"/>
                  </a:lnTo>
                  <a:cubicBezTo>
                    <a:pt x="347091" y="312344"/>
                    <a:pt x="345885" y="319691"/>
                    <a:pt x="341059" y="324485"/>
                  </a:cubicBezTo>
                  <a:lnTo>
                    <a:pt x="324549" y="341058"/>
                  </a:lnTo>
                  <a:cubicBezTo>
                    <a:pt x="319723" y="345846"/>
                    <a:pt x="312420" y="347021"/>
                    <a:pt x="306324" y="343979"/>
                  </a:cubicBezTo>
                  <a:lnTo>
                    <a:pt x="276606" y="329120"/>
                  </a:lnTo>
                  <a:cubicBezTo>
                    <a:pt x="273368" y="327470"/>
                    <a:pt x="269494" y="327470"/>
                    <a:pt x="266256" y="329120"/>
                  </a:cubicBezTo>
                  <a:cubicBezTo>
                    <a:pt x="257747" y="333667"/>
                    <a:pt x="248793" y="337363"/>
                    <a:pt x="239586" y="340170"/>
                  </a:cubicBezTo>
                  <a:cubicBezTo>
                    <a:pt x="236093" y="341255"/>
                    <a:pt x="233362" y="343948"/>
                    <a:pt x="232156" y="347408"/>
                  </a:cubicBezTo>
                  <a:lnTo>
                    <a:pt x="221615" y="379158"/>
                  </a:lnTo>
                  <a:cubicBezTo>
                    <a:pt x="219456" y="385578"/>
                    <a:pt x="213487" y="389909"/>
                    <a:pt x="206693" y="389890"/>
                  </a:cubicBezTo>
                  <a:close/>
                  <a:moveTo>
                    <a:pt x="118301" y="323532"/>
                  </a:moveTo>
                  <a:cubicBezTo>
                    <a:pt x="120968" y="323532"/>
                    <a:pt x="123508" y="324186"/>
                    <a:pt x="125857" y="325438"/>
                  </a:cubicBezTo>
                  <a:cubicBezTo>
                    <a:pt x="134112" y="329812"/>
                    <a:pt x="142748" y="333407"/>
                    <a:pt x="151702" y="336169"/>
                  </a:cubicBezTo>
                  <a:cubicBezTo>
                    <a:pt x="156655" y="337661"/>
                    <a:pt x="160528" y="341446"/>
                    <a:pt x="162179" y="346329"/>
                  </a:cubicBezTo>
                  <a:lnTo>
                    <a:pt x="172720" y="378079"/>
                  </a:lnTo>
                  <a:cubicBezTo>
                    <a:pt x="174244" y="382626"/>
                    <a:pt x="178499" y="385692"/>
                    <a:pt x="183261" y="385699"/>
                  </a:cubicBezTo>
                  <a:lnTo>
                    <a:pt x="206693" y="385699"/>
                  </a:lnTo>
                  <a:cubicBezTo>
                    <a:pt x="211519" y="385724"/>
                    <a:pt x="215773" y="382644"/>
                    <a:pt x="217297" y="378079"/>
                  </a:cubicBezTo>
                  <a:lnTo>
                    <a:pt x="227774" y="346329"/>
                  </a:lnTo>
                  <a:cubicBezTo>
                    <a:pt x="229425" y="341446"/>
                    <a:pt x="233299" y="337661"/>
                    <a:pt x="238252" y="336169"/>
                  </a:cubicBezTo>
                  <a:cubicBezTo>
                    <a:pt x="247206" y="333419"/>
                    <a:pt x="255841" y="329825"/>
                    <a:pt x="264097" y="325438"/>
                  </a:cubicBezTo>
                  <a:cubicBezTo>
                    <a:pt x="268669" y="323088"/>
                    <a:pt x="274130" y="323088"/>
                    <a:pt x="278701" y="325438"/>
                  </a:cubicBezTo>
                  <a:lnTo>
                    <a:pt x="308420" y="340296"/>
                  </a:lnTo>
                  <a:cubicBezTo>
                    <a:pt x="312674" y="342373"/>
                    <a:pt x="317754" y="341528"/>
                    <a:pt x="321120" y="338201"/>
                  </a:cubicBezTo>
                  <a:lnTo>
                    <a:pt x="337630" y="321691"/>
                  </a:lnTo>
                  <a:cubicBezTo>
                    <a:pt x="340932" y="318332"/>
                    <a:pt x="341821" y="313239"/>
                    <a:pt x="339725" y="308991"/>
                  </a:cubicBezTo>
                  <a:lnTo>
                    <a:pt x="324866" y="279273"/>
                  </a:lnTo>
                  <a:cubicBezTo>
                    <a:pt x="322516" y="274688"/>
                    <a:pt x="322516" y="269253"/>
                    <a:pt x="324866" y="264668"/>
                  </a:cubicBezTo>
                  <a:cubicBezTo>
                    <a:pt x="329248" y="256413"/>
                    <a:pt x="332867" y="247758"/>
                    <a:pt x="335598" y="238823"/>
                  </a:cubicBezTo>
                  <a:cubicBezTo>
                    <a:pt x="337058" y="233915"/>
                    <a:pt x="340868" y="230016"/>
                    <a:pt x="345694" y="228346"/>
                  </a:cubicBezTo>
                  <a:lnTo>
                    <a:pt x="377444" y="217868"/>
                  </a:lnTo>
                  <a:cubicBezTo>
                    <a:pt x="382016" y="216364"/>
                    <a:pt x="385127" y="212084"/>
                    <a:pt x="385127" y="207264"/>
                  </a:cubicBezTo>
                  <a:lnTo>
                    <a:pt x="385127" y="183896"/>
                  </a:lnTo>
                  <a:cubicBezTo>
                    <a:pt x="385127" y="179076"/>
                    <a:pt x="382016" y="174796"/>
                    <a:pt x="377444" y="173291"/>
                  </a:cubicBezTo>
                  <a:lnTo>
                    <a:pt x="345694" y="162751"/>
                  </a:lnTo>
                  <a:cubicBezTo>
                    <a:pt x="340868" y="161080"/>
                    <a:pt x="337122" y="157213"/>
                    <a:pt x="335598" y="152336"/>
                  </a:cubicBezTo>
                  <a:cubicBezTo>
                    <a:pt x="332867" y="143402"/>
                    <a:pt x="329248" y="134747"/>
                    <a:pt x="324866" y="126492"/>
                  </a:cubicBezTo>
                  <a:cubicBezTo>
                    <a:pt x="322516" y="121907"/>
                    <a:pt x="322516" y="116472"/>
                    <a:pt x="324866" y="111887"/>
                  </a:cubicBezTo>
                  <a:lnTo>
                    <a:pt x="339725" y="82169"/>
                  </a:lnTo>
                  <a:cubicBezTo>
                    <a:pt x="341821" y="77921"/>
                    <a:pt x="340932" y="72828"/>
                    <a:pt x="337630" y="69469"/>
                  </a:cubicBezTo>
                  <a:lnTo>
                    <a:pt x="321120" y="52895"/>
                  </a:lnTo>
                  <a:cubicBezTo>
                    <a:pt x="317754" y="49600"/>
                    <a:pt x="312674" y="48768"/>
                    <a:pt x="308420" y="50800"/>
                  </a:cubicBezTo>
                  <a:lnTo>
                    <a:pt x="278701" y="65659"/>
                  </a:lnTo>
                  <a:cubicBezTo>
                    <a:pt x="274130" y="68040"/>
                    <a:pt x="268669" y="68040"/>
                    <a:pt x="264097" y="65659"/>
                  </a:cubicBezTo>
                  <a:cubicBezTo>
                    <a:pt x="255969" y="60915"/>
                    <a:pt x="247333" y="56959"/>
                    <a:pt x="238443" y="53848"/>
                  </a:cubicBezTo>
                  <a:cubicBezTo>
                    <a:pt x="233553" y="52375"/>
                    <a:pt x="229616" y="48616"/>
                    <a:pt x="227965" y="43751"/>
                  </a:cubicBezTo>
                  <a:lnTo>
                    <a:pt x="217487" y="12001"/>
                  </a:lnTo>
                  <a:cubicBezTo>
                    <a:pt x="215963" y="7436"/>
                    <a:pt x="211709" y="4356"/>
                    <a:pt x="206883" y="4382"/>
                  </a:cubicBezTo>
                  <a:lnTo>
                    <a:pt x="183451" y="4382"/>
                  </a:lnTo>
                  <a:cubicBezTo>
                    <a:pt x="178689" y="4388"/>
                    <a:pt x="174434" y="7455"/>
                    <a:pt x="172910" y="12001"/>
                  </a:cubicBezTo>
                  <a:lnTo>
                    <a:pt x="162370" y="43751"/>
                  </a:lnTo>
                  <a:cubicBezTo>
                    <a:pt x="160719" y="48616"/>
                    <a:pt x="156782" y="52375"/>
                    <a:pt x="151892" y="53848"/>
                  </a:cubicBezTo>
                  <a:cubicBezTo>
                    <a:pt x="142939" y="56610"/>
                    <a:pt x="134302" y="60204"/>
                    <a:pt x="126047" y="64579"/>
                  </a:cubicBezTo>
                  <a:cubicBezTo>
                    <a:pt x="121476" y="66961"/>
                    <a:pt x="116078" y="66961"/>
                    <a:pt x="111506" y="64579"/>
                  </a:cubicBezTo>
                  <a:lnTo>
                    <a:pt x="81788" y="49720"/>
                  </a:lnTo>
                  <a:cubicBezTo>
                    <a:pt x="77533" y="47663"/>
                    <a:pt x="72453" y="48508"/>
                    <a:pt x="69088" y="51816"/>
                  </a:cubicBezTo>
                  <a:lnTo>
                    <a:pt x="52514" y="68389"/>
                  </a:lnTo>
                  <a:cubicBezTo>
                    <a:pt x="49213" y="71755"/>
                    <a:pt x="48387" y="76841"/>
                    <a:pt x="50419" y="81089"/>
                  </a:cubicBezTo>
                  <a:lnTo>
                    <a:pt x="65278" y="110807"/>
                  </a:lnTo>
                  <a:cubicBezTo>
                    <a:pt x="67691" y="115386"/>
                    <a:pt x="67691" y="120834"/>
                    <a:pt x="65278" y="125413"/>
                  </a:cubicBezTo>
                  <a:cubicBezTo>
                    <a:pt x="60896" y="133667"/>
                    <a:pt x="57277" y="142322"/>
                    <a:pt x="54546" y="151257"/>
                  </a:cubicBezTo>
                  <a:cubicBezTo>
                    <a:pt x="53086" y="156153"/>
                    <a:pt x="49276" y="160032"/>
                    <a:pt x="44450" y="161671"/>
                  </a:cubicBezTo>
                  <a:lnTo>
                    <a:pt x="12700" y="172212"/>
                  </a:lnTo>
                  <a:cubicBezTo>
                    <a:pt x="8134" y="173723"/>
                    <a:pt x="5054" y="178003"/>
                    <a:pt x="5080" y="182816"/>
                  </a:cubicBezTo>
                  <a:lnTo>
                    <a:pt x="5080" y="206184"/>
                  </a:lnTo>
                  <a:cubicBezTo>
                    <a:pt x="5054" y="210998"/>
                    <a:pt x="8134" y="215278"/>
                    <a:pt x="12700" y="216789"/>
                  </a:cubicBezTo>
                  <a:lnTo>
                    <a:pt x="44450" y="227266"/>
                  </a:lnTo>
                  <a:cubicBezTo>
                    <a:pt x="49339" y="228917"/>
                    <a:pt x="53086" y="232823"/>
                    <a:pt x="54546" y="237744"/>
                  </a:cubicBezTo>
                  <a:cubicBezTo>
                    <a:pt x="57277" y="246678"/>
                    <a:pt x="60896" y="255333"/>
                    <a:pt x="65278" y="263589"/>
                  </a:cubicBezTo>
                  <a:cubicBezTo>
                    <a:pt x="67691" y="268167"/>
                    <a:pt x="67691" y="273615"/>
                    <a:pt x="65278" y="278194"/>
                  </a:cubicBezTo>
                  <a:lnTo>
                    <a:pt x="50419" y="307911"/>
                  </a:lnTo>
                  <a:cubicBezTo>
                    <a:pt x="48387" y="312166"/>
                    <a:pt x="49213" y="317240"/>
                    <a:pt x="52514" y="320611"/>
                  </a:cubicBezTo>
                  <a:lnTo>
                    <a:pt x="69088" y="337121"/>
                  </a:lnTo>
                  <a:cubicBezTo>
                    <a:pt x="72453" y="340449"/>
                    <a:pt x="77533" y="341294"/>
                    <a:pt x="81788" y="339217"/>
                  </a:cubicBezTo>
                  <a:lnTo>
                    <a:pt x="111506" y="324358"/>
                  </a:lnTo>
                  <a:cubicBezTo>
                    <a:pt x="113665" y="323272"/>
                    <a:pt x="116078" y="322707"/>
                    <a:pt x="118491" y="322707"/>
                  </a:cubicBezTo>
                  <a:close/>
                  <a:moveTo>
                    <a:pt x="195009" y="304482"/>
                  </a:moveTo>
                  <a:cubicBezTo>
                    <a:pt x="134620" y="304514"/>
                    <a:pt x="85662" y="255588"/>
                    <a:pt x="85598" y="195199"/>
                  </a:cubicBezTo>
                  <a:cubicBezTo>
                    <a:pt x="85534" y="134810"/>
                    <a:pt x="134493" y="85820"/>
                    <a:pt x="194882" y="85789"/>
                  </a:cubicBezTo>
                  <a:cubicBezTo>
                    <a:pt x="255270" y="85750"/>
                    <a:pt x="304228" y="134683"/>
                    <a:pt x="304292" y="195072"/>
                  </a:cubicBezTo>
                  <a:cubicBezTo>
                    <a:pt x="304292" y="195116"/>
                    <a:pt x="304292" y="195154"/>
                    <a:pt x="304292" y="195199"/>
                  </a:cubicBezTo>
                  <a:cubicBezTo>
                    <a:pt x="304228" y="255524"/>
                    <a:pt x="255334" y="304412"/>
                    <a:pt x="195009" y="304482"/>
                  </a:cubicBezTo>
                  <a:close/>
                  <a:moveTo>
                    <a:pt x="195009" y="90488"/>
                  </a:moveTo>
                  <a:cubicBezTo>
                    <a:pt x="137160" y="90488"/>
                    <a:pt x="90297" y="137370"/>
                    <a:pt x="90297" y="195199"/>
                  </a:cubicBezTo>
                  <a:cubicBezTo>
                    <a:pt x="90297" y="253028"/>
                    <a:pt x="137160" y="299910"/>
                    <a:pt x="195009" y="299910"/>
                  </a:cubicBezTo>
                  <a:cubicBezTo>
                    <a:pt x="252857" y="299910"/>
                    <a:pt x="299720" y="253028"/>
                    <a:pt x="299720" y="195199"/>
                  </a:cubicBezTo>
                  <a:cubicBezTo>
                    <a:pt x="299657" y="137395"/>
                    <a:pt x="252794" y="90557"/>
                    <a:pt x="195009" y="90488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53" name="Google Shape;1253;p48"/>
            <p:cNvSpPr/>
            <p:nvPr/>
          </p:nvSpPr>
          <p:spPr>
            <a:xfrm>
              <a:off x="6590014" y="5249021"/>
              <a:ext cx="171323" cy="171322"/>
            </a:xfrm>
            <a:custGeom>
              <a:rect b="b" l="l" r="r" t="t"/>
              <a:pathLst>
                <a:path extrusionOk="0" h="171322" w="171323">
                  <a:moveTo>
                    <a:pt x="0" y="85725"/>
                  </a:moveTo>
                  <a:cubicBezTo>
                    <a:pt x="-63" y="38417"/>
                    <a:pt x="38291" y="38"/>
                    <a:pt x="85598" y="0"/>
                  </a:cubicBezTo>
                  <a:cubicBezTo>
                    <a:pt x="132906" y="-32"/>
                    <a:pt x="171260" y="38291"/>
                    <a:pt x="171323" y="85598"/>
                  </a:cubicBezTo>
                  <a:cubicBezTo>
                    <a:pt x="171387" y="132905"/>
                    <a:pt x="133033" y="171285"/>
                    <a:pt x="85725" y="171323"/>
                  </a:cubicBezTo>
                  <a:cubicBezTo>
                    <a:pt x="85725" y="171323"/>
                    <a:pt x="85662" y="171323"/>
                    <a:pt x="85662" y="171323"/>
                  </a:cubicBezTo>
                  <a:cubicBezTo>
                    <a:pt x="38418" y="171355"/>
                    <a:pt x="64" y="133064"/>
                    <a:pt x="0" y="85789"/>
                  </a:cubicBezTo>
                  <a:cubicBezTo>
                    <a:pt x="0" y="85770"/>
                    <a:pt x="0" y="85744"/>
                    <a:pt x="0" y="8572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54" name="Google Shape;1254;p48"/>
            <p:cNvSpPr/>
            <p:nvPr/>
          </p:nvSpPr>
          <p:spPr>
            <a:xfrm>
              <a:off x="6587601" y="5246735"/>
              <a:ext cx="175895" cy="175895"/>
            </a:xfrm>
            <a:custGeom>
              <a:rect b="b" l="l" r="r" t="t"/>
              <a:pathLst>
                <a:path extrusionOk="0" h="175895" w="175895">
                  <a:moveTo>
                    <a:pt x="88075" y="175895"/>
                  </a:moveTo>
                  <a:cubicBezTo>
                    <a:pt x="39497" y="175965"/>
                    <a:pt x="64" y="136646"/>
                    <a:pt x="0" y="88075"/>
                  </a:cubicBezTo>
                  <a:cubicBezTo>
                    <a:pt x="-63" y="39503"/>
                    <a:pt x="39243" y="70"/>
                    <a:pt x="87821" y="0"/>
                  </a:cubicBezTo>
                  <a:cubicBezTo>
                    <a:pt x="136398" y="-70"/>
                    <a:pt x="175832" y="39249"/>
                    <a:pt x="175895" y="87820"/>
                  </a:cubicBezTo>
                  <a:cubicBezTo>
                    <a:pt x="175895" y="87884"/>
                    <a:pt x="175895" y="87947"/>
                    <a:pt x="175895" y="88011"/>
                  </a:cubicBezTo>
                  <a:cubicBezTo>
                    <a:pt x="175832" y="136519"/>
                    <a:pt x="136525" y="175825"/>
                    <a:pt x="88011" y="175895"/>
                  </a:cubicBezTo>
                  <a:close/>
                  <a:moveTo>
                    <a:pt x="88075" y="4445"/>
                  </a:moveTo>
                  <a:cubicBezTo>
                    <a:pt x="42037" y="4445"/>
                    <a:pt x="4763" y="41745"/>
                    <a:pt x="4763" y="87757"/>
                  </a:cubicBezTo>
                  <a:cubicBezTo>
                    <a:pt x="4763" y="133769"/>
                    <a:pt x="42037" y="171069"/>
                    <a:pt x="88075" y="171069"/>
                  </a:cubicBezTo>
                  <a:cubicBezTo>
                    <a:pt x="134112" y="171069"/>
                    <a:pt x="171387" y="133769"/>
                    <a:pt x="171387" y="87757"/>
                  </a:cubicBezTo>
                  <a:cubicBezTo>
                    <a:pt x="171323" y="41758"/>
                    <a:pt x="134049" y="4483"/>
                    <a:pt x="88075" y="4445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55" name="Google Shape;1255;p48"/>
            <p:cNvSpPr/>
            <p:nvPr/>
          </p:nvSpPr>
          <p:spPr>
            <a:xfrm>
              <a:off x="6569028" y="4821480"/>
              <a:ext cx="278426" cy="278501"/>
            </a:xfrm>
            <a:custGeom>
              <a:rect b="b" l="l" r="r" t="t"/>
              <a:pathLst>
                <a:path extrusionOk="0" h="278501" w="278426">
                  <a:moveTo>
                    <a:pt x="183483" y="278443"/>
                  </a:moveTo>
                  <a:cubicBezTo>
                    <a:pt x="178912" y="278443"/>
                    <a:pt x="174593" y="276449"/>
                    <a:pt x="171609" y="272982"/>
                  </a:cubicBezTo>
                  <a:lnTo>
                    <a:pt x="157956" y="257297"/>
                  </a:lnTo>
                  <a:cubicBezTo>
                    <a:pt x="155607" y="254605"/>
                    <a:pt x="152051" y="253208"/>
                    <a:pt x="148495" y="253551"/>
                  </a:cubicBezTo>
                  <a:cubicBezTo>
                    <a:pt x="142336" y="254027"/>
                    <a:pt x="136176" y="254027"/>
                    <a:pt x="130016" y="253551"/>
                  </a:cubicBezTo>
                  <a:cubicBezTo>
                    <a:pt x="126397" y="253265"/>
                    <a:pt x="122904" y="254675"/>
                    <a:pt x="120491" y="257361"/>
                  </a:cubicBezTo>
                  <a:lnTo>
                    <a:pt x="106839" y="273045"/>
                  </a:lnTo>
                  <a:cubicBezTo>
                    <a:pt x="102394" y="278182"/>
                    <a:pt x="95218" y="279903"/>
                    <a:pt x="88932" y="277300"/>
                  </a:cubicBezTo>
                  <a:lnTo>
                    <a:pt x="77185" y="272474"/>
                  </a:lnTo>
                  <a:cubicBezTo>
                    <a:pt x="70898" y="269883"/>
                    <a:pt x="67024" y="263552"/>
                    <a:pt x="67532" y="256789"/>
                  </a:cubicBezTo>
                  <a:lnTo>
                    <a:pt x="68993" y="236025"/>
                  </a:lnTo>
                  <a:cubicBezTo>
                    <a:pt x="69183" y="232424"/>
                    <a:pt x="67723" y="228938"/>
                    <a:pt x="64929" y="226627"/>
                  </a:cubicBezTo>
                  <a:cubicBezTo>
                    <a:pt x="60230" y="222620"/>
                    <a:pt x="55848" y="218251"/>
                    <a:pt x="51848" y="213546"/>
                  </a:cubicBezTo>
                  <a:cubicBezTo>
                    <a:pt x="49498" y="210815"/>
                    <a:pt x="46006" y="209336"/>
                    <a:pt x="42450" y="209545"/>
                  </a:cubicBezTo>
                  <a:lnTo>
                    <a:pt x="21749" y="211006"/>
                  </a:lnTo>
                  <a:cubicBezTo>
                    <a:pt x="14954" y="211469"/>
                    <a:pt x="8668" y="207558"/>
                    <a:pt x="6064" y="201290"/>
                  </a:cubicBezTo>
                  <a:lnTo>
                    <a:pt x="1175" y="189606"/>
                  </a:lnTo>
                  <a:cubicBezTo>
                    <a:pt x="-1365" y="183320"/>
                    <a:pt x="286" y="176100"/>
                    <a:pt x="5429" y="171636"/>
                  </a:cubicBezTo>
                  <a:lnTo>
                    <a:pt x="21114" y="158047"/>
                  </a:lnTo>
                  <a:cubicBezTo>
                    <a:pt x="23781" y="155634"/>
                    <a:pt x="25178" y="152116"/>
                    <a:pt x="24924" y="148522"/>
                  </a:cubicBezTo>
                  <a:cubicBezTo>
                    <a:pt x="24416" y="142394"/>
                    <a:pt x="24416" y="136234"/>
                    <a:pt x="24924" y="130107"/>
                  </a:cubicBezTo>
                  <a:cubicBezTo>
                    <a:pt x="25241" y="126487"/>
                    <a:pt x="23844" y="122931"/>
                    <a:pt x="21114" y="120518"/>
                  </a:cubicBezTo>
                  <a:lnTo>
                    <a:pt x="5429" y="106929"/>
                  </a:lnTo>
                  <a:cubicBezTo>
                    <a:pt x="286" y="102465"/>
                    <a:pt x="-1365" y="95245"/>
                    <a:pt x="1175" y="88959"/>
                  </a:cubicBezTo>
                  <a:lnTo>
                    <a:pt x="6064" y="77275"/>
                  </a:lnTo>
                  <a:cubicBezTo>
                    <a:pt x="8604" y="70975"/>
                    <a:pt x="14954" y="67057"/>
                    <a:pt x="21749" y="67559"/>
                  </a:cubicBezTo>
                  <a:lnTo>
                    <a:pt x="42450" y="69020"/>
                  </a:lnTo>
                  <a:cubicBezTo>
                    <a:pt x="46069" y="69236"/>
                    <a:pt x="49562" y="67724"/>
                    <a:pt x="51911" y="64956"/>
                  </a:cubicBezTo>
                  <a:cubicBezTo>
                    <a:pt x="55912" y="60276"/>
                    <a:pt x="60230" y="55919"/>
                    <a:pt x="64929" y="51938"/>
                  </a:cubicBezTo>
                  <a:cubicBezTo>
                    <a:pt x="67660" y="49620"/>
                    <a:pt x="69183" y="46141"/>
                    <a:pt x="68993" y="42540"/>
                  </a:cubicBezTo>
                  <a:lnTo>
                    <a:pt x="67532" y="21776"/>
                  </a:lnTo>
                  <a:cubicBezTo>
                    <a:pt x="67024" y="15013"/>
                    <a:pt x="70898" y="8682"/>
                    <a:pt x="77185" y="6091"/>
                  </a:cubicBezTo>
                  <a:lnTo>
                    <a:pt x="88932" y="1265"/>
                  </a:lnTo>
                  <a:cubicBezTo>
                    <a:pt x="95218" y="-1338"/>
                    <a:pt x="102394" y="382"/>
                    <a:pt x="106839" y="5520"/>
                  </a:cubicBezTo>
                  <a:lnTo>
                    <a:pt x="120491" y="21204"/>
                  </a:lnTo>
                  <a:cubicBezTo>
                    <a:pt x="122841" y="23903"/>
                    <a:pt x="126397" y="25293"/>
                    <a:pt x="129953" y="24951"/>
                  </a:cubicBezTo>
                  <a:cubicBezTo>
                    <a:pt x="136113" y="24474"/>
                    <a:pt x="142272" y="24474"/>
                    <a:pt x="148431" y="24951"/>
                  </a:cubicBezTo>
                  <a:cubicBezTo>
                    <a:pt x="152051" y="25236"/>
                    <a:pt x="155543" y="23827"/>
                    <a:pt x="157956" y="21141"/>
                  </a:cubicBezTo>
                  <a:lnTo>
                    <a:pt x="171609" y="5456"/>
                  </a:lnTo>
                  <a:cubicBezTo>
                    <a:pt x="176054" y="319"/>
                    <a:pt x="183229" y="-1402"/>
                    <a:pt x="189516" y="1202"/>
                  </a:cubicBezTo>
                  <a:lnTo>
                    <a:pt x="201263" y="6028"/>
                  </a:lnTo>
                  <a:cubicBezTo>
                    <a:pt x="207550" y="8618"/>
                    <a:pt x="211424" y="14949"/>
                    <a:pt x="210915" y="21712"/>
                  </a:cubicBezTo>
                  <a:lnTo>
                    <a:pt x="209455" y="42477"/>
                  </a:lnTo>
                  <a:cubicBezTo>
                    <a:pt x="209264" y="46077"/>
                    <a:pt x="210725" y="49563"/>
                    <a:pt x="213519" y="51875"/>
                  </a:cubicBezTo>
                  <a:cubicBezTo>
                    <a:pt x="218218" y="55882"/>
                    <a:pt x="222600" y="60250"/>
                    <a:pt x="226600" y="64956"/>
                  </a:cubicBezTo>
                  <a:cubicBezTo>
                    <a:pt x="228950" y="67692"/>
                    <a:pt x="232442" y="69172"/>
                    <a:pt x="235998" y="68956"/>
                  </a:cubicBezTo>
                  <a:lnTo>
                    <a:pt x="256699" y="67496"/>
                  </a:lnTo>
                  <a:cubicBezTo>
                    <a:pt x="263493" y="66994"/>
                    <a:pt x="269843" y="70912"/>
                    <a:pt x="272384" y="77211"/>
                  </a:cubicBezTo>
                  <a:lnTo>
                    <a:pt x="277210" y="88895"/>
                  </a:lnTo>
                  <a:cubicBezTo>
                    <a:pt x="279813" y="95163"/>
                    <a:pt x="278162" y="102408"/>
                    <a:pt x="273018" y="106866"/>
                  </a:cubicBezTo>
                  <a:lnTo>
                    <a:pt x="257334" y="120455"/>
                  </a:lnTo>
                  <a:cubicBezTo>
                    <a:pt x="254667" y="122868"/>
                    <a:pt x="253270" y="126386"/>
                    <a:pt x="253524" y="129980"/>
                  </a:cubicBezTo>
                  <a:cubicBezTo>
                    <a:pt x="254032" y="136107"/>
                    <a:pt x="254032" y="142267"/>
                    <a:pt x="253524" y="148395"/>
                  </a:cubicBezTo>
                  <a:cubicBezTo>
                    <a:pt x="253206" y="152020"/>
                    <a:pt x="254603" y="155589"/>
                    <a:pt x="257334" y="157983"/>
                  </a:cubicBezTo>
                  <a:lnTo>
                    <a:pt x="273018" y="171572"/>
                  </a:lnTo>
                  <a:cubicBezTo>
                    <a:pt x="278162" y="176030"/>
                    <a:pt x="279813" y="183275"/>
                    <a:pt x="277210" y="189543"/>
                  </a:cubicBezTo>
                  <a:lnTo>
                    <a:pt x="272384" y="201227"/>
                  </a:lnTo>
                  <a:cubicBezTo>
                    <a:pt x="269843" y="207526"/>
                    <a:pt x="263493" y="211444"/>
                    <a:pt x="256699" y="210942"/>
                  </a:cubicBezTo>
                  <a:lnTo>
                    <a:pt x="235998" y="209482"/>
                  </a:lnTo>
                  <a:cubicBezTo>
                    <a:pt x="232378" y="209266"/>
                    <a:pt x="228886" y="210777"/>
                    <a:pt x="226537" y="213546"/>
                  </a:cubicBezTo>
                  <a:cubicBezTo>
                    <a:pt x="222662" y="218213"/>
                    <a:pt x="218408" y="222569"/>
                    <a:pt x="213837" y="226563"/>
                  </a:cubicBezTo>
                  <a:cubicBezTo>
                    <a:pt x="211042" y="228900"/>
                    <a:pt x="209582" y="232405"/>
                    <a:pt x="209773" y="236025"/>
                  </a:cubicBezTo>
                  <a:lnTo>
                    <a:pt x="211233" y="256726"/>
                  </a:lnTo>
                  <a:cubicBezTo>
                    <a:pt x="211741" y="263488"/>
                    <a:pt x="207867" y="269819"/>
                    <a:pt x="201581" y="272410"/>
                  </a:cubicBezTo>
                  <a:lnTo>
                    <a:pt x="189833" y="277236"/>
                  </a:lnTo>
                  <a:cubicBezTo>
                    <a:pt x="187801" y="278081"/>
                    <a:pt x="185642" y="278494"/>
                    <a:pt x="183483" y="278443"/>
                  </a:cubicBezTo>
                  <a:close/>
                  <a:moveTo>
                    <a:pt x="149384" y="248915"/>
                  </a:moveTo>
                  <a:cubicBezTo>
                    <a:pt x="154019" y="248890"/>
                    <a:pt x="158401" y="250858"/>
                    <a:pt x="161449" y="254313"/>
                  </a:cubicBezTo>
                  <a:lnTo>
                    <a:pt x="175037" y="269997"/>
                  </a:lnTo>
                  <a:cubicBezTo>
                    <a:pt x="178212" y="273617"/>
                    <a:pt x="183293" y="274817"/>
                    <a:pt x="187737" y="272982"/>
                  </a:cubicBezTo>
                  <a:lnTo>
                    <a:pt x="199486" y="268156"/>
                  </a:lnTo>
                  <a:cubicBezTo>
                    <a:pt x="203930" y="266327"/>
                    <a:pt x="206725" y="261844"/>
                    <a:pt x="206343" y="257043"/>
                  </a:cubicBezTo>
                  <a:lnTo>
                    <a:pt x="204883" y="236342"/>
                  </a:lnTo>
                  <a:cubicBezTo>
                    <a:pt x="204565" y="231275"/>
                    <a:pt x="206661" y="226347"/>
                    <a:pt x="210535" y="223071"/>
                  </a:cubicBezTo>
                  <a:cubicBezTo>
                    <a:pt x="215106" y="219191"/>
                    <a:pt x="219361" y="214943"/>
                    <a:pt x="223235" y="210371"/>
                  </a:cubicBezTo>
                  <a:cubicBezTo>
                    <a:pt x="226473" y="206472"/>
                    <a:pt x="231426" y="204351"/>
                    <a:pt x="236506" y="204656"/>
                  </a:cubicBezTo>
                  <a:lnTo>
                    <a:pt x="257207" y="206180"/>
                  </a:lnTo>
                  <a:cubicBezTo>
                    <a:pt x="261969" y="206523"/>
                    <a:pt x="266478" y="203760"/>
                    <a:pt x="268319" y="199322"/>
                  </a:cubicBezTo>
                  <a:lnTo>
                    <a:pt x="273209" y="187574"/>
                  </a:lnTo>
                  <a:cubicBezTo>
                    <a:pt x="275050" y="183129"/>
                    <a:pt x="273844" y="177992"/>
                    <a:pt x="270161" y="174874"/>
                  </a:cubicBezTo>
                  <a:lnTo>
                    <a:pt x="254476" y="161222"/>
                  </a:lnTo>
                  <a:cubicBezTo>
                    <a:pt x="250666" y="157881"/>
                    <a:pt x="248698" y="152928"/>
                    <a:pt x="249142" y="147887"/>
                  </a:cubicBezTo>
                  <a:cubicBezTo>
                    <a:pt x="249587" y="141987"/>
                    <a:pt x="249587" y="136069"/>
                    <a:pt x="249142" y="130170"/>
                  </a:cubicBezTo>
                  <a:cubicBezTo>
                    <a:pt x="248698" y="125109"/>
                    <a:pt x="250666" y="120137"/>
                    <a:pt x="254476" y="116772"/>
                  </a:cubicBezTo>
                  <a:lnTo>
                    <a:pt x="270161" y="103183"/>
                  </a:lnTo>
                  <a:cubicBezTo>
                    <a:pt x="273844" y="100065"/>
                    <a:pt x="275050" y="94928"/>
                    <a:pt x="273209" y="90483"/>
                  </a:cubicBezTo>
                  <a:lnTo>
                    <a:pt x="268319" y="78735"/>
                  </a:lnTo>
                  <a:cubicBezTo>
                    <a:pt x="266478" y="74296"/>
                    <a:pt x="261969" y="71534"/>
                    <a:pt x="257207" y="71877"/>
                  </a:cubicBezTo>
                  <a:lnTo>
                    <a:pt x="236506" y="73401"/>
                  </a:lnTo>
                  <a:cubicBezTo>
                    <a:pt x="231489" y="73693"/>
                    <a:pt x="226600" y="71598"/>
                    <a:pt x="223298" y="67750"/>
                  </a:cubicBezTo>
                  <a:cubicBezTo>
                    <a:pt x="219425" y="63165"/>
                    <a:pt x="215170" y="58917"/>
                    <a:pt x="210598" y="55050"/>
                  </a:cubicBezTo>
                  <a:cubicBezTo>
                    <a:pt x="206725" y="51760"/>
                    <a:pt x="204629" y="46845"/>
                    <a:pt x="204947" y="41778"/>
                  </a:cubicBezTo>
                  <a:lnTo>
                    <a:pt x="206407" y="21014"/>
                  </a:lnTo>
                  <a:cubicBezTo>
                    <a:pt x="206787" y="16213"/>
                    <a:pt x="203994" y="11730"/>
                    <a:pt x="199549" y="9901"/>
                  </a:cubicBezTo>
                  <a:lnTo>
                    <a:pt x="187801" y="5075"/>
                  </a:lnTo>
                  <a:cubicBezTo>
                    <a:pt x="183356" y="3240"/>
                    <a:pt x="178276" y="4440"/>
                    <a:pt x="175101" y="8060"/>
                  </a:cubicBezTo>
                  <a:lnTo>
                    <a:pt x="161513" y="23744"/>
                  </a:lnTo>
                  <a:cubicBezTo>
                    <a:pt x="158147" y="27554"/>
                    <a:pt x="153194" y="29554"/>
                    <a:pt x="148114" y="29142"/>
                  </a:cubicBezTo>
                  <a:cubicBezTo>
                    <a:pt x="142208" y="28634"/>
                    <a:pt x="136303" y="28634"/>
                    <a:pt x="130398" y="29142"/>
                  </a:cubicBezTo>
                  <a:cubicBezTo>
                    <a:pt x="125381" y="29535"/>
                    <a:pt x="120428" y="27535"/>
                    <a:pt x="117063" y="23744"/>
                  </a:cubicBezTo>
                  <a:lnTo>
                    <a:pt x="103474" y="8060"/>
                  </a:lnTo>
                  <a:cubicBezTo>
                    <a:pt x="100299" y="4440"/>
                    <a:pt x="95218" y="3240"/>
                    <a:pt x="90773" y="5075"/>
                  </a:cubicBezTo>
                  <a:lnTo>
                    <a:pt x="79026" y="9901"/>
                  </a:lnTo>
                  <a:cubicBezTo>
                    <a:pt x="74581" y="11730"/>
                    <a:pt x="71787" y="16213"/>
                    <a:pt x="72168" y="21014"/>
                  </a:cubicBezTo>
                  <a:lnTo>
                    <a:pt x="73628" y="41715"/>
                  </a:lnTo>
                  <a:cubicBezTo>
                    <a:pt x="73946" y="46782"/>
                    <a:pt x="71850" y="51709"/>
                    <a:pt x="67977" y="54986"/>
                  </a:cubicBezTo>
                  <a:cubicBezTo>
                    <a:pt x="63405" y="58866"/>
                    <a:pt x="59150" y="63114"/>
                    <a:pt x="55277" y="67686"/>
                  </a:cubicBezTo>
                  <a:cubicBezTo>
                    <a:pt x="52038" y="71585"/>
                    <a:pt x="47085" y="73706"/>
                    <a:pt x="42005" y="73401"/>
                  </a:cubicBezTo>
                  <a:lnTo>
                    <a:pt x="21304" y="71877"/>
                  </a:lnTo>
                  <a:cubicBezTo>
                    <a:pt x="16542" y="71534"/>
                    <a:pt x="12033" y="74296"/>
                    <a:pt x="10192" y="78735"/>
                  </a:cubicBezTo>
                  <a:lnTo>
                    <a:pt x="5303" y="90483"/>
                  </a:lnTo>
                  <a:cubicBezTo>
                    <a:pt x="3461" y="94928"/>
                    <a:pt x="4667" y="100065"/>
                    <a:pt x="8350" y="103183"/>
                  </a:cubicBezTo>
                  <a:lnTo>
                    <a:pt x="24035" y="116835"/>
                  </a:lnTo>
                  <a:cubicBezTo>
                    <a:pt x="27845" y="120175"/>
                    <a:pt x="29813" y="125128"/>
                    <a:pt x="29369" y="130170"/>
                  </a:cubicBezTo>
                  <a:cubicBezTo>
                    <a:pt x="28924" y="136069"/>
                    <a:pt x="28924" y="141987"/>
                    <a:pt x="29369" y="147887"/>
                  </a:cubicBezTo>
                  <a:cubicBezTo>
                    <a:pt x="29813" y="152941"/>
                    <a:pt x="27845" y="157900"/>
                    <a:pt x="24035" y="161285"/>
                  </a:cubicBezTo>
                  <a:lnTo>
                    <a:pt x="8350" y="174874"/>
                  </a:lnTo>
                  <a:cubicBezTo>
                    <a:pt x="4667" y="177992"/>
                    <a:pt x="3461" y="183129"/>
                    <a:pt x="5303" y="187574"/>
                  </a:cubicBezTo>
                  <a:lnTo>
                    <a:pt x="10192" y="199322"/>
                  </a:lnTo>
                  <a:cubicBezTo>
                    <a:pt x="12033" y="203760"/>
                    <a:pt x="16542" y="206523"/>
                    <a:pt x="21304" y="206180"/>
                  </a:cubicBezTo>
                  <a:lnTo>
                    <a:pt x="42005" y="204719"/>
                  </a:lnTo>
                  <a:cubicBezTo>
                    <a:pt x="47022" y="204376"/>
                    <a:pt x="51975" y="206446"/>
                    <a:pt x="55213" y="210307"/>
                  </a:cubicBezTo>
                  <a:cubicBezTo>
                    <a:pt x="59087" y="214892"/>
                    <a:pt x="63341" y="219140"/>
                    <a:pt x="67913" y="223007"/>
                  </a:cubicBezTo>
                  <a:cubicBezTo>
                    <a:pt x="71787" y="226296"/>
                    <a:pt x="73882" y="231211"/>
                    <a:pt x="73565" y="236279"/>
                  </a:cubicBezTo>
                  <a:lnTo>
                    <a:pt x="72104" y="257043"/>
                  </a:lnTo>
                  <a:cubicBezTo>
                    <a:pt x="71723" y="261844"/>
                    <a:pt x="74517" y="266327"/>
                    <a:pt x="78962" y="268156"/>
                  </a:cubicBezTo>
                  <a:lnTo>
                    <a:pt x="90710" y="272982"/>
                  </a:lnTo>
                  <a:cubicBezTo>
                    <a:pt x="95155" y="274817"/>
                    <a:pt x="100235" y="273617"/>
                    <a:pt x="103410" y="269997"/>
                  </a:cubicBezTo>
                  <a:lnTo>
                    <a:pt x="116999" y="254313"/>
                  </a:lnTo>
                  <a:cubicBezTo>
                    <a:pt x="120364" y="250503"/>
                    <a:pt x="125317" y="248502"/>
                    <a:pt x="130398" y="248915"/>
                  </a:cubicBezTo>
                  <a:cubicBezTo>
                    <a:pt x="136303" y="249423"/>
                    <a:pt x="142208" y="249423"/>
                    <a:pt x="148114" y="248915"/>
                  </a:cubicBezTo>
                  <a:close/>
                  <a:moveTo>
                    <a:pt x="139351" y="221801"/>
                  </a:moveTo>
                  <a:cubicBezTo>
                    <a:pt x="93758" y="221801"/>
                    <a:pt x="56801" y="184844"/>
                    <a:pt x="56801" y="139251"/>
                  </a:cubicBezTo>
                  <a:cubicBezTo>
                    <a:pt x="56801" y="93658"/>
                    <a:pt x="93758" y="56701"/>
                    <a:pt x="139351" y="56701"/>
                  </a:cubicBezTo>
                  <a:cubicBezTo>
                    <a:pt x="184944" y="56701"/>
                    <a:pt x="221901" y="93658"/>
                    <a:pt x="221901" y="139251"/>
                  </a:cubicBezTo>
                  <a:cubicBezTo>
                    <a:pt x="221901" y="172575"/>
                    <a:pt x="201835" y="202636"/>
                    <a:pt x="171101" y="215451"/>
                  </a:cubicBezTo>
                  <a:cubicBezTo>
                    <a:pt x="161068" y="219642"/>
                    <a:pt x="150273" y="221801"/>
                    <a:pt x="139351" y="221801"/>
                  </a:cubicBezTo>
                  <a:close/>
                  <a:moveTo>
                    <a:pt x="139351" y="61273"/>
                  </a:moveTo>
                  <a:cubicBezTo>
                    <a:pt x="96298" y="61298"/>
                    <a:pt x="61373" y="96236"/>
                    <a:pt x="61436" y="139301"/>
                  </a:cubicBezTo>
                  <a:cubicBezTo>
                    <a:pt x="61436" y="182367"/>
                    <a:pt x="96362" y="217254"/>
                    <a:pt x="139478" y="217229"/>
                  </a:cubicBezTo>
                  <a:cubicBezTo>
                    <a:pt x="149701" y="217222"/>
                    <a:pt x="159862" y="215197"/>
                    <a:pt x="169323" y="211260"/>
                  </a:cubicBezTo>
                  <a:lnTo>
                    <a:pt x="169323" y="211260"/>
                  </a:lnTo>
                  <a:cubicBezTo>
                    <a:pt x="209074" y="194737"/>
                    <a:pt x="227933" y="149099"/>
                    <a:pt x="211424" y="109329"/>
                  </a:cubicBezTo>
                  <a:cubicBezTo>
                    <a:pt x="199295" y="80215"/>
                    <a:pt x="170847" y="61253"/>
                    <a:pt x="139351" y="61273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56" name="Google Shape;1256;p48"/>
            <p:cNvSpPr/>
            <p:nvPr/>
          </p:nvSpPr>
          <p:spPr>
            <a:xfrm>
              <a:off x="6644318" y="4896505"/>
              <a:ext cx="128438" cy="128430"/>
            </a:xfrm>
            <a:custGeom>
              <a:rect b="b" l="l" r="r" t="t"/>
              <a:pathLst>
                <a:path extrusionOk="0" h="128430" w="128438">
                  <a:moveTo>
                    <a:pt x="4879" y="88736"/>
                  </a:moveTo>
                  <a:cubicBezTo>
                    <a:pt x="-8647" y="55970"/>
                    <a:pt x="6911" y="18429"/>
                    <a:pt x="39677" y="4885"/>
                  </a:cubicBezTo>
                  <a:cubicBezTo>
                    <a:pt x="72443" y="-8660"/>
                    <a:pt x="109972" y="6929"/>
                    <a:pt x="123560" y="39695"/>
                  </a:cubicBezTo>
                  <a:cubicBezTo>
                    <a:pt x="137085" y="72449"/>
                    <a:pt x="121528" y="109977"/>
                    <a:pt x="88762" y="123535"/>
                  </a:cubicBezTo>
                  <a:cubicBezTo>
                    <a:pt x="55997" y="137092"/>
                    <a:pt x="18468" y="121528"/>
                    <a:pt x="4879" y="88768"/>
                  </a:cubicBezTo>
                  <a:cubicBezTo>
                    <a:pt x="4879" y="88756"/>
                    <a:pt x="4879" y="88749"/>
                    <a:pt x="4879" y="88736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57" name="Google Shape;1257;p48"/>
            <p:cNvSpPr/>
            <p:nvPr/>
          </p:nvSpPr>
          <p:spPr>
            <a:xfrm>
              <a:off x="6641513" y="4893992"/>
              <a:ext cx="133223" cy="133223"/>
            </a:xfrm>
            <a:custGeom>
              <a:rect b="b" l="l" r="r" t="t"/>
              <a:pathLst>
                <a:path extrusionOk="0" h="133223" w="133223">
                  <a:moveTo>
                    <a:pt x="66739" y="133223"/>
                  </a:moveTo>
                  <a:cubicBezTo>
                    <a:pt x="29972" y="133287"/>
                    <a:pt x="64" y="103511"/>
                    <a:pt x="0" y="66726"/>
                  </a:cubicBezTo>
                  <a:cubicBezTo>
                    <a:pt x="-63" y="29940"/>
                    <a:pt x="29718" y="64"/>
                    <a:pt x="66485" y="0"/>
                  </a:cubicBezTo>
                  <a:cubicBezTo>
                    <a:pt x="103315" y="-63"/>
                    <a:pt x="133160" y="29712"/>
                    <a:pt x="133223" y="66497"/>
                  </a:cubicBezTo>
                  <a:cubicBezTo>
                    <a:pt x="133287" y="93472"/>
                    <a:pt x="117031" y="117812"/>
                    <a:pt x="92139" y="128143"/>
                  </a:cubicBezTo>
                  <a:cubicBezTo>
                    <a:pt x="84074" y="131502"/>
                    <a:pt x="75439" y="133230"/>
                    <a:pt x="66739" y="133223"/>
                  </a:cubicBezTo>
                  <a:close/>
                  <a:moveTo>
                    <a:pt x="66739" y="4763"/>
                  </a:moveTo>
                  <a:cubicBezTo>
                    <a:pt x="32385" y="4655"/>
                    <a:pt x="4445" y="32430"/>
                    <a:pt x="4318" y="66802"/>
                  </a:cubicBezTo>
                  <a:cubicBezTo>
                    <a:pt x="4191" y="101168"/>
                    <a:pt x="32004" y="129115"/>
                    <a:pt x="66358" y="129223"/>
                  </a:cubicBezTo>
                  <a:cubicBezTo>
                    <a:pt x="100711" y="129331"/>
                    <a:pt x="128652" y="101549"/>
                    <a:pt x="128778" y="67183"/>
                  </a:cubicBezTo>
                  <a:cubicBezTo>
                    <a:pt x="128841" y="41967"/>
                    <a:pt x="113728" y="19203"/>
                    <a:pt x="90424" y="9525"/>
                  </a:cubicBezTo>
                  <a:cubicBezTo>
                    <a:pt x="82931" y="6388"/>
                    <a:pt x="74866" y="4775"/>
                    <a:pt x="66739" y="4763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58" name="Google Shape;1258;p48"/>
            <p:cNvSpPr/>
            <p:nvPr/>
          </p:nvSpPr>
          <p:spPr>
            <a:xfrm>
              <a:off x="6853033" y="4928291"/>
              <a:ext cx="464752" cy="464874"/>
            </a:xfrm>
            <a:custGeom>
              <a:rect b="b" l="l" r="r" t="t"/>
              <a:pathLst>
                <a:path extrusionOk="0" h="464874" w="464752">
                  <a:moveTo>
                    <a:pt x="303211" y="464811"/>
                  </a:moveTo>
                  <a:cubicBezTo>
                    <a:pt x="298639" y="464805"/>
                    <a:pt x="294320" y="462836"/>
                    <a:pt x="291336" y="459414"/>
                  </a:cubicBezTo>
                  <a:lnTo>
                    <a:pt x="261364" y="424806"/>
                  </a:lnTo>
                  <a:cubicBezTo>
                    <a:pt x="258951" y="422063"/>
                    <a:pt x="255395" y="420666"/>
                    <a:pt x="251776" y="421060"/>
                  </a:cubicBezTo>
                  <a:cubicBezTo>
                    <a:pt x="238632" y="422457"/>
                    <a:pt x="225359" y="422457"/>
                    <a:pt x="212215" y="421060"/>
                  </a:cubicBezTo>
                  <a:cubicBezTo>
                    <a:pt x="208595" y="420685"/>
                    <a:pt x="205040" y="422082"/>
                    <a:pt x="202627" y="424806"/>
                  </a:cubicBezTo>
                  <a:lnTo>
                    <a:pt x="172655" y="459477"/>
                  </a:lnTo>
                  <a:cubicBezTo>
                    <a:pt x="168209" y="464576"/>
                    <a:pt x="160970" y="466265"/>
                    <a:pt x="154748" y="463668"/>
                  </a:cubicBezTo>
                  <a:lnTo>
                    <a:pt x="122998" y="450587"/>
                  </a:lnTo>
                  <a:cubicBezTo>
                    <a:pt x="116711" y="448022"/>
                    <a:pt x="112838" y="441716"/>
                    <a:pt x="113345" y="434966"/>
                  </a:cubicBezTo>
                  <a:lnTo>
                    <a:pt x="116584" y="389246"/>
                  </a:lnTo>
                  <a:cubicBezTo>
                    <a:pt x="116838" y="385626"/>
                    <a:pt x="115314" y="382109"/>
                    <a:pt x="112457" y="379848"/>
                  </a:cubicBezTo>
                  <a:cubicBezTo>
                    <a:pt x="102169" y="371523"/>
                    <a:pt x="92771" y="362138"/>
                    <a:pt x="84453" y="351845"/>
                  </a:cubicBezTo>
                  <a:cubicBezTo>
                    <a:pt x="82295" y="349165"/>
                    <a:pt x="78992" y="347641"/>
                    <a:pt x="75563" y="347717"/>
                  </a:cubicBezTo>
                  <a:lnTo>
                    <a:pt x="29907" y="350956"/>
                  </a:lnTo>
                  <a:cubicBezTo>
                    <a:pt x="23176" y="351438"/>
                    <a:pt x="16889" y="347552"/>
                    <a:pt x="14286" y="341304"/>
                  </a:cubicBezTo>
                  <a:lnTo>
                    <a:pt x="1205" y="309554"/>
                  </a:lnTo>
                  <a:cubicBezTo>
                    <a:pt x="-1399" y="303324"/>
                    <a:pt x="316" y="296136"/>
                    <a:pt x="5395" y="291710"/>
                  </a:cubicBezTo>
                  <a:lnTo>
                    <a:pt x="40003" y="261738"/>
                  </a:lnTo>
                  <a:cubicBezTo>
                    <a:pt x="42733" y="259350"/>
                    <a:pt x="44131" y="255769"/>
                    <a:pt x="43750" y="252150"/>
                  </a:cubicBezTo>
                  <a:cubicBezTo>
                    <a:pt x="42353" y="238999"/>
                    <a:pt x="42353" y="225740"/>
                    <a:pt x="43750" y="212589"/>
                  </a:cubicBezTo>
                  <a:cubicBezTo>
                    <a:pt x="44131" y="208976"/>
                    <a:pt x="42733" y="205401"/>
                    <a:pt x="40003" y="203001"/>
                  </a:cubicBezTo>
                  <a:lnTo>
                    <a:pt x="5395" y="173029"/>
                  </a:lnTo>
                  <a:cubicBezTo>
                    <a:pt x="316" y="168577"/>
                    <a:pt x="-1399" y="161370"/>
                    <a:pt x="1205" y="155122"/>
                  </a:cubicBezTo>
                  <a:lnTo>
                    <a:pt x="14286" y="123372"/>
                  </a:lnTo>
                  <a:cubicBezTo>
                    <a:pt x="16826" y="117110"/>
                    <a:pt x="23176" y="113212"/>
                    <a:pt x="29907" y="113720"/>
                  </a:cubicBezTo>
                  <a:lnTo>
                    <a:pt x="75627" y="116958"/>
                  </a:lnTo>
                  <a:cubicBezTo>
                    <a:pt x="79246" y="117218"/>
                    <a:pt x="82739" y="115675"/>
                    <a:pt x="85025" y="112831"/>
                  </a:cubicBezTo>
                  <a:cubicBezTo>
                    <a:pt x="93344" y="102537"/>
                    <a:pt x="102678" y="93152"/>
                    <a:pt x="112965" y="84827"/>
                  </a:cubicBezTo>
                  <a:cubicBezTo>
                    <a:pt x="115822" y="82554"/>
                    <a:pt x="117346" y="79049"/>
                    <a:pt x="117092" y="75429"/>
                  </a:cubicBezTo>
                  <a:lnTo>
                    <a:pt x="113917" y="30979"/>
                  </a:lnTo>
                  <a:cubicBezTo>
                    <a:pt x="113409" y="23581"/>
                    <a:pt x="117664" y="16679"/>
                    <a:pt x="124521" y="13834"/>
                  </a:cubicBezTo>
                  <a:lnTo>
                    <a:pt x="154049" y="1642"/>
                  </a:lnTo>
                  <a:cubicBezTo>
                    <a:pt x="160907" y="-1222"/>
                    <a:pt x="168782" y="620"/>
                    <a:pt x="173670" y="6214"/>
                  </a:cubicBezTo>
                  <a:lnTo>
                    <a:pt x="202945" y="39996"/>
                  </a:lnTo>
                  <a:cubicBezTo>
                    <a:pt x="205294" y="42727"/>
                    <a:pt x="208850" y="44130"/>
                    <a:pt x="212470" y="43743"/>
                  </a:cubicBezTo>
                  <a:cubicBezTo>
                    <a:pt x="225614" y="42346"/>
                    <a:pt x="238949" y="42346"/>
                    <a:pt x="252094" y="43743"/>
                  </a:cubicBezTo>
                  <a:cubicBezTo>
                    <a:pt x="255713" y="44130"/>
                    <a:pt x="259269" y="42727"/>
                    <a:pt x="261619" y="39996"/>
                  </a:cubicBezTo>
                  <a:lnTo>
                    <a:pt x="291654" y="5389"/>
                  </a:lnTo>
                  <a:cubicBezTo>
                    <a:pt x="296099" y="302"/>
                    <a:pt x="303274" y="-1387"/>
                    <a:pt x="309497" y="1198"/>
                  </a:cubicBezTo>
                  <a:lnTo>
                    <a:pt x="341247" y="14279"/>
                  </a:lnTo>
                  <a:cubicBezTo>
                    <a:pt x="347470" y="16863"/>
                    <a:pt x="351407" y="23156"/>
                    <a:pt x="350899" y="29900"/>
                  </a:cubicBezTo>
                  <a:lnTo>
                    <a:pt x="347661" y="75620"/>
                  </a:lnTo>
                  <a:cubicBezTo>
                    <a:pt x="347407" y="79239"/>
                    <a:pt x="348931" y="82744"/>
                    <a:pt x="351788" y="85018"/>
                  </a:cubicBezTo>
                  <a:cubicBezTo>
                    <a:pt x="362075" y="93336"/>
                    <a:pt x="371473" y="102702"/>
                    <a:pt x="379792" y="112958"/>
                  </a:cubicBezTo>
                  <a:cubicBezTo>
                    <a:pt x="382014" y="115802"/>
                    <a:pt x="385570" y="117346"/>
                    <a:pt x="389190" y="117085"/>
                  </a:cubicBezTo>
                  <a:lnTo>
                    <a:pt x="434846" y="113847"/>
                  </a:lnTo>
                  <a:cubicBezTo>
                    <a:pt x="441577" y="113339"/>
                    <a:pt x="447927" y="117238"/>
                    <a:pt x="450467" y="123499"/>
                  </a:cubicBezTo>
                  <a:lnTo>
                    <a:pt x="463548" y="155249"/>
                  </a:lnTo>
                  <a:cubicBezTo>
                    <a:pt x="466152" y="161497"/>
                    <a:pt x="464437" y="168704"/>
                    <a:pt x="459357" y="173156"/>
                  </a:cubicBezTo>
                  <a:lnTo>
                    <a:pt x="424750" y="203128"/>
                  </a:lnTo>
                  <a:cubicBezTo>
                    <a:pt x="422020" y="205496"/>
                    <a:pt x="420622" y="209059"/>
                    <a:pt x="421003" y="212653"/>
                  </a:cubicBezTo>
                  <a:cubicBezTo>
                    <a:pt x="422400" y="225823"/>
                    <a:pt x="422400" y="239107"/>
                    <a:pt x="421003" y="252276"/>
                  </a:cubicBezTo>
                  <a:cubicBezTo>
                    <a:pt x="420622" y="255871"/>
                    <a:pt x="422020" y="259433"/>
                    <a:pt x="424750" y="261801"/>
                  </a:cubicBezTo>
                  <a:lnTo>
                    <a:pt x="459420" y="291837"/>
                  </a:lnTo>
                  <a:cubicBezTo>
                    <a:pt x="464246" y="296422"/>
                    <a:pt x="465644" y="303547"/>
                    <a:pt x="462913" y="309617"/>
                  </a:cubicBezTo>
                  <a:lnTo>
                    <a:pt x="449832" y="341367"/>
                  </a:lnTo>
                  <a:cubicBezTo>
                    <a:pt x="447229" y="347616"/>
                    <a:pt x="440942" y="351502"/>
                    <a:pt x="434211" y="351019"/>
                  </a:cubicBezTo>
                  <a:lnTo>
                    <a:pt x="388491" y="347781"/>
                  </a:lnTo>
                  <a:cubicBezTo>
                    <a:pt x="384871" y="347520"/>
                    <a:pt x="381379" y="349063"/>
                    <a:pt x="379094" y="351908"/>
                  </a:cubicBezTo>
                  <a:cubicBezTo>
                    <a:pt x="370775" y="362189"/>
                    <a:pt x="361377" y="371568"/>
                    <a:pt x="351090" y="379912"/>
                  </a:cubicBezTo>
                  <a:cubicBezTo>
                    <a:pt x="348295" y="382198"/>
                    <a:pt x="346771" y="385703"/>
                    <a:pt x="347026" y="389310"/>
                  </a:cubicBezTo>
                  <a:lnTo>
                    <a:pt x="350264" y="434966"/>
                  </a:lnTo>
                  <a:cubicBezTo>
                    <a:pt x="350772" y="441710"/>
                    <a:pt x="346835" y="448003"/>
                    <a:pt x="340612" y="450587"/>
                  </a:cubicBezTo>
                  <a:lnTo>
                    <a:pt x="308862" y="463668"/>
                  </a:lnTo>
                  <a:cubicBezTo>
                    <a:pt x="306957" y="464475"/>
                    <a:pt x="304925" y="464888"/>
                    <a:pt x="302894" y="464875"/>
                  </a:cubicBezTo>
                  <a:close/>
                  <a:moveTo>
                    <a:pt x="252982" y="416424"/>
                  </a:moveTo>
                  <a:cubicBezTo>
                    <a:pt x="257554" y="416405"/>
                    <a:pt x="261872" y="418348"/>
                    <a:pt x="264857" y="421758"/>
                  </a:cubicBezTo>
                  <a:lnTo>
                    <a:pt x="294829" y="456366"/>
                  </a:lnTo>
                  <a:cubicBezTo>
                    <a:pt x="297940" y="460017"/>
                    <a:pt x="303083" y="461230"/>
                    <a:pt x="307529" y="459350"/>
                  </a:cubicBezTo>
                  <a:lnTo>
                    <a:pt x="339279" y="446269"/>
                  </a:lnTo>
                  <a:cubicBezTo>
                    <a:pt x="343724" y="444447"/>
                    <a:pt x="346454" y="439995"/>
                    <a:pt x="346137" y="435220"/>
                  </a:cubicBezTo>
                  <a:lnTo>
                    <a:pt x="342898" y="389564"/>
                  </a:lnTo>
                  <a:cubicBezTo>
                    <a:pt x="342517" y="384458"/>
                    <a:pt x="344676" y="379486"/>
                    <a:pt x="348677" y="376292"/>
                  </a:cubicBezTo>
                  <a:cubicBezTo>
                    <a:pt x="358709" y="368145"/>
                    <a:pt x="367854" y="358976"/>
                    <a:pt x="375982" y="348924"/>
                  </a:cubicBezTo>
                  <a:cubicBezTo>
                    <a:pt x="379157" y="344923"/>
                    <a:pt x="384173" y="342758"/>
                    <a:pt x="389253" y="343145"/>
                  </a:cubicBezTo>
                  <a:lnTo>
                    <a:pt x="434973" y="346384"/>
                  </a:lnTo>
                  <a:cubicBezTo>
                    <a:pt x="439736" y="346714"/>
                    <a:pt x="444181" y="343951"/>
                    <a:pt x="446022" y="339526"/>
                  </a:cubicBezTo>
                  <a:lnTo>
                    <a:pt x="459103" y="307776"/>
                  </a:lnTo>
                  <a:cubicBezTo>
                    <a:pt x="461008" y="303344"/>
                    <a:pt x="459802" y="298206"/>
                    <a:pt x="456119" y="295076"/>
                  </a:cubicBezTo>
                  <a:lnTo>
                    <a:pt x="421511" y="265040"/>
                  </a:lnTo>
                  <a:cubicBezTo>
                    <a:pt x="417638" y="261662"/>
                    <a:pt x="415670" y="256620"/>
                    <a:pt x="416177" y="251514"/>
                  </a:cubicBezTo>
                  <a:cubicBezTo>
                    <a:pt x="417511" y="238681"/>
                    <a:pt x="417511" y="225740"/>
                    <a:pt x="416177" y="212907"/>
                  </a:cubicBezTo>
                  <a:cubicBezTo>
                    <a:pt x="415606" y="207808"/>
                    <a:pt x="417574" y="202766"/>
                    <a:pt x="421448" y="199381"/>
                  </a:cubicBezTo>
                  <a:lnTo>
                    <a:pt x="456055" y="169409"/>
                  </a:lnTo>
                  <a:cubicBezTo>
                    <a:pt x="459738" y="166279"/>
                    <a:pt x="460944" y="161142"/>
                    <a:pt x="459040" y="156709"/>
                  </a:cubicBezTo>
                  <a:lnTo>
                    <a:pt x="445958" y="124959"/>
                  </a:lnTo>
                  <a:cubicBezTo>
                    <a:pt x="444117" y="120571"/>
                    <a:pt x="439672" y="117841"/>
                    <a:pt x="434909" y="118165"/>
                  </a:cubicBezTo>
                  <a:lnTo>
                    <a:pt x="389253" y="121403"/>
                  </a:lnTo>
                  <a:cubicBezTo>
                    <a:pt x="384173" y="121790"/>
                    <a:pt x="379157" y="119625"/>
                    <a:pt x="375982" y="115625"/>
                  </a:cubicBezTo>
                  <a:cubicBezTo>
                    <a:pt x="367854" y="105592"/>
                    <a:pt x="358646" y="96441"/>
                    <a:pt x="348613" y="88320"/>
                  </a:cubicBezTo>
                  <a:cubicBezTo>
                    <a:pt x="344613" y="85094"/>
                    <a:pt x="342454" y="80109"/>
                    <a:pt x="342834" y="74985"/>
                  </a:cubicBezTo>
                  <a:lnTo>
                    <a:pt x="346073" y="29328"/>
                  </a:lnTo>
                  <a:cubicBezTo>
                    <a:pt x="346391" y="24553"/>
                    <a:pt x="343660" y="20102"/>
                    <a:pt x="339215" y="18279"/>
                  </a:cubicBezTo>
                  <a:lnTo>
                    <a:pt x="307465" y="5198"/>
                  </a:lnTo>
                  <a:cubicBezTo>
                    <a:pt x="303020" y="3319"/>
                    <a:pt x="297877" y="4525"/>
                    <a:pt x="294765" y="8183"/>
                  </a:cubicBezTo>
                  <a:lnTo>
                    <a:pt x="264730" y="42790"/>
                  </a:lnTo>
                  <a:cubicBezTo>
                    <a:pt x="261364" y="46670"/>
                    <a:pt x="256284" y="48645"/>
                    <a:pt x="251204" y="48061"/>
                  </a:cubicBezTo>
                  <a:cubicBezTo>
                    <a:pt x="238377" y="46727"/>
                    <a:pt x="225423" y="46727"/>
                    <a:pt x="212596" y="48061"/>
                  </a:cubicBezTo>
                  <a:cubicBezTo>
                    <a:pt x="207516" y="48581"/>
                    <a:pt x="202436" y="46594"/>
                    <a:pt x="199070" y="42727"/>
                  </a:cubicBezTo>
                  <a:lnTo>
                    <a:pt x="169797" y="9008"/>
                  </a:lnTo>
                  <a:cubicBezTo>
                    <a:pt x="166241" y="4919"/>
                    <a:pt x="160463" y="3541"/>
                    <a:pt x="155446" y="5579"/>
                  </a:cubicBezTo>
                  <a:lnTo>
                    <a:pt x="125919" y="17835"/>
                  </a:lnTo>
                  <a:cubicBezTo>
                    <a:pt x="120839" y="19937"/>
                    <a:pt x="117664" y="25055"/>
                    <a:pt x="118108" y="30535"/>
                  </a:cubicBezTo>
                  <a:lnTo>
                    <a:pt x="121283" y="74985"/>
                  </a:lnTo>
                  <a:cubicBezTo>
                    <a:pt x="121664" y="80090"/>
                    <a:pt x="119505" y="85049"/>
                    <a:pt x="115505" y="88256"/>
                  </a:cubicBezTo>
                  <a:cubicBezTo>
                    <a:pt x="105471" y="96384"/>
                    <a:pt x="96328" y="105560"/>
                    <a:pt x="88200" y="115625"/>
                  </a:cubicBezTo>
                  <a:cubicBezTo>
                    <a:pt x="84961" y="119625"/>
                    <a:pt x="80008" y="121790"/>
                    <a:pt x="74865" y="121403"/>
                  </a:cubicBezTo>
                  <a:lnTo>
                    <a:pt x="29208" y="118165"/>
                  </a:lnTo>
                  <a:cubicBezTo>
                    <a:pt x="24382" y="118012"/>
                    <a:pt x="20064" y="120959"/>
                    <a:pt x="18413" y="125467"/>
                  </a:cubicBezTo>
                  <a:lnTo>
                    <a:pt x="5332" y="157217"/>
                  </a:lnTo>
                  <a:cubicBezTo>
                    <a:pt x="3427" y="161649"/>
                    <a:pt x="4633" y="166787"/>
                    <a:pt x="8317" y="169917"/>
                  </a:cubicBezTo>
                  <a:lnTo>
                    <a:pt x="42924" y="199953"/>
                  </a:lnTo>
                  <a:cubicBezTo>
                    <a:pt x="46798" y="203305"/>
                    <a:pt x="48766" y="208373"/>
                    <a:pt x="48194" y="213478"/>
                  </a:cubicBezTo>
                  <a:cubicBezTo>
                    <a:pt x="46861" y="226311"/>
                    <a:pt x="46861" y="239253"/>
                    <a:pt x="48194" y="252086"/>
                  </a:cubicBezTo>
                  <a:cubicBezTo>
                    <a:pt x="48703" y="257192"/>
                    <a:pt x="46734" y="262227"/>
                    <a:pt x="42861" y="265612"/>
                  </a:cubicBezTo>
                  <a:lnTo>
                    <a:pt x="8317" y="295584"/>
                  </a:lnTo>
                  <a:cubicBezTo>
                    <a:pt x="4633" y="298714"/>
                    <a:pt x="3427" y="303851"/>
                    <a:pt x="5332" y="308284"/>
                  </a:cubicBezTo>
                  <a:lnTo>
                    <a:pt x="18413" y="340034"/>
                  </a:lnTo>
                  <a:cubicBezTo>
                    <a:pt x="20255" y="344460"/>
                    <a:pt x="24700" y="347222"/>
                    <a:pt x="29462" y="346892"/>
                  </a:cubicBezTo>
                  <a:lnTo>
                    <a:pt x="75119" y="343653"/>
                  </a:lnTo>
                  <a:cubicBezTo>
                    <a:pt x="80199" y="343279"/>
                    <a:pt x="85215" y="345437"/>
                    <a:pt x="88390" y="349432"/>
                  </a:cubicBezTo>
                  <a:cubicBezTo>
                    <a:pt x="96519" y="359458"/>
                    <a:pt x="105726" y="368590"/>
                    <a:pt x="115758" y="376673"/>
                  </a:cubicBezTo>
                  <a:cubicBezTo>
                    <a:pt x="119759" y="379905"/>
                    <a:pt x="121919" y="384884"/>
                    <a:pt x="121537" y="390008"/>
                  </a:cubicBezTo>
                  <a:lnTo>
                    <a:pt x="118299" y="435728"/>
                  </a:lnTo>
                  <a:cubicBezTo>
                    <a:pt x="117982" y="440484"/>
                    <a:pt x="120712" y="444917"/>
                    <a:pt x="125094" y="446777"/>
                  </a:cubicBezTo>
                  <a:lnTo>
                    <a:pt x="156844" y="459858"/>
                  </a:lnTo>
                  <a:cubicBezTo>
                    <a:pt x="161288" y="461738"/>
                    <a:pt x="166432" y="460531"/>
                    <a:pt x="169544" y="456874"/>
                  </a:cubicBezTo>
                  <a:lnTo>
                    <a:pt x="199579" y="422266"/>
                  </a:lnTo>
                  <a:cubicBezTo>
                    <a:pt x="202945" y="418386"/>
                    <a:pt x="208024" y="416399"/>
                    <a:pt x="213104" y="416932"/>
                  </a:cubicBezTo>
                  <a:cubicBezTo>
                    <a:pt x="225932" y="418297"/>
                    <a:pt x="238885" y="418297"/>
                    <a:pt x="251712" y="416932"/>
                  </a:cubicBezTo>
                  <a:close/>
                  <a:moveTo>
                    <a:pt x="232154" y="368545"/>
                  </a:moveTo>
                  <a:cubicBezTo>
                    <a:pt x="156970" y="368640"/>
                    <a:pt x="96010" y="307795"/>
                    <a:pt x="95883" y="232642"/>
                  </a:cubicBezTo>
                  <a:cubicBezTo>
                    <a:pt x="95819" y="157484"/>
                    <a:pt x="156653" y="96479"/>
                    <a:pt x="231773" y="96384"/>
                  </a:cubicBezTo>
                  <a:cubicBezTo>
                    <a:pt x="306957" y="96289"/>
                    <a:pt x="367981" y="157135"/>
                    <a:pt x="368045" y="232287"/>
                  </a:cubicBezTo>
                  <a:cubicBezTo>
                    <a:pt x="368107" y="287398"/>
                    <a:pt x="334961" y="337113"/>
                    <a:pt x="284033" y="358195"/>
                  </a:cubicBezTo>
                  <a:lnTo>
                    <a:pt x="283144" y="356036"/>
                  </a:lnTo>
                  <a:lnTo>
                    <a:pt x="284033" y="358195"/>
                  </a:lnTo>
                  <a:cubicBezTo>
                    <a:pt x="267587" y="365040"/>
                    <a:pt x="249934" y="368558"/>
                    <a:pt x="232154" y="368545"/>
                  </a:cubicBezTo>
                  <a:close/>
                  <a:moveTo>
                    <a:pt x="232154" y="100956"/>
                  </a:moveTo>
                  <a:cubicBezTo>
                    <a:pt x="159319" y="100823"/>
                    <a:pt x="100201" y="159738"/>
                    <a:pt x="100074" y="232541"/>
                  </a:cubicBezTo>
                  <a:cubicBezTo>
                    <a:pt x="99947" y="305344"/>
                    <a:pt x="158875" y="364475"/>
                    <a:pt x="231646" y="364608"/>
                  </a:cubicBezTo>
                  <a:cubicBezTo>
                    <a:pt x="304481" y="364742"/>
                    <a:pt x="363599" y="305832"/>
                    <a:pt x="363726" y="233023"/>
                  </a:cubicBezTo>
                  <a:cubicBezTo>
                    <a:pt x="363853" y="179677"/>
                    <a:pt x="331786" y="131531"/>
                    <a:pt x="282509" y="111053"/>
                  </a:cubicBezTo>
                  <a:cubicBezTo>
                    <a:pt x="266571" y="104404"/>
                    <a:pt x="249426" y="100969"/>
                    <a:pt x="232154" y="100956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59" name="Google Shape;1259;p48"/>
            <p:cNvSpPr/>
            <p:nvPr/>
          </p:nvSpPr>
          <p:spPr>
            <a:xfrm>
              <a:off x="6977956" y="5053713"/>
              <a:ext cx="214027" cy="214030"/>
            </a:xfrm>
            <a:custGeom>
              <a:rect b="b" l="l" r="r" t="t"/>
              <a:pathLst>
                <a:path extrusionOk="0" h="214030" w="214027">
                  <a:moveTo>
                    <a:pt x="8172" y="148001"/>
                  </a:moveTo>
                  <a:cubicBezTo>
                    <a:pt x="-14435" y="93410"/>
                    <a:pt x="11473" y="30811"/>
                    <a:pt x="66020" y="8186"/>
                  </a:cubicBezTo>
                  <a:cubicBezTo>
                    <a:pt x="120630" y="-14445"/>
                    <a:pt x="183241" y="11457"/>
                    <a:pt x="205847" y="66048"/>
                  </a:cubicBezTo>
                  <a:cubicBezTo>
                    <a:pt x="228453" y="120639"/>
                    <a:pt x="202609" y="183237"/>
                    <a:pt x="147998" y="205862"/>
                  </a:cubicBezTo>
                  <a:cubicBezTo>
                    <a:pt x="147935" y="205881"/>
                    <a:pt x="147935" y="205894"/>
                    <a:pt x="147872" y="205913"/>
                  </a:cubicBezTo>
                  <a:cubicBezTo>
                    <a:pt x="93325" y="228424"/>
                    <a:pt x="30841" y="202515"/>
                    <a:pt x="8172" y="1480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60" name="Google Shape;1260;p48"/>
            <p:cNvSpPr/>
            <p:nvPr/>
          </p:nvSpPr>
          <p:spPr>
            <a:xfrm>
              <a:off x="6975793" y="5051954"/>
              <a:ext cx="218218" cy="218212"/>
            </a:xfrm>
            <a:custGeom>
              <a:rect b="b" l="l" r="r" t="t"/>
              <a:pathLst>
                <a:path extrusionOk="0" h="218212" w="218218">
                  <a:moveTo>
                    <a:pt x="109204" y="218212"/>
                  </a:moveTo>
                  <a:cubicBezTo>
                    <a:pt x="65008" y="218111"/>
                    <a:pt x="25194" y="191466"/>
                    <a:pt x="8239" y="150648"/>
                  </a:cubicBezTo>
                  <a:lnTo>
                    <a:pt x="8239" y="150648"/>
                  </a:lnTo>
                  <a:cubicBezTo>
                    <a:pt x="-14684" y="94933"/>
                    <a:pt x="11859" y="31173"/>
                    <a:pt x="67611" y="8243"/>
                  </a:cubicBezTo>
                  <a:cubicBezTo>
                    <a:pt x="123301" y="-14693"/>
                    <a:pt x="187055" y="11875"/>
                    <a:pt x="209979" y="67590"/>
                  </a:cubicBezTo>
                  <a:cubicBezTo>
                    <a:pt x="232902" y="123305"/>
                    <a:pt x="206360" y="187065"/>
                    <a:pt x="150670" y="209995"/>
                  </a:cubicBezTo>
                  <a:cubicBezTo>
                    <a:pt x="137525" y="215412"/>
                    <a:pt x="123428" y="218200"/>
                    <a:pt x="109204" y="218212"/>
                  </a:cubicBezTo>
                  <a:close/>
                  <a:moveTo>
                    <a:pt x="109204" y="4090"/>
                  </a:moveTo>
                  <a:cubicBezTo>
                    <a:pt x="95424" y="4109"/>
                    <a:pt x="81835" y="6827"/>
                    <a:pt x="69135" y="12091"/>
                  </a:cubicBezTo>
                  <a:cubicBezTo>
                    <a:pt x="15732" y="34234"/>
                    <a:pt x="-9604" y="95460"/>
                    <a:pt x="12494" y="148870"/>
                  </a:cubicBezTo>
                  <a:lnTo>
                    <a:pt x="12494" y="148870"/>
                  </a:lnTo>
                  <a:cubicBezTo>
                    <a:pt x="34655" y="202248"/>
                    <a:pt x="95869" y="227547"/>
                    <a:pt x="149272" y="205385"/>
                  </a:cubicBezTo>
                  <a:cubicBezTo>
                    <a:pt x="202676" y="183224"/>
                    <a:pt x="227949" y="121984"/>
                    <a:pt x="205787" y="68606"/>
                  </a:cubicBezTo>
                  <a:cubicBezTo>
                    <a:pt x="189595" y="29566"/>
                    <a:pt x="151495" y="4116"/>
                    <a:pt x="109204" y="4090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61" name="Google Shape;1261;p48"/>
            <p:cNvSpPr/>
            <p:nvPr/>
          </p:nvSpPr>
          <p:spPr>
            <a:xfrm>
              <a:off x="7032142" y="5108837"/>
              <a:ext cx="105110" cy="103613"/>
            </a:xfrm>
            <a:custGeom>
              <a:rect b="b" l="l" r="r" t="t"/>
              <a:pathLst>
                <a:path extrusionOk="0" h="103613" w="105110">
                  <a:moveTo>
                    <a:pt x="88923" y="16867"/>
                  </a:moveTo>
                  <a:cubicBezTo>
                    <a:pt x="80286" y="3297"/>
                    <a:pt x="63776" y="-2996"/>
                    <a:pt x="48283" y="1373"/>
                  </a:cubicBezTo>
                  <a:cubicBezTo>
                    <a:pt x="40980" y="3018"/>
                    <a:pt x="34059" y="5761"/>
                    <a:pt x="27582" y="9501"/>
                  </a:cubicBezTo>
                  <a:lnTo>
                    <a:pt x="25423" y="10835"/>
                  </a:lnTo>
                  <a:lnTo>
                    <a:pt x="25423" y="10835"/>
                  </a:lnTo>
                  <a:cubicBezTo>
                    <a:pt x="11198" y="20296"/>
                    <a:pt x="-11027" y="45252"/>
                    <a:pt x="6373" y="71795"/>
                  </a:cubicBezTo>
                  <a:lnTo>
                    <a:pt x="16533" y="86971"/>
                  </a:lnTo>
                  <a:cubicBezTo>
                    <a:pt x="23010" y="97493"/>
                    <a:pt x="34567" y="103818"/>
                    <a:pt x="46949" y="103608"/>
                  </a:cubicBezTo>
                  <a:cubicBezTo>
                    <a:pt x="50378" y="103589"/>
                    <a:pt x="53807" y="103202"/>
                    <a:pt x="57173" y="102465"/>
                  </a:cubicBezTo>
                  <a:cubicBezTo>
                    <a:pt x="64411" y="100865"/>
                    <a:pt x="71397" y="98147"/>
                    <a:pt x="77810" y="94401"/>
                  </a:cubicBezTo>
                  <a:lnTo>
                    <a:pt x="77810" y="94401"/>
                  </a:lnTo>
                  <a:lnTo>
                    <a:pt x="79715" y="93194"/>
                  </a:lnTo>
                  <a:lnTo>
                    <a:pt x="79715" y="93194"/>
                  </a:lnTo>
                  <a:cubicBezTo>
                    <a:pt x="93939" y="83669"/>
                    <a:pt x="116100" y="58714"/>
                    <a:pt x="98765" y="32234"/>
                  </a:cubicBezTo>
                  <a:lnTo>
                    <a:pt x="88605" y="16994"/>
                  </a:lnTo>
                  <a:close/>
                  <a:moveTo>
                    <a:pt x="23010" y="82844"/>
                  </a:moveTo>
                  <a:lnTo>
                    <a:pt x="12849" y="67667"/>
                  </a:lnTo>
                  <a:cubicBezTo>
                    <a:pt x="-5121" y="40680"/>
                    <a:pt x="28153" y="17947"/>
                    <a:pt x="29550" y="16867"/>
                  </a:cubicBezTo>
                  <a:cubicBezTo>
                    <a:pt x="30248" y="16397"/>
                    <a:pt x="30947" y="15972"/>
                    <a:pt x="31709" y="15597"/>
                  </a:cubicBezTo>
                  <a:lnTo>
                    <a:pt x="33677" y="14708"/>
                  </a:lnTo>
                  <a:lnTo>
                    <a:pt x="34312" y="14708"/>
                  </a:lnTo>
                  <a:cubicBezTo>
                    <a:pt x="41551" y="12333"/>
                    <a:pt x="49489" y="13895"/>
                    <a:pt x="55331" y="18836"/>
                  </a:cubicBezTo>
                  <a:cubicBezTo>
                    <a:pt x="60030" y="22398"/>
                    <a:pt x="64158" y="26684"/>
                    <a:pt x="67523" y="31536"/>
                  </a:cubicBezTo>
                  <a:lnTo>
                    <a:pt x="77683" y="46712"/>
                  </a:lnTo>
                  <a:lnTo>
                    <a:pt x="77683" y="46712"/>
                  </a:lnTo>
                  <a:lnTo>
                    <a:pt x="77683" y="46712"/>
                  </a:lnTo>
                  <a:lnTo>
                    <a:pt x="77683" y="46712"/>
                  </a:lnTo>
                  <a:lnTo>
                    <a:pt x="77683" y="46712"/>
                  </a:lnTo>
                  <a:lnTo>
                    <a:pt x="77683" y="46712"/>
                  </a:lnTo>
                  <a:cubicBezTo>
                    <a:pt x="77683" y="46839"/>
                    <a:pt x="77683" y="46966"/>
                    <a:pt x="77683" y="47093"/>
                  </a:cubicBezTo>
                  <a:cubicBezTo>
                    <a:pt x="77683" y="47093"/>
                    <a:pt x="77683" y="47093"/>
                    <a:pt x="77683" y="47093"/>
                  </a:cubicBezTo>
                  <a:lnTo>
                    <a:pt x="77683" y="47474"/>
                  </a:lnTo>
                  <a:lnTo>
                    <a:pt x="77683" y="47474"/>
                  </a:lnTo>
                  <a:lnTo>
                    <a:pt x="77683" y="48109"/>
                  </a:lnTo>
                  <a:cubicBezTo>
                    <a:pt x="77683" y="48109"/>
                    <a:pt x="77683" y="48109"/>
                    <a:pt x="77683" y="48427"/>
                  </a:cubicBezTo>
                  <a:cubicBezTo>
                    <a:pt x="77683" y="48681"/>
                    <a:pt x="77683" y="48935"/>
                    <a:pt x="77683" y="49189"/>
                  </a:cubicBezTo>
                  <a:cubicBezTo>
                    <a:pt x="77683" y="49316"/>
                    <a:pt x="77683" y="49443"/>
                    <a:pt x="77683" y="49570"/>
                  </a:cubicBezTo>
                  <a:cubicBezTo>
                    <a:pt x="77683" y="49570"/>
                    <a:pt x="77683" y="49951"/>
                    <a:pt x="77683" y="50141"/>
                  </a:cubicBezTo>
                  <a:lnTo>
                    <a:pt x="77683" y="50522"/>
                  </a:lnTo>
                  <a:cubicBezTo>
                    <a:pt x="77747" y="50821"/>
                    <a:pt x="77747" y="51113"/>
                    <a:pt x="77683" y="51411"/>
                  </a:cubicBezTo>
                  <a:lnTo>
                    <a:pt x="77683" y="52491"/>
                  </a:lnTo>
                  <a:cubicBezTo>
                    <a:pt x="77683" y="52491"/>
                    <a:pt x="77683" y="53126"/>
                    <a:pt x="77683" y="53443"/>
                  </a:cubicBezTo>
                  <a:cubicBezTo>
                    <a:pt x="77683" y="53761"/>
                    <a:pt x="77683" y="53824"/>
                    <a:pt x="77683" y="54015"/>
                  </a:cubicBezTo>
                  <a:cubicBezTo>
                    <a:pt x="77683" y="54269"/>
                    <a:pt x="77683" y="54523"/>
                    <a:pt x="77683" y="54777"/>
                  </a:cubicBezTo>
                  <a:lnTo>
                    <a:pt x="77683" y="55539"/>
                  </a:lnTo>
                  <a:cubicBezTo>
                    <a:pt x="77683" y="55837"/>
                    <a:pt x="77683" y="56129"/>
                    <a:pt x="77683" y="56428"/>
                  </a:cubicBezTo>
                  <a:lnTo>
                    <a:pt x="77683" y="56999"/>
                  </a:lnTo>
                  <a:lnTo>
                    <a:pt x="77175" y="58269"/>
                  </a:lnTo>
                  <a:cubicBezTo>
                    <a:pt x="77175" y="58415"/>
                    <a:pt x="77175" y="58568"/>
                    <a:pt x="77175" y="58714"/>
                  </a:cubicBezTo>
                  <a:cubicBezTo>
                    <a:pt x="77048" y="59101"/>
                    <a:pt x="76858" y="59469"/>
                    <a:pt x="76604" y="59793"/>
                  </a:cubicBezTo>
                  <a:lnTo>
                    <a:pt x="76604" y="60238"/>
                  </a:lnTo>
                  <a:lnTo>
                    <a:pt x="75651" y="61698"/>
                  </a:lnTo>
                  <a:lnTo>
                    <a:pt x="75270" y="62143"/>
                  </a:lnTo>
                  <a:cubicBezTo>
                    <a:pt x="74889" y="62682"/>
                    <a:pt x="74508" y="63190"/>
                    <a:pt x="74063" y="63667"/>
                  </a:cubicBezTo>
                  <a:lnTo>
                    <a:pt x="74063" y="63667"/>
                  </a:lnTo>
                  <a:cubicBezTo>
                    <a:pt x="73048" y="59254"/>
                    <a:pt x="71206" y="55082"/>
                    <a:pt x="68539" y="51411"/>
                  </a:cubicBezTo>
                  <a:lnTo>
                    <a:pt x="58379" y="36171"/>
                  </a:lnTo>
                  <a:cubicBezTo>
                    <a:pt x="46314" y="18137"/>
                    <a:pt x="35900" y="24741"/>
                    <a:pt x="35456" y="24995"/>
                  </a:cubicBezTo>
                  <a:lnTo>
                    <a:pt x="35456" y="24995"/>
                  </a:lnTo>
                  <a:cubicBezTo>
                    <a:pt x="14945" y="38711"/>
                    <a:pt x="17548" y="54269"/>
                    <a:pt x="21739" y="60619"/>
                  </a:cubicBezTo>
                  <a:lnTo>
                    <a:pt x="31899" y="75795"/>
                  </a:lnTo>
                  <a:lnTo>
                    <a:pt x="31899" y="75795"/>
                  </a:lnTo>
                  <a:lnTo>
                    <a:pt x="33106" y="77383"/>
                  </a:lnTo>
                  <a:cubicBezTo>
                    <a:pt x="35583" y="80780"/>
                    <a:pt x="38440" y="83892"/>
                    <a:pt x="41615" y="86654"/>
                  </a:cubicBezTo>
                  <a:cubicBezTo>
                    <a:pt x="45235" y="89962"/>
                    <a:pt x="49298" y="92648"/>
                    <a:pt x="53807" y="94591"/>
                  </a:cubicBezTo>
                  <a:cubicBezTo>
                    <a:pt x="41869" y="97316"/>
                    <a:pt x="29486" y="92235"/>
                    <a:pt x="22883" y="81891"/>
                  </a:cubicBezTo>
                  <a:close/>
                  <a:moveTo>
                    <a:pt x="66062" y="71604"/>
                  </a:moveTo>
                  <a:cubicBezTo>
                    <a:pt x="64285" y="72430"/>
                    <a:pt x="59712" y="71604"/>
                    <a:pt x="53362" y="62587"/>
                  </a:cubicBezTo>
                  <a:lnTo>
                    <a:pt x="43202" y="47347"/>
                  </a:lnTo>
                  <a:cubicBezTo>
                    <a:pt x="36852" y="38267"/>
                    <a:pt x="38249" y="33504"/>
                    <a:pt x="39583" y="32234"/>
                  </a:cubicBezTo>
                  <a:cubicBezTo>
                    <a:pt x="40917" y="30964"/>
                    <a:pt x="45933" y="32234"/>
                    <a:pt x="52283" y="41315"/>
                  </a:cubicBezTo>
                  <a:lnTo>
                    <a:pt x="62380" y="56555"/>
                  </a:lnTo>
                  <a:cubicBezTo>
                    <a:pt x="68730" y="65635"/>
                    <a:pt x="67396" y="70398"/>
                    <a:pt x="65999" y="71604"/>
                  </a:cubicBezTo>
                  <a:close/>
                  <a:moveTo>
                    <a:pt x="76223" y="86908"/>
                  </a:moveTo>
                  <a:lnTo>
                    <a:pt x="74698" y="87797"/>
                  </a:lnTo>
                  <a:lnTo>
                    <a:pt x="73873" y="88241"/>
                  </a:lnTo>
                  <a:lnTo>
                    <a:pt x="73301" y="88241"/>
                  </a:lnTo>
                  <a:cubicBezTo>
                    <a:pt x="65682" y="91657"/>
                    <a:pt x="56792" y="90343"/>
                    <a:pt x="50505" y="84876"/>
                  </a:cubicBezTo>
                  <a:cubicBezTo>
                    <a:pt x="45870" y="81510"/>
                    <a:pt x="41806" y="77414"/>
                    <a:pt x="38504" y="72747"/>
                  </a:cubicBezTo>
                  <a:lnTo>
                    <a:pt x="38504" y="72747"/>
                  </a:lnTo>
                  <a:lnTo>
                    <a:pt x="38504" y="72747"/>
                  </a:lnTo>
                  <a:lnTo>
                    <a:pt x="38504" y="72747"/>
                  </a:lnTo>
                  <a:lnTo>
                    <a:pt x="28344" y="57571"/>
                  </a:lnTo>
                  <a:cubicBezTo>
                    <a:pt x="25232" y="51367"/>
                    <a:pt x="26693" y="43848"/>
                    <a:pt x="31836" y="39219"/>
                  </a:cubicBezTo>
                  <a:cubicBezTo>
                    <a:pt x="32852" y="43651"/>
                    <a:pt x="34694" y="47836"/>
                    <a:pt x="37360" y="51538"/>
                  </a:cubicBezTo>
                  <a:lnTo>
                    <a:pt x="47521" y="66778"/>
                  </a:lnTo>
                  <a:cubicBezTo>
                    <a:pt x="59522" y="84749"/>
                    <a:pt x="69936" y="78208"/>
                    <a:pt x="70381" y="77954"/>
                  </a:cubicBezTo>
                  <a:lnTo>
                    <a:pt x="70381" y="77954"/>
                  </a:lnTo>
                  <a:lnTo>
                    <a:pt x="72476" y="76494"/>
                  </a:lnTo>
                  <a:lnTo>
                    <a:pt x="73174" y="75986"/>
                  </a:lnTo>
                  <a:lnTo>
                    <a:pt x="74381" y="75033"/>
                  </a:lnTo>
                  <a:lnTo>
                    <a:pt x="75207" y="74335"/>
                  </a:lnTo>
                  <a:lnTo>
                    <a:pt x="76096" y="73636"/>
                  </a:lnTo>
                  <a:lnTo>
                    <a:pt x="76921" y="72811"/>
                  </a:lnTo>
                  <a:lnTo>
                    <a:pt x="77302" y="72430"/>
                  </a:lnTo>
                  <a:cubicBezTo>
                    <a:pt x="78509" y="71344"/>
                    <a:pt x="79651" y="70150"/>
                    <a:pt x="80668" y="68874"/>
                  </a:cubicBezTo>
                  <a:lnTo>
                    <a:pt x="80668" y="68874"/>
                  </a:lnTo>
                  <a:cubicBezTo>
                    <a:pt x="82890" y="66270"/>
                    <a:pt x="84541" y="63273"/>
                    <a:pt x="85684" y="60047"/>
                  </a:cubicBezTo>
                  <a:cubicBezTo>
                    <a:pt x="85684" y="60047"/>
                    <a:pt x="85684" y="60047"/>
                    <a:pt x="85684" y="60047"/>
                  </a:cubicBezTo>
                  <a:lnTo>
                    <a:pt x="85684" y="59158"/>
                  </a:lnTo>
                  <a:cubicBezTo>
                    <a:pt x="85684" y="59158"/>
                    <a:pt x="85684" y="58714"/>
                    <a:pt x="85684" y="58523"/>
                  </a:cubicBezTo>
                  <a:cubicBezTo>
                    <a:pt x="85684" y="58358"/>
                    <a:pt x="85684" y="58180"/>
                    <a:pt x="85684" y="58015"/>
                  </a:cubicBezTo>
                  <a:cubicBezTo>
                    <a:pt x="87018" y="52808"/>
                    <a:pt x="86192" y="47284"/>
                    <a:pt x="83335" y="42712"/>
                  </a:cubicBezTo>
                  <a:lnTo>
                    <a:pt x="73174" y="27472"/>
                  </a:lnTo>
                  <a:lnTo>
                    <a:pt x="73174" y="27472"/>
                  </a:lnTo>
                  <a:lnTo>
                    <a:pt x="72032" y="25948"/>
                  </a:lnTo>
                  <a:cubicBezTo>
                    <a:pt x="69555" y="22538"/>
                    <a:pt x="66698" y="19426"/>
                    <a:pt x="63523" y="16677"/>
                  </a:cubicBezTo>
                  <a:cubicBezTo>
                    <a:pt x="59967" y="13394"/>
                    <a:pt x="55902" y="10708"/>
                    <a:pt x="51458" y="8739"/>
                  </a:cubicBezTo>
                  <a:cubicBezTo>
                    <a:pt x="63396" y="5971"/>
                    <a:pt x="75778" y="11070"/>
                    <a:pt x="82255" y="21439"/>
                  </a:cubicBezTo>
                  <a:lnTo>
                    <a:pt x="92415" y="36679"/>
                  </a:lnTo>
                  <a:cubicBezTo>
                    <a:pt x="110385" y="63603"/>
                    <a:pt x="77111" y="86400"/>
                    <a:pt x="75714" y="8747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62" name="Google Shape;1262;p48"/>
            <p:cNvSpPr/>
            <p:nvPr/>
          </p:nvSpPr>
          <p:spPr>
            <a:xfrm>
              <a:off x="2681970" y="4797282"/>
              <a:ext cx="496887" cy="662368"/>
            </a:xfrm>
            <a:custGeom>
              <a:rect b="b" l="l" r="r" t="t"/>
              <a:pathLst>
                <a:path extrusionOk="0" h="662368" w="496887">
                  <a:moveTo>
                    <a:pt x="23051" y="0"/>
                  </a:moveTo>
                  <a:lnTo>
                    <a:pt x="473901" y="0"/>
                  </a:lnTo>
                  <a:cubicBezTo>
                    <a:pt x="486607" y="38"/>
                    <a:pt x="496888" y="10344"/>
                    <a:pt x="496888" y="23051"/>
                  </a:cubicBezTo>
                  <a:lnTo>
                    <a:pt x="496888" y="158623"/>
                  </a:lnTo>
                  <a:cubicBezTo>
                    <a:pt x="496881" y="163138"/>
                    <a:pt x="495554" y="167551"/>
                    <a:pt x="493078" y="171323"/>
                  </a:cubicBezTo>
                  <a:lnTo>
                    <a:pt x="459359" y="222123"/>
                  </a:lnTo>
                  <a:cubicBezTo>
                    <a:pt x="456857" y="225889"/>
                    <a:pt x="455517" y="230302"/>
                    <a:pt x="455486" y="234823"/>
                  </a:cubicBezTo>
                  <a:lnTo>
                    <a:pt x="455486" y="639382"/>
                  </a:lnTo>
                  <a:cubicBezTo>
                    <a:pt x="455486" y="652075"/>
                    <a:pt x="445192" y="662369"/>
                    <a:pt x="432499" y="662369"/>
                  </a:cubicBezTo>
                  <a:lnTo>
                    <a:pt x="23051" y="662369"/>
                  </a:lnTo>
                  <a:cubicBezTo>
                    <a:pt x="10344" y="662369"/>
                    <a:pt x="38" y="652088"/>
                    <a:pt x="0" y="639382"/>
                  </a:cubicBezTo>
                  <a:lnTo>
                    <a:pt x="0" y="23051"/>
                  </a:lnTo>
                  <a:cubicBezTo>
                    <a:pt x="32" y="10332"/>
                    <a:pt x="10332" y="32"/>
                    <a:pt x="230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63" name="Google Shape;1263;p48"/>
            <p:cNvSpPr/>
            <p:nvPr/>
          </p:nvSpPr>
          <p:spPr>
            <a:xfrm>
              <a:off x="2679621" y="4794932"/>
              <a:ext cx="501650" cy="667130"/>
            </a:xfrm>
            <a:custGeom>
              <a:rect b="b" l="l" r="r" t="t"/>
              <a:pathLst>
                <a:path extrusionOk="0" h="667130" w="501650">
                  <a:moveTo>
                    <a:pt x="434721" y="667004"/>
                  </a:moveTo>
                  <a:lnTo>
                    <a:pt x="25400" y="667004"/>
                  </a:lnTo>
                  <a:cubicBezTo>
                    <a:pt x="11373" y="667004"/>
                    <a:pt x="0" y="655631"/>
                    <a:pt x="0" y="641604"/>
                  </a:cubicBezTo>
                  <a:lnTo>
                    <a:pt x="0" y="25400"/>
                  </a:lnTo>
                  <a:cubicBezTo>
                    <a:pt x="0" y="11373"/>
                    <a:pt x="11373" y="0"/>
                    <a:pt x="25400" y="0"/>
                  </a:cubicBezTo>
                  <a:lnTo>
                    <a:pt x="476250" y="0"/>
                  </a:lnTo>
                  <a:cubicBezTo>
                    <a:pt x="490277" y="0"/>
                    <a:pt x="501650" y="11373"/>
                    <a:pt x="501650" y="25400"/>
                  </a:cubicBezTo>
                  <a:lnTo>
                    <a:pt x="501650" y="160973"/>
                  </a:lnTo>
                  <a:cubicBezTo>
                    <a:pt x="501644" y="165970"/>
                    <a:pt x="500164" y="170847"/>
                    <a:pt x="497396" y="175006"/>
                  </a:cubicBezTo>
                  <a:lnTo>
                    <a:pt x="463677" y="225806"/>
                  </a:lnTo>
                  <a:cubicBezTo>
                    <a:pt x="461442" y="229222"/>
                    <a:pt x="460248" y="233217"/>
                    <a:pt x="460248" y="237299"/>
                  </a:cubicBezTo>
                  <a:lnTo>
                    <a:pt x="460248" y="641731"/>
                  </a:lnTo>
                  <a:cubicBezTo>
                    <a:pt x="460248" y="655758"/>
                    <a:pt x="448875" y="667131"/>
                    <a:pt x="434848" y="667131"/>
                  </a:cubicBezTo>
                  <a:close/>
                  <a:moveTo>
                    <a:pt x="25400" y="4826"/>
                  </a:moveTo>
                  <a:cubicBezTo>
                    <a:pt x="13970" y="4826"/>
                    <a:pt x="4699" y="14097"/>
                    <a:pt x="4699" y="25527"/>
                  </a:cubicBezTo>
                  <a:lnTo>
                    <a:pt x="4699" y="641731"/>
                  </a:lnTo>
                  <a:cubicBezTo>
                    <a:pt x="4699" y="653161"/>
                    <a:pt x="13970" y="662432"/>
                    <a:pt x="25400" y="662432"/>
                  </a:cubicBezTo>
                  <a:lnTo>
                    <a:pt x="434721" y="662432"/>
                  </a:lnTo>
                  <a:cubicBezTo>
                    <a:pt x="446151" y="662432"/>
                    <a:pt x="455422" y="653161"/>
                    <a:pt x="455422" y="641731"/>
                  </a:cubicBezTo>
                  <a:lnTo>
                    <a:pt x="455422" y="237046"/>
                  </a:lnTo>
                  <a:cubicBezTo>
                    <a:pt x="455409" y="232048"/>
                    <a:pt x="456889" y="227159"/>
                    <a:pt x="459677" y="223012"/>
                  </a:cubicBezTo>
                  <a:lnTo>
                    <a:pt x="493332" y="172212"/>
                  </a:lnTo>
                  <a:cubicBezTo>
                    <a:pt x="495618" y="168815"/>
                    <a:pt x="496837" y="164814"/>
                    <a:pt x="496824" y="160718"/>
                  </a:cubicBezTo>
                  <a:lnTo>
                    <a:pt x="496824" y="25400"/>
                  </a:lnTo>
                  <a:cubicBezTo>
                    <a:pt x="496824" y="13970"/>
                    <a:pt x="487553" y="4699"/>
                    <a:pt x="476123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64" name="Google Shape;1264;p48"/>
            <p:cNvSpPr/>
            <p:nvPr/>
          </p:nvSpPr>
          <p:spPr>
            <a:xfrm>
              <a:off x="2716133" y="4874117"/>
              <a:ext cx="379857" cy="544131"/>
            </a:xfrm>
            <a:custGeom>
              <a:rect b="b" l="l" r="r" t="t"/>
              <a:pathLst>
                <a:path extrusionOk="0" h="544131" w="379857">
                  <a:moveTo>
                    <a:pt x="0" y="0"/>
                  </a:moveTo>
                  <a:lnTo>
                    <a:pt x="379857" y="0"/>
                  </a:lnTo>
                  <a:lnTo>
                    <a:pt x="379857" y="544132"/>
                  </a:lnTo>
                  <a:lnTo>
                    <a:pt x="0" y="5441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65" name="Google Shape;1265;p48"/>
            <p:cNvSpPr/>
            <p:nvPr/>
          </p:nvSpPr>
          <p:spPr>
            <a:xfrm>
              <a:off x="2713784" y="4871831"/>
              <a:ext cx="384492" cy="548703"/>
            </a:xfrm>
            <a:custGeom>
              <a:rect b="b" l="l" r="r" t="t"/>
              <a:pathLst>
                <a:path extrusionOk="0" h="548703" w="384492">
                  <a:moveTo>
                    <a:pt x="384492" y="548704"/>
                  </a:moveTo>
                  <a:lnTo>
                    <a:pt x="0" y="548704"/>
                  </a:lnTo>
                  <a:lnTo>
                    <a:pt x="0" y="0"/>
                  </a:lnTo>
                  <a:lnTo>
                    <a:pt x="384492" y="0"/>
                  </a:lnTo>
                  <a:lnTo>
                    <a:pt x="384492" y="548704"/>
                  </a:lnTo>
                  <a:close/>
                  <a:moveTo>
                    <a:pt x="4763" y="543877"/>
                  </a:moveTo>
                  <a:lnTo>
                    <a:pt x="379984" y="543877"/>
                  </a:lnTo>
                  <a:lnTo>
                    <a:pt x="379984" y="4127"/>
                  </a:lnTo>
                  <a:lnTo>
                    <a:pt x="4763" y="4127"/>
                  </a:lnTo>
                  <a:lnTo>
                    <a:pt x="4763" y="543877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66" name="Google Shape;1266;p48"/>
            <p:cNvSpPr/>
            <p:nvPr/>
          </p:nvSpPr>
          <p:spPr>
            <a:xfrm>
              <a:off x="2765029" y="5060489"/>
              <a:ext cx="282003" cy="22796"/>
            </a:xfrm>
            <a:custGeom>
              <a:rect b="b" l="l" r="r" t="t"/>
              <a:pathLst>
                <a:path extrusionOk="0" h="22796" w="282003">
                  <a:moveTo>
                    <a:pt x="282004" y="22796"/>
                  </a:moveTo>
                  <a:lnTo>
                    <a:pt x="0" y="22796"/>
                  </a:lnTo>
                  <a:lnTo>
                    <a:pt x="0" y="0"/>
                  </a:lnTo>
                  <a:lnTo>
                    <a:pt x="282004" y="0"/>
                  </a:lnTo>
                  <a:lnTo>
                    <a:pt x="282004" y="22796"/>
                  </a:lnTo>
                  <a:lnTo>
                    <a:pt x="282004" y="22796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67" name="Google Shape;1267;p48"/>
            <p:cNvSpPr/>
            <p:nvPr/>
          </p:nvSpPr>
          <p:spPr>
            <a:xfrm>
              <a:off x="2762742" y="5058140"/>
              <a:ext cx="286575" cy="27368"/>
            </a:xfrm>
            <a:custGeom>
              <a:rect b="b" l="l" r="r" t="t"/>
              <a:pathLst>
                <a:path extrusionOk="0" h="27368" w="286575">
                  <a:moveTo>
                    <a:pt x="284290" y="27368"/>
                  </a:moveTo>
                  <a:lnTo>
                    <a:pt x="2286" y="27368"/>
                  </a:lnTo>
                  <a:cubicBezTo>
                    <a:pt x="1022" y="27368"/>
                    <a:pt x="0" y="26346"/>
                    <a:pt x="0" y="25083"/>
                  </a:cubicBezTo>
                  <a:lnTo>
                    <a:pt x="0" y="2286"/>
                  </a:lnTo>
                  <a:cubicBezTo>
                    <a:pt x="0" y="1022"/>
                    <a:pt x="1022" y="0"/>
                    <a:pt x="2286" y="0"/>
                  </a:cubicBezTo>
                  <a:lnTo>
                    <a:pt x="284290" y="0"/>
                  </a:lnTo>
                  <a:cubicBezTo>
                    <a:pt x="285553" y="0"/>
                    <a:pt x="286576" y="1022"/>
                    <a:pt x="286576" y="2286"/>
                  </a:cubicBezTo>
                  <a:lnTo>
                    <a:pt x="286576" y="25083"/>
                  </a:lnTo>
                  <a:cubicBezTo>
                    <a:pt x="286576" y="26346"/>
                    <a:pt x="285553" y="27368"/>
                    <a:pt x="284290" y="27368"/>
                  </a:cubicBezTo>
                  <a:close/>
                  <a:moveTo>
                    <a:pt x="4890" y="22796"/>
                  </a:moveTo>
                  <a:lnTo>
                    <a:pt x="282258" y="22796"/>
                  </a:lnTo>
                  <a:lnTo>
                    <a:pt x="282258" y="4572"/>
                  </a:lnTo>
                  <a:lnTo>
                    <a:pt x="4636" y="4572"/>
                  </a:lnTo>
                  <a:lnTo>
                    <a:pt x="4636" y="22796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68" name="Google Shape;1268;p48"/>
            <p:cNvSpPr/>
            <p:nvPr/>
          </p:nvSpPr>
          <p:spPr>
            <a:xfrm>
              <a:off x="2765029" y="5118275"/>
              <a:ext cx="282003" cy="22796"/>
            </a:xfrm>
            <a:custGeom>
              <a:rect b="b" l="l" r="r" t="t"/>
              <a:pathLst>
                <a:path extrusionOk="0" h="22796" w="282003">
                  <a:moveTo>
                    <a:pt x="282004" y="22796"/>
                  </a:moveTo>
                  <a:lnTo>
                    <a:pt x="0" y="22796"/>
                  </a:lnTo>
                  <a:lnTo>
                    <a:pt x="0" y="0"/>
                  </a:lnTo>
                  <a:lnTo>
                    <a:pt x="282004" y="0"/>
                  </a:lnTo>
                  <a:lnTo>
                    <a:pt x="282004" y="22796"/>
                  </a:lnTo>
                  <a:lnTo>
                    <a:pt x="282004" y="22796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69" name="Google Shape;1269;p48"/>
            <p:cNvSpPr/>
            <p:nvPr/>
          </p:nvSpPr>
          <p:spPr>
            <a:xfrm>
              <a:off x="2762742" y="5115925"/>
              <a:ext cx="286575" cy="27431"/>
            </a:xfrm>
            <a:custGeom>
              <a:rect b="b" l="l" r="r" t="t"/>
              <a:pathLst>
                <a:path extrusionOk="0" h="27431" w="286575">
                  <a:moveTo>
                    <a:pt x="284290" y="27432"/>
                  </a:moveTo>
                  <a:lnTo>
                    <a:pt x="2286" y="27432"/>
                  </a:lnTo>
                  <a:cubicBezTo>
                    <a:pt x="1022" y="27432"/>
                    <a:pt x="0" y="26409"/>
                    <a:pt x="0" y="25146"/>
                  </a:cubicBezTo>
                  <a:lnTo>
                    <a:pt x="0" y="2349"/>
                  </a:lnTo>
                  <a:cubicBezTo>
                    <a:pt x="0" y="1079"/>
                    <a:pt x="1016" y="32"/>
                    <a:pt x="2286" y="0"/>
                  </a:cubicBezTo>
                  <a:lnTo>
                    <a:pt x="284290" y="0"/>
                  </a:lnTo>
                  <a:cubicBezTo>
                    <a:pt x="285560" y="32"/>
                    <a:pt x="286576" y="1079"/>
                    <a:pt x="286576" y="2349"/>
                  </a:cubicBezTo>
                  <a:lnTo>
                    <a:pt x="286576" y="25146"/>
                  </a:lnTo>
                  <a:cubicBezTo>
                    <a:pt x="286576" y="26409"/>
                    <a:pt x="285553" y="27432"/>
                    <a:pt x="284290" y="27432"/>
                  </a:cubicBezTo>
                  <a:close/>
                  <a:moveTo>
                    <a:pt x="4890" y="22796"/>
                  </a:moveTo>
                  <a:lnTo>
                    <a:pt x="282258" y="22796"/>
                  </a:lnTo>
                  <a:lnTo>
                    <a:pt x="282258" y="4635"/>
                  </a:lnTo>
                  <a:lnTo>
                    <a:pt x="4636" y="4635"/>
                  </a:lnTo>
                  <a:lnTo>
                    <a:pt x="4636" y="22796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70" name="Google Shape;1270;p48"/>
            <p:cNvSpPr/>
            <p:nvPr/>
          </p:nvSpPr>
          <p:spPr>
            <a:xfrm>
              <a:off x="2765029" y="5175996"/>
              <a:ext cx="282003" cy="22796"/>
            </a:xfrm>
            <a:custGeom>
              <a:rect b="b" l="l" r="r" t="t"/>
              <a:pathLst>
                <a:path extrusionOk="0" h="22796" w="282003">
                  <a:moveTo>
                    <a:pt x="282004" y="22797"/>
                  </a:moveTo>
                  <a:lnTo>
                    <a:pt x="0" y="22797"/>
                  </a:lnTo>
                  <a:lnTo>
                    <a:pt x="0" y="0"/>
                  </a:lnTo>
                  <a:lnTo>
                    <a:pt x="282004" y="0"/>
                  </a:lnTo>
                  <a:lnTo>
                    <a:pt x="282004" y="22797"/>
                  </a:lnTo>
                  <a:lnTo>
                    <a:pt x="282004" y="22797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2762742" y="5173710"/>
              <a:ext cx="286575" cy="27368"/>
            </a:xfrm>
            <a:custGeom>
              <a:rect b="b" l="l" r="r" t="t"/>
              <a:pathLst>
                <a:path extrusionOk="0" h="27368" w="286575">
                  <a:moveTo>
                    <a:pt x="284290" y="27368"/>
                  </a:moveTo>
                  <a:lnTo>
                    <a:pt x="2286" y="27368"/>
                  </a:lnTo>
                  <a:cubicBezTo>
                    <a:pt x="1022" y="27368"/>
                    <a:pt x="0" y="26346"/>
                    <a:pt x="0" y="25083"/>
                  </a:cubicBezTo>
                  <a:lnTo>
                    <a:pt x="0" y="2286"/>
                  </a:lnTo>
                  <a:cubicBezTo>
                    <a:pt x="0" y="1022"/>
                    <a:pt x="1022" y="0"/>
                    <a:pt x="2286" y="0"/>
                  </a:cubicBezTo>
                  <a:lnTo>
                    <a:pt x="284290" y="0"/>
                  </a:lnTo>
                  <a:cubicBezTo>
                    <a:pt x="285553" y="0"/>
                    <a:pt x="286576" y="1022"/>
                    <a:pt x="286576" y="2286"/>
                  </a:cubicBezTo>
                  <a:lnTo>
                    <a:pt x="286576" y="25083"/>
                  </a:lnTo>
                  <a:cubicBezTo>
                    <a:pt x="286576" y="26346"/>
                    <a:pt x="285553" y="27368"/>
                    <a:pt x="284290" y="27368"/>
                  </a:cubicBezTo>
                  <a:close/>
                  <a:moveTo>
                    <a:pt x="4890" y="22796"/>
                  </a:moveTo>
                  <a:lnTo>
                    <a:pt x="282258" y="22796"/>
                  </a:lnTo>
                  <a:lnTo>
                    <a:pt x="282258" y="4572"/>
                  </a:lnTo>
                  <a:lnTo>
                    <a:pt x="4636" y="4572"/>
                  </a:lnTo>
                  <a:lnTo>
                    <a:pt x="4636" y="22796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72" name="Google Shape;1272;p48"/>
            <p:cNvSpPr/>
            <p:nvPr/>
          </p:nvSpPr>
          <p:spPr>
            <a:xfrm>
              <a:off x="2765029" y="5233781"/>
              <a:ext cx="282003" cy="22796"/>
            </a:xfrm>
            <a:custGeom>
              <a:rect b="b" l="l" r="r" t="t"/>
              <a:pathLst>
                <a:path extrusionOk="0" h="22796" w="282003">
                  <a:moveTo>
                    <a:pt x="282004" y="22797"/>
                  </a:moveTo>
                  <a:lnTo>
                    <a:pt x="0" y="22797"/>
                  </a:lnTo>
                  <a:lnTo>
                    <a:pt x="0" y="0"/>
                  </a:lnTo>
                  <a:lnTo>
                    <a:pt x="282004" y="0"/>
                  </a:lnTo>
                  <a:lnTo>
                    <a:pt x="282004" y="22797"/>
                  </a:lnTo>
                  <a:lnTo>
                    <a:pt x="282004" y="22797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2762742" y="5231495"/>
              <a:ext cx="286575" cy="27368"/>
            </a:xfrm>
            <a:custGeom>
              <a:rect b="b" l="l" r="r" t="t"/>
              <a:pathLst>
                <a:path extrusionOk="0" h="27368" w="286575">
                  <a:moveTo>
                    <a:pt x="284290" y="27368"/>
                  </a:moveTo>
                  <a:lnTo>
                    <a:pt x="2286" y="27368"/>
                  </a:lnTo>
                  <a:cubicBezTo>
                    <a:pt x="1022" y="27368"/>
                    <a:pt x="0" y="26346"/>
                    <a:pt x="0" y="25083"/>
                  </a:cubicBezTo>
                  <a:lnTo>
                    <a:pt x="0" y="2286"/>
                  </a:lnTo>
                  <a:cubicBezTo>
                    <a:pt x="0" y="1022"/>
                    <a:pt x="1022" y="0"/>
                    <a:pt x="2286" y="0"/>
                  </a:cubicBezTo>
                  <a:lnTo>
                    <a:pt x="284290" y="0"/>
                  </a:lnTo>
                  <a:cubicBezTo>
                    <a:pt x="285553" y="0"/>
                    <a:pt x="286576" y="1022"/>
                    <a:pt x="286576" y="2286"/>
                  </a:cubicBezTo>
                  <a:lnTo>
                    <a:pt x="286576" y="25083"/>
                  </a:lnTo>
                  <a:cubicBezTo>
                    <a:pt x="286576" y="26346"/>
                    <a:pt x="285553" y="27368"/>
                    <a:pt x="284290" y="27368"/>
                  </a:cubicBezTo>
                  <a:close/>
                  <a:moveTo>
                    <a:pt x="4890" y="22797"/>
                  </a:moveTo>
                  <a:lnTo>
                    <a:pt x="282258" y="22797"/>
                  </a:lnTo>
                  <a:lnTo>
                    <a:pt x="282258" y="4572"/>
                  </a:lnTo>
                  <a:lnTo>
                    <a:pt x="4636" y="4572"/>
                  </a:lnTo>
                  <a:lnTo>
                    <a:pt x="4636" y="22797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74" name="Google Shape;1274;p48"/>
            <p:cNvSpPr/>
            <p:nvPr/>
          </p:nvSpPr>
          <p:spPr>
            <a:xfrm>
              <a:off x="2765029" y="5291503"/>
              <a:ext cx="282003" cy="22796"/>
            </a:xfrm>
            <a:custGeom>
              <a:rect b="b" l="l" r="r" t="t"/>
              <a:pathLst>
                <a:path extrusionOk="0" h="22796" w="282003">
                  <a:moveTo>
                    <a:pt x="282004" y="22797"/>
                  </a:moveTo>
                  <a:lnTo>
                    <a:pt x="0" y="22797"/>
                  </a:lnTo>
                  <a:lnTo>
                    <a:pt x="0" y="0"/>
                  </a:lnTo>
                  <a:lnTo>
                    <a:pt x="282004" y="0"/>
                  </a:lnTo>
                  <a:lnTo>
                    <a:pt x="282004" y="22797"/>
                  </a:lnTo>
                  <a:lnTo>
                    <a:pt x="282004" y="22797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2762988" y="5289026"/>
              <a:ext cx="286584" cy="27559"/>
            </a:xfrm>
            <a:custGeom>
              <a:rect b="b" l="l" r="r" t="t"/>
              <a:pathLst>
                <a:path extrusionOk="0" h="27559" w="286584">
                  <a:moveTo>
                    <a:pt x="284044" y="27559"/>
                  </a:moveTo>
                  <a:lnTo>
                    <a:pt x="2041" y="27559"/>
                  </a:lnTo>
                  <a:cubicBezTo>
                    <a:pt x="803" y="27426"/>
                    <a:pt x="-99" y="26321"/>
                    <a:pt x="9" y="25083"/>
                  </a:cubicBezTo>
                  <a:lnTo>
                    <a:pt x="9" y="2286"/>
                  </a:lnTo>
                  <a:cubicBezTo>
                    <a:pt x="9" y="1022"/>
                    <a:pt x="1031" y="0"/>
                    <a:pt x="2295" y="0"/>
                  </a:cubicBezTo>
                  <a:lnTo>
                    <a:pt x="284298" y="0"/>
                  </a:lnTo>
                  <a:cubicBezTo>
                    <a:pt x="285562" y="0"/>
                    <a:pt x="286584" y="1022"/>
                    <a:pt x="286584" y="2286"/>
                  </a:cubicBezTo>
                  <a:lnTo>
                    <a:pt x="286584" y="25083"/>
                  </a:lnTo>
                  <a:cubicBezTo>
                    <a:pt x="286584" y="26346"/>
                    <a:pt x="285562" y="27368"/>
                    <a:pt x="284298" y="27368"/>
                  </a:cubicBezTo>
                  <a:close/>
                  <a:moveTo>
                    <a:pt x="4644" y="22987"/>
                  </a:moveTo>
                  <a:lnTo>
                    <a:pt x="282012" y="22987"/>
                  </a:lnTo>
                  <a:lnTo>
                    <a:pt x="282012" y="4763"/>
                  </a:lnTo>
                  <a:lnTo>
                    <a:pt x="4390" y="4763"/>
                  </a:lnTo>
                  <a:lnTo>
                    <a:pt x="4390" y="22987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2765029" y="5349287"/>
              <a:ext cx="282003" cy="22796"/>
            </a:xfrm>
            <a:custGeom>
              <a:rect b="b" l="l" r="r" t="t"/>
              <a:pathLst>
                <a:path extrusionOk="0" h="22796" w="282003">
                  <a:moveTo>
                    <a:pt x="282004" y="22797"/>
                  </a:moveTo>
                  <a:lnTo>
                    <a:pt x="0" y="22797"/>
                  </a:lnTo>
                  <a:lnTo>
                    <a:pt x="0" y="0"/>
                  </a:lnTo>
                  <a:lnTo>
                    <a:pt x="282004" y="0"/>
                  </a:lnTo>
                  <a:lnTo>
                    <a:pt x="282004" y="22797"/>
                  </a:lnTo>
                  <a:lnTo>
                    <a:pt x="282004" y="22797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2762742" y="5347001"/>
              <a:ext cx="286575" cy="27368"/>
            </a:xfrm>
            <a:custGeom>
              <a:rect b="b" l="l" r="r" t="t"/>
              <a:pathLst>
                <a:path extrusionOk="0" h="27368" w="286575">
                  <a:moveTo>
                    <a:pt x="284290" y="27368"/>
                  </a:moveTo>
                  <a:lnTo>
                    <a:pt x="2286" y="27368"/>
                  </a:lnTo>
                  <a:cubicBezTo>
                    <a:pt x="1022" y="27368"/>
                    <a:pt x="0" y="26346"/>
                    <a:pt x="0" y="25083"/>
                  </a:cubicBezTo>
                  <a:lnTo>
                    <a:pt x="0" y="2286"/>
                  </a:lnTo>
                  <a:cubicBezTo>
                    <a:pt x="0" y="1022"/>
                    <a:pt x="1022" y="0"/>
                    <a:pt x="2286" y="0"/>
                  </a:cubicBezTo>
                  <a:lnTo>
                    <a:pt x="284290" y="0"/>
                  </a:lnTo>
                  <a:cubicBezTo>
                    <a:pt x="285553" y="0"/>
                    <a:pt x="286576" y="1022"/>
                    <a:pt x="286576" y="2286"/>
                  </a:cubicBezTo>
                  <a:lnTo>
                    <a:pt x="286576" y="25083"/>
                  </a:lnTo>
                  <a:cubicBezTo>
                    <a:pt x="286576" y="26346"/>
                    <a:pt x="285553" y="27368"/>
                    <a:pt x="284290" y="27368"/>
                  </a:cubicBezTo>
                  <a:close/>
                  <a:moveTo>
                    <a:pt x="4890" y="22797"/>
                  </a:moveTo>
                  <a:lnTo>
                    <a:pt x="282258" y="22797"/>
                  </a:lnTo>
                  <a:lnTo>
                    <a:pt x="282258" y="4572"/>
                  </a:lnTo>
                  <a:lnTo>
                    <a:pt x="4636" y="4572"/>
                  </a:lnTo>
                  <a:lnTo>
                    <a:pt x="4636" y="22797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78" name="Google Shape;1278;p48"/>
            <p:cNvSpPr/>
            <p:nvPr/>
          </p:nvSpPr>
          <p:spPr>
            <a:xfrm>
              <a:off x="3975783" y="3360595"/>
              <a:ext cx="1771205" cy="9207"/>
            </a:xfrm>
            <a:custGeom>
              <a:rect b="b" l="l" r="r" t="t"/>
              <a:pathLst>
                <a:path extrusionOk="0" h="9207" w="1771205">
                  <a:moveTo>
                    <a:pt x="1766634" y="9207"/>
                  </a:moveTo>
                  <a:lnTo>
                    <a:pt x="4572" y="9207"/>
                  </a:lnTo>
                  <a:cubicBezTo>
                    <a:pt x="2038" y="9176"/>
                    <a:pt x="0" y="7106"/>
                    <a:pt x="0" y="4572"/>
                  </a:cubicBezTo>
                  <a:cubicBezTo>
                    <a:pt x="0" y="2045"/>
                    <a:pt x="2045" y="0"/>
                    <a:pt x="4572" y="0"/>
                  </a:cubicBezTo>
                  <a:lnTo>
                    <a:pt x="1766634" y="0"/>
                  </a:lnTo>
                  <a:cubicBezTo>
                    <a:pt x="1769161" y="0"/>
                    <a:pt x="1771206" y="2045"/>
                    <a:pt x="1771206" y="4572"/>
                  </a:cubicBezTo>
                  <a:cubicBezTo>
                    <a:pt x="1771206" y="7106"/>
                    <a:pt x="1769167" y="9176"/>
                    <a:pt x="1766634" y="9207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79" name="Google Shape;1279;p48"/>
            <p:cNvSpPr/>
            <p:nvPr/>
          </p:nvSpPr>
          <p:spPr>
            <a:xfrm>
              <a:off x="3934125" y="3339263"/>
              <a:ext cx="50801" cy="50797"/>
            </a:xfrm>
            <a:custGeom>
              <a:rect b="b" l="l" r="r" t="t"/>
              <a:pathLst>
                <a:path extrusionOk="0" h="50797" w="50801">
                  <a:moveTo>
                    <a:pt x="25719" y="50796"/>
                  </a:moveTo>
                  <a:cubicBezTo>
                    <a:pt x="11692" y="50973"/>
                    <a:pt x="180" y="39740"/>
                    <a:pt x="2" y="25713"/>
                  </a:cubicBezTo>
                  <a:cubicBezTo>
                    <a:pt x="-169" y="11686"/>
                    <a:pt x="11057" y="173"/>
                    <a:pt x="25085" y="2"/>
                  </a:cubicBezTo>
                  <a:cubicBezTo>
                    <a:pt x="39112" y="-176"/>
                    <a:pt x="50624" y="11051"/>
                    <a:pt x="50802" y="25078"/>
                  </a:cubicBezTo>
                  <a:cubicBezTo>
                    <a:pt x="50802" y="25186"/>
                    <a:pt x="50802" y="25288"/>
                    <a:pt x="50802" y="25396"/>
                  </a:cubicBezTo>
                  <a:cubicBezTo>
                    <a:pt x="50802" y="39302"/>
                    <a:pt x="39626" y="50624"/>
                    <a:pt x="25719" y="50796"/>
                  </a:cubicBezTo>
                  <a:close/>
                  <a:moveTo>
                    <a:pt x="25719" y="9775"/>
                  </a:moveTo>
                  <a:cubicBezTo>
                    <a:pt x="16918" y="9775"/>
                    <a:pt x="9781" y="16912"/>
                    <a:pt x="9781" y="25713"/>
                  </a:cubicBezTo>
                  <a:cubicBezTo>
                    <a:pt x="9781" y="34514"/>
                    <a:pt x="16918" y="41652"/>
                    <a:pt x="25719" y="41652"/>
                  </a:cubicBezTo>
                  <a:cubicBezTo>
                    <a:pt x="34521" y="41652"/>
                    <a:pt x="41658" y="34514"/>
                    <a:pt x="41658" y="25713"/>
                  </a:cubicBezTo>
                  <a:cubicBezTo>
                    <a:pt x="41658" y="25694"/>
                    <a:pt x="41658" y="25669"/>
                    <a:pt x="41658" y="25650"/>
                  </a:cubicBezTo>
                  <a:cubicBezTo>
                    <a:pt x="41658" y="16880"/>
                    <a:pt x="34552" y="9775"/>
                    <a:pt x="25783" y="9775"/>
                  </a:cubicBezTo>
                  <a:cubicBezTo>
                    <a:pt x="25764" y="9775"/>
                    <a:pt x="25738" y="9775"/>
                    <a:pt x="25719" y="977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5737527" y="3339259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25400" y="50800"/>
                  </a:moveTo>
                  <a:cubicBezTo>
                    <a:pt x="11373" y="50800"/>
                    <a:pt x="0" y="39427"/>
                    <a:pt x="0" y="25400"/>
                  </a:cubicBezTo>
                  <a:cubicBezTo>
                    <a:pt x="0" y="11373"/>
                    <a:pt x="11373" y="0"/>
                    <a:pt x="25400" y="0"/>
                  </a:cubicBezTo>
                  <a:cubicBezTo>
                    <a:pt x="39427" y="0"/>
                    <a:pt x="50800" y="11373"/>
                    <a:pt x="50800" y="25400"/>
                  </a:cubicBezTo>
                  <a:cubicBezTo>
                    <a:pt x="50800" y="39427"/>
                    <a:pt x="39427" y="50800"/>
                    <a:pt x="25400" y="50800"/>
                  </a:cubicBezTo>
                  <a:close/>
                  <a:moveTo>
                    <a:pt x="25400" y="9779"/>
                  </a:moveTo>
                  <a:cubicBezTo>
                    <a:pt x="16599" y="9741"/>
                    <a:pt x="9436" y="16853"/>
                    <a:pt x="9398" y="25654"/>
                  </a:cubicBezTo>
                  <a:cubicBezTo>
                    <a:pt x="9366" y="34455"/>
                    <a:pt x="16472" y="41618"/>
                    <a:pt x="25273" y="41656"/>
                  </a:cubicBezTo>
                  <a:cubicBezTo>
                    <a:pt x="34074" y="41688"/>
                    <a:pt x="41237" y="34582"/>
                    <a:pt x="41275" y="25781"/>
                  </a:cubicBezTo>
                  <a:cubicBezTo>
                    <a:pt x="41275" y="25737"/>
                    <a:pt x="41275" y="25698"/>
                    <a:pt x="41275" y="25654"/>
                  </a:cubicBezTo>
                  <a:cubicBezTo>
                    <a:pt x="41237" y="16904"/>
                    <a:pt x="34150" y="9811"/>
                    <a:pt x="25400" y="9779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3511979" y="5170980"/>
              <a:ext cx="2233295" cy="9207"/>
            </a:xfrm>
            <a:custGeom>
              <a:rect b="b" l="l" r="r" t="t"/>
              <a:pathLst>
                <a:path extrusionOk="0" h="9207" w="2233295">
                  <a:moveTo>
                    <a:pt x="2228659" y="9207"/>
                  </a:moveTo>
                  <a:lnTo>
                    <a:pt x="4572" y="9207"/>
                  </a:lnTo>
                  <a:cubicBezTo>
                    <a:pt x="2038" y="9169"/>
                    <a:pt x="0" y="7105"/>
                    <a:pt x="0" y="4572"/>
                  </a:cubicBezTo>
                  <a:cubicBezTo>
                    <a:pt x="0" y="2044"/>
                    <a:pt x="2044" y="0"/>
                    <a:pt x="4572" y="0"/>
                  </a:cubicBezTo>
                  <a:lnTo>
                    <a:pt x="2228659" y="0"/>
                  </a:lnTo>
                  <a:cubicBezTo>
                    <a:pt x="2231193" y="0"/>
                    <a:pt x="2233263" y="2038"/>
                    <a:pt x="2233295" y="4572"/>
                  </a:cubicBezTo>
                  <a:cubicBezTo>
                    <a:pt x="2233295" y="7131"/>
                    <a:pt x="2231219" y="9207"/>
                    <a:pt x="2228659" y="9207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3470385" y="5149902"/>
              <a:ext cx="50801" cy="50797"/>
            </a:xfrm>
            <a:custGeom>
              <a:rect b="b" l="l" r="r" t="t"/>
              <a:pathLst>
                <a:path extrusionOk="0" h="50797" w="50801">
                  <a:moveTo>
                    <a:pt x="25719" y="50796"/>
                  </a:moveTo>
                  <a:cubicBezTo>
                    <a:pt x="11692" y="50974"/>
                    <a:pt x="179" y="39740"/>
                    <a:pt x="2" y="25713"/>
                  </a:cubicBezTo>
                  <a:cubicBezTo>
                    <a:pt x="-170" y="11686"/>
                    <a:pt x="11057" y="174"/>
                    <a:pt x="25084" y="2"/>
                  </a:cubicBezTo>
                  <a:cubicBezTo>
                    <a:pt x="39112" y="-176"/>
                    <a:pt x="50624" y="11051"/>
                    <a:pt x="50802" y="25078"/>
                  </a:cubicBezTo>
                  <a:cubicBezTo>
                    <a:pt x="50802" y="25186"/>
                    <a:pt x="50802" y="25288"/>
                    <a:pt x="50802" y="25396"/>
                  </a:cubicBezTo>
                  <a:cubicBezTo>
                    <a:pt x="50802" y="39302"/>
                    <a:pt x="39626" y="50624"/>
                    <a:pt x="25719" y="50796"/>
                  </a:cubicBezTo>
                  <a:close/>
                  <a:moveTo>
                    <a:pt x="25719" y="9775"/>
                  </a:moveTo>
                  <a:cubicBezTo>
                    <a:pt x="16918" y="9737"/>
                    <a:pt x="9755" y="16849"/>
                    <a:pt x="9717" y="25650"/>
                  </a:cubicBezTo>
                  <a:cubicBezTo>
                    <a:pt x="9685" y="34451"/>
                    <a:pt x="16791" y="41614"/>
                    <a:pt x="25592" y="41652"/>
                  </a:cubicBezTo>
                  <a:cubicBezTo>
                    <a:pt x="34393" y="41684"/>
                    <a:pt x="41563" y="34578"/>
                    <a:pt x="41594" y="25777"/>
                  </a:cubicBezTo>
                  <a:cubicBezTo>
                    <a:pt x="41594" y="25732"/>
                    <a:pt x="41594" y="25694"/>
                    <a:pt x="41594" y="25650"/>
                  </a:cubicBezTo>
                  <a:cubicBezTo>
                    <a:pt x="41594" y="16881"/>
                    <a:pt x="34489" y="9775"/>
                    <a:pt x="25719" y="977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5735749" y="5149898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25400" y="50800"/>
                  </a:moveTo>
                  <a:cubicBezTo>
                    <a:pt x="11373" y="50800"/>
                    <a:pt x="0" y="39427"/>
                    <a:pt x="0" y="25400"/>
                  </a:cubicBezTo>
                  <a:cubicBezTo>
                    <a:pt x="0" y="11373"/>
                    <a:pt x="11373" y="0"/>
                    <a:pt x="25400" y="0"/>
                  </a:cubicBezTo>
                  <a:cubicBezTo>
                    <a:pt x="39427" y="0"/>
                    <a:pt x="50800" y="11373"/>
                    <a:pt x="50800" y="25400"/>
                  </a:cubicBezTo>
                  <a:cubicBezTo>
                    <a:pt x="50800" y="39427"/>
                    <a:pt x="39427" y="50800"/>
                    <a:pt x="25400" y="50800"/>
                  </a:cubicBezTo>
                  <a:close/>
                  <a:moveTo>
                    <a:pt x="25400" y="9779"/>
                  </a:moveTo>
                  <a:cubicBezTo>
                    <a:pt x="16599" y="9779"/>
                    <a:pt x="9461" y="16916"/>
                    <a:pt x="9461" y="25717"/>
                  </a:cubicBezTo>
                  <a:cubicBezTo>
                    <a:pt x="9461" y="34518"/>
                    <a:pt x="16599" y="41656"/>
                    <a:pt x="25400" y="41656"/>
                  </a:cubicBezTo>
                  <a:cubicBezTo>
                    <a:pt x="34201" y="41656"/>
                    <a:pt x="41338" y="34518"/>
                    <a:pt x="41338" y="25717"/>
                  </a:cubicBezTo>
                  <a:cubicBezTo>
                    <a:pt x="41338" y="25698"/>
                    <a:pt x="41338" y="25673"/>
                    <a:pt x="41338" y="25654"/>
                  </a:cubicBezTo>
                  <a:cubicBezTo>
                    <a:pt x="41338" y="16885"/>
                    <a:pt x="34233" y="9779"/>
                    <a:pt x="25463" y="9779"/>
                  </a:cubicBezTo>
                  <a:cubicBezTo>
                    <a:pt x="25444" y="9779"/>
                    <a:pt x="25419" y="9779"/>
                    <a:pt x="25400" y="9779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84" name="Google Shape;1284;p48"/>
            <p:cNvSpPr/>
            <p:nvPr/>
          </p:nvSpPr>
          <p:spPr>
            <a:xfrm>
              <a:off x="9965420" y="3721782"/>
              <a:ext cx="667131" cy="129032"/>
            </a:xfrm>
            <a:custGeom>
              <a:rect b="b" l="l" r="r" t="t"/>
              <a:pathLst>
                <a:path extrusionOk="0" h="129032" w="667131">
                  <a:moveTo>
                    <a:pt x="641731" y="128905"/>
                  </a:moveTo>
                  <a:lnTo>
                    <a:pt x="25400" y="128905"/>
                  </a:lnTo>
                  <a:cubicBezTo>
                    <a:pt x="11367" y="128905"/>
                    <a:pt x="0" y="117532"/>
                    <a:pt x="0" y="103505"/>
                  </a:cubicBezTo>
                  <a:lnTo>
                    <a:pt x="0" y="25400"/>
                  </a:lnTo>
                  <a:cubicBezTo>
                    <a:pt x="0" y="11373"/>
                    <a:pt x="11367" y="0"/>
                    <a:pt x="25400" y="0"/>
                  </a:cubicBezTo>
                  <a:lnTo>
                    <a:pt x="641731" y="0"/>
                  </a:lnTo>
                  <a:cubicBezTo>
                    <a:pt x="655765" y="0"/>
                    <a:pt x="667131" y="11373"/>
                    <a:pt x="667131" y="25400"/>
                  </a:cubicBezTo>
                  <a:lnTo>
                    <a:pt x="667131" y="103632"/>
                  </a:lnTo>
                  <a:cubicBezTo>
                    <a:pt x="667131" y="117659"/>
                    <a:pt x="655765" y="129032"/>
                    <a:pt x="641731" y="129032"/>
                  </a:cubicBezTo>
                  <a:close/>
                  <a:moveTo>
                    <a:pt x="25400" y="4826"/>
                  </a:moveTo>
                  <a:cubicBezTo>
                    <a:pt x="13970" y="4858"/>
                    <a:pt x="4763" y="14110"/>
                    <a:pt x="4699" y="25527"/>
                  </a:cubicBezTo>
                  <a:lnTo>
                    <a:pt x="4699" y="103759"/>
                  </a:lnTo>
                  <a:cubicBezTo>
                    <a:pt x="4763" y="115176"/>
                    <a:pt x="13970" y="124428"/>
                    <a:pt x="25400" y="124460"/>
                  </a:cubicBezTo>
                  <a:lnTo>
                    <a:pt x="641731" y="124460"/>
                  </a:lnTo>
                  <a:cubicBezTo>
                    <a:pt x="653161" y="124428"/>
                    <a:pt x="662369" y="115176"/>
                    <a:pt x="662432" y="103759"/>
                  </a:cubicBezTo>
                  <a:lnTo>
                    <a:pt x="662432" y="25400"/>
                  </a:lnTo>
                  <a:cubicBezTo>
                    <a:pt x="662369" y="13983"/>
                    <a:pt x="653161" y="4731"/>
                    <a:pt x="641731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85" name="Google Shape;1285;p48"/>
            <p:cNvSpPr/>
            <p:nvPr/>
          </p:nvSpPr>
          <p:spPr>
            <a:xfrm>
              <a:off x="9965420" y="3845988"/>
              <a:ext cx="667131" cy="128968"/>
            </a:xfrm>
            <a:custGeom>
              <a:rect b="b" l="l" r="r" t="t"/>
              <a:pathLst>
                <a:path extrusionOk="0" h="128968" w="667131">
                  <a:moveTo>
                    <a:pt x="641731" y="128905"/>
                  </a:moveTo>
                  <a:lnTo>
                    <a:pt x="25400" y="128905"/>
                  </a:lnTo>
                  <a:cubicBezTo>
                    <a:pt x="11367" y="128905"/>
                    <a:pt x="0" y="117532"/>
                    <a:pt x="0" y="103505"/>
                  </a:cubicBezTo>
                  <a:lnTo>
                    <a:pt x="0" y="25400"/>
                  </a:lnTo>
                  <a:cubicBezTo>
                    <a:pt x="0" y="11373"/>
                    <a:pt x="11367" y="0"/>
                    <a:pt x="25400" y="0"/>
                  </a:cubicBezTo>
                  <a:lnTo>
                    <a:pt x="641731" y="0"/>
                  </a:lnTo>
                  <a:cubicBezTo>
                    <a:pt x="655765" y="0"/>
                    <a:pt x="667131" y="11373"/>
                    <a:pt x="667131" y="25400"/>
                  </a:cubicBezTo>
                  <a:lnTo>
                    <a:pt x="667131" y="103568"/>
                  </a:lnTo>
                  <a:cubicBezTo>
                    <a:pt x="667131" y="117596"/>
                    <a:pt x="655765" y="128968"/>
                    <a:pt x="641731" y="128968"/>
                  </a:cubicBezTo>
                  <a:close/>
                  <a:moveTo>
                    <a:pt x="25400" y="4699"/>
                  </a:moveTo>
                  <a:cubicBezTo>
                    <a:pt x="13970" y="4699"/>
                    <a:pt x="4699" y="13970"/>
                    <a:pt x="4699" y="25400"/>
                  </a:cubicBezTo>
                  <a:lnTo>
                    <a:pt x="4699" y="103568"/>
                  </a:lnTo>
                  <a:cubicBezTo>
                    <a:pt x="4699" y="114999"/>
                    <a:pt x="13970" y="124270"/>
                    <a:pt x="25400" y="124270"/>
                  </a:cubicBezTo>
                  <a:lnTo>
                    <a:pt x="641731" y="124270"/>
                  </a:lnTo>
                  <a:cubicBezTo>
                    <a:pt x="653161" y="124270"/>
                    <a:pt x="662432" y="114999"/>
                    <a:pt x="662432" y="103568"/>
                  </a:cubicBezTo>
                  <a:lnTo>
                    <a:pt x="662432" y="25400"/>
                  </a:lnTo>
                  <a:cubicBezTo>
                    <a:pt x="662432" y="13970"/>
                    <a:pt x="653161" y="4699"/>
                    <a:pt x="641731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86" name="Google Shape;1286;p48"/>
            <p:cNvSpPr/>
            <p:nvPr/>
          </p:nvSpPr>
          <p:spPr>
            <a:xfrm>
              <a:off x="9965420" y="3970194"/>
              <a:ext cx="667131" cy="128968"/>
            </a:xfrm>
            <a:custGeom>
              <a:rect b="b" l="l" r="r" t="t"/>
              <a:pathLst>
                <a:path extrusionOk="0" h="128968" w="667131">
                  <a:moveTo>
                    <a:pt x="641731" y="128905"/>
                  </a:moveTo>
                  <a:lnTo>
                    <a:pt x="25400" y="128905"/>
                  </a:lnTo>
                  <a:cubicBezTo>
                    <a:pt x="11367" y="128905"/>
                    <a:pt x="0" y="117532"/>
                    <a:pt x="0" y="103505"/>
                  </a:cubicBezTo>
                  <a:lnTo>
                    <a:pt x="0" y="25400"/>
                  </a:lnTo>
                  <a:cubicBezTo>
                    <a:pt x="0" y="11373"/>
                    <a:pt x="11367" y="0"/>
                    <a:pt x="25400" y="0"/>
                  </a:cubicBezTo>
                  <a:lnTo>
                    <a:pt x="641731" y="0"/>
                  </a:lnTo>
                  <a:cubicBezTo>
                    <a:pt x="655765" y="0"/>
                    <a:pt x="667131" y="11373"/>
                    <a:pt x="667131" y="25400"/>
                  </a:cubicBezTo>
                  <a:lnTo>
                    <a:pt x="667131" y="103569"/>
                  </a:lnTo>
                  <a:cubicBezTo>
                    <a:pt x="667131" y="117596"/>
                    <a:pt x="655765" y="128969"/>
                    <a:pt x="641731" y="128969"/>
                  </a:cubicBezTo>
                  <a:close/>
                  <a:moveTo>
                    <a:pt x="25400" y="4699"/>
                  </a:moveTo>
                  <a:cubicBezTo>
                    <a:pt x="13970" y="4699"/>
                    <a:pt x="4699" y="13970"/>
                    <a:pt x="4699" y="25400"/>
                  </a:cubicBezTo>
                  <a:lnTo>
                    <a:pt x="4699" y="103569"/>
                  </a:lnTo>
                  <a:cubicBezTo>
                    <a:pt x="4699" y="114999"/>
                    <a:pt x="13970" y="124270"/>
                    <a:pt x="25400" y="124270"/>
                  </a:cubicBezTo>
                  <a:lnTo>
                    <a:pt x="641731" y="124270"/>
                  </a:lnTo>
                  <a:cubicBezTo>
                    <a:pt x="653161" y="124270"/>
                    <a:pt x="662432" y="114999"/>
                    <a:pt x="662432" y="103569"/>
                  </a:cubicBezTo>
                  <a:lnTo>
                    <a:pt x="662432" y="25400"/>
                  </a:lnTo>
                  <a:cubicBezTo>
                    <a:pt x="662432" y="13970"/>
                    <a:pt x="653161" y="4699"/>
                    <a:pt x="641731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87" name="Google Shape;1287;p48"/>
            <p:cNvSpPr/>
            <p:nvPr/>
          </p:nvSpPr>
          <p:spPr>
            <a:xfrm>
              <a:off x="9965420" y="4094337"/>
              <a:ext cx="667131" cy="129032"/>
            </a:xfrm>
            <a:custGeom>
              <a:rect b="b" l="l" r="r" t="t"/>
              <a:pathLst>
                <a:path extrusionOk="0" h="129032" w="667131">
                  <a:moveTo>
                    <a:pt x="641731" y="128905"/>
                  </a:moveTo>
                  <a:lnTo>
                    <a:pt x="25400" y="128905"/>
                  </a:lnTo>
                  <a:cubicBezTo>
                    <a:pt x="11367" y="128905"/>
                    <a:pt x="0" y="117532"/>
                    <a:pt x="0" y="103505"/>
                  </a:cubicBezTo>
                  <a:lnTo>
                    <a:pt x="0" y="25400"/>
                  </a:lnTo>
                  <a:cubicBezTo>
                    <a:pt x="0" y="11373"/>
                    <a:pt x="11367" y="0"/>
                    <a:pt x="25400" y="0"/>
                  </a:cubicBezTo>
                  <a:lnTo>
                    <a:pt x="641731" y="0"/>
                  </a:lnTo>
                  <a:cubicBezTo>
                    <a:pt x="655765" y="0"/>
                    <a:pt x="667131" y="11373"/>
                    <a:pt x="667131" y="25400"/>
                  </a:cubicBezTo>
                  <a:lnTo>
                    <a:pt x="667131" y="103632"/>
                  </a:lnTo>
                  <a:cubicBezTo>
                    <a:pt x="667131" y="117659"/>
                    <a:pt x="655765" y="129032"/>
                    <a:pt x="641731" y="129032"/>
                  </a:cubicBezTo>
                  <a:close/>
                  <a:moveTo>
                    <a:pt x="25400" y="4763"/>
                  </a:moveTo>
                  <a:cubicBezTo>
                    <a:pt x="13970" y="4763"/>
                    <a:pt x="4763" y="13989"/>
                    <a:pt x="4699" y="25400"/>
                  </a:cubicBezTo>
                  <a:lnTo>
                    <a:pt x="4699" y="103632"/>
                  </a:lnTo>
                  <a:cubicBezTo>
                    <a:pt x="4699" y="115062"/>
                    <a:pt x="13970" y="124333"/>
                    <a:pt x="25400" y="124333"/>
                  </a:cubicBezTo>
                  <a:lnTo>
                    <a:pt x="641731" y="124333"/>
                  </a:lnTo>
                  <a:cubicBezTo>
                    <a:pt x="653161" y="124333"/>
                    <a:pt x="662432" y="115062"/>
                    <a:pt x="662432" y="103632"/>
                  </a:cubicBezTo>
                  <a:lnTo>
                    <a:pt x="662432" y="25400"/>
                  </a:lnTo>
                  <a:cubicBezTo>
                    <a:pt x="662369" y="13989"/>
                    <a:pt x="653161" y="4763"/>
                    <a:pt x="641731" y="4763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88" name="Google Shape;1288;p48"/>
            <p:cNvSpPr/>
            <p:nvPr/>
          </p:nvSpPr>
          <p:spPr>
            <a:xfrm>
              <a:off x="10009236" y="3765598"/>
              <a:ext cx="41402" cy="41401"/>
            </a:xfrm>
            <a:custGeom>
              <a:rect b="b" l="l" r="r" t="t"/>
              <a:pathLst>
                <a:path extrusionOk="0" h="41401" w="41402">
                  <a:moveTo>
                    <a:pt x="0" y="20701"/>
                  </a:moveTo>
                  <a:cubicBezTo>
                    <a:pt x="0" y="9271"/>
                    <a:pt x="9271" y="0"/>
                    <a:pt x="20701" y="0"/>
                  </a:cubicBezTo>
                  <a:cubicBezTo>
                    <a:pt x="32131" y="0"/>
                    <a:pt x="41402" y="9271"/>
                    <a:pt x="41402" y="20701"/>
                  </a:cubicBezTo>
                  <a:cubicBezTo>
                    <a:pt x="41402" y="32131"/>
                    <a:pt x="32131" y="41402"/>
                    <a:pt x="20701" y="41402"/>
                  </a:cubicBezTo>
                  <a:cubicBezTo>
                    <a:pt x="9271" y="41402"/>
                    <a:pt x="0" y="32131"/>
                    <a:pt x="0" y="207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89" name="Google Shape;1289;p48"/>
            <p:cNvSpPr/>
            <p:nvPr/>
          </p:nvSpPr>
          <p:spPr>
            <a:xfrm>
              <a:off x="10006950" y="3763185"/>
              <a:ext cx="45973" cy="45973"/>
            </a:xfrm>
            <a:custGeom>
              <a:rect b="b" l="l" r="r" t="t"/>
              <a:pathLst>
                <a:path extrusionOk="0" h="45973" w="45973">
                  <a:moveTo>
                    <a:pt x="22987" y="45974"/>
                  </a:moveTo>
                  <a:cubicBezTo>
                    <a:pt x="10287" y="45974"/>
                    <a:pt x="0" y="35681"/>
                    <a:pt x="0" y="22987"/>
                  </a:cubicBezTo>
                  <a:cubicBezTo>
                    <a:pt x="0" y="10293"/>
                    <a:pt x="10287" y="0"/>
                    <a:pt x="22987" y="0"/>
                  </a:cubicBezTo>
                  <a:cubicBezTo>
                    <a:pt x="35687" y="0"/>
                    <a:pt x="45974" y="10293"/>
                    <a:pt x="45974" y="22987"/>
                  </a:cubicBezTo>
                  <a:cubicBezTo>
                    <a:pt x="45910" y="35668"/>
                    <a:pt x="35687" y="45942"/>
                    <a:pt x="22987" y="45974"/>
                  </a:cubicBezTo>
                  <a:close/>
                  <a:moveTo>
                    <a:pt x="22987" y="4572"/>
                  </a:moveTo>
                  <a:cubicBezTo>
                    <a:pt x="12827" y="4534"/>
                    <a:pt x="4572" y="12751"/>
                    <a:pt x="4508" y="22923"/>
                  </a:cubicBezTo>
                  <a:cubicBezTo>
                    <a:pt x="4445" y="33096"/>
                    <a:pt x="12700" y="41364"/>
                    <a:pt x="22860" y="41402"/>
                  </a:cubicBezTo>
                  <a:cubicBezTo>
                    <a:pt x="33020" y="41434"/>
                    <a:pt x="41275" y="33223"/>
                    <a:pt x="41339" y="23051"/>
                  </a:cubicBezTo>
                  <a:cubicBezTo>
                    <a:pt x="41339" y="23031"/>
                    <a:pt x="41339" y="23006"/>
                    <a:pt x="41339" y="22987"/>
                  </a:cubicBezTo>
                  <a:cubicBezTo>
                    <a:pt x="41339" y="12840"/>
                    <a:pt x="33147" y="4610"/>
                    <a:pt x="22987" y="4572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0" name="Google Shape;1290;p48"/>
            <p:cNvSpPr/>
            <p:nvPr/>
          </p:nvSpPr>
          <p:spPr>
            <a:xfrm>
              <a:off x="10423192" y="3765598"/>
              <a:ext cx="165481" cy="41401"/>
            </a:xfrm>
            <a:custGeom>
              <a:rect b="b" l="l" r="r" t="t"/>
              <a:pathLst>
                <a:path extrusionOk="0" h="41401" w="165481">
                  <a:moveTo>
                    <a:pt x="0" y="41402"/>
                  </a:moveTo>
                  <a:lnTo>
                    <a:pt x="165481" y="41402"/>
                  </a:lnTo>
                  <a:lnTo>
                    <a:pt x="165481" y="0"/>
                  </a:lnTo>
                  <a:lnTo>
                    <a:pt x="0" y="0"/>
                  </a:lnTo>
                  <a:lnTo>
                    <a:pt x="0" y="41402"/>
                  </a:lnTo>
                  <a:lnTo>
                    <a:pt x="0" y="41402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1" name="Google Shape;1291;p48"/>
            <p:cNvSpPr/>
            <p:nvPr/>
          </p:nvSpPr>
          <p:spPr>
            <a:xfrm>
              <a:off x="10420842" y="3763185"/>
              <a:ext cx="170243" cy="45973"/>
            </a:xfrm>
            <a:custGeom>
              <a:rect b="b" l="l" r="r" t="t"/>
              <a:pathLst>
                <a:path extrusionOk="0" h="45973" w="170243">
                  <a:moveTo>
                    <a:pt x="167894" y="45974"/>
                  </a:moveTo>
                  <a:lnTo>
                    <a:pt x="2349" y="45974"/>
                  </a:lnTo>
                  <a:cubicBezTo>
                    <a:pt x="1080" y="45974"/>
                    <a:pt x="64" y="44958"/>
                    <a:pt x="0" y="43688"/>
                  </a:cubicBezTo>
                  <a:lnTo>
                    <a:pt x="0" y="2286"/>
                  </a:lnTo>
                  <a:cubicBezTo>
                    <a:pt x="64" y="1016"/>
                    <a:pt x="1080" y="0"/>
                    <a:pt x="2349" y="0"/>
                  </a:cubicBezTo>
                  <a:lnTo>
                    <a:pt x="167894" y="0"/>
                  </a:lnTo>
                  <a:cubicBezTo>
                    <a:pt x="169164" y="0"/>
                    <a:pt x="170180" y="1016"/>
                    <a:pt x="170244" y="2286"/>
                  </a:cubicBezTo>
                  <a:lnTo>
                    <a:pt x="170244" y="43688"/>
                  </a:lnTo>
                  <a:cubicBezTo>
                    <a:pt x="170180" y="44958"/>
                    <a:pt x="169164" y="45974"/>
                    <a:pt x="167894" y="45974"/>
                  </a:cubicBezTo>
                  <a:close/>
                  <a:moveTo>
                    <a:pt x="4635" y="41402"/>
                  </a:moveTo>
                  <a:lnTo>
                    <a:pt x="165354" y="41402"/>
                  </a:lnTo>
                  <a:lnTo>
                    <a:pt x="165354" y="4572"/>
                  </a:lnTo>
                  <a:lnTo>
                    <a:pt x="4382" y="4572"/>
                  </a:lnTo>
                  <a:lnTo>
                    <a:pt x="4382" y="41402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2" name="Google Shape;1292;p48"/>
            <p:cNvSpPr/>
            <p:nvPr/>
          </p:nvSpPr>
          <p:spPr>
            <a:xfrm>
              <a:off x="10009236" y="3890057"/>
              <a:ext cx="41402" cy="41402"/>
            </a:xfrm>
            <a:custGeom>
              <a:rect b="b" l="l" r="r" t="t"/>
              <a:pathLst>
                <a:path extrusionOk="0" h="41402" w="41402">
                  <a:moveTo>
                    <a:pt x="0" y="20701"/>
                  </a:moveTo>
                  <a:cubicBezTo>
                    <a:pt x="0" y="9271"/>
                    <a:pt x="9271" y="0"/>
                    <a:pt x="20701" y="0"/>
                  </a:cubicBezTo>
                  <a:cubicBezTo>
                    <a:pt x="32131" y="0"/>
                    <a:pt x="41402" y="9271"/>
                    <a:pt x="41402" y="20701"/>
                  </a:cubicBezTo>
                  <a:cubicBezTo>
                    <a:pt x="41402" y="32131"/>
                    <a:pt x="32131" y="41402"/>
                    <a:pt x="20701" y="41402"/>
                  </a:cubicBezTo>
                  <a:cubicBezTo>
                    <a:pt x="9271" y="41402"/>
                    <a:pt x="0" y="32131"/>
                    <a:pt x="0" y="207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3" name="Google Shape;1293;p48"/>
            <p:cNvSpPr/>
            <p:nvPr/>
          </p:nvSpPr>
          <p:spPr>
            <a:xfrm>
              <a:off x="10006822" y="3887517"/>
              <a:ext cx="45974" cy="46228"/>
            </a:xfrm>
            <a:custGeom>
              <a:rect b="b" l="l" r="r" t="t"/>
              <a:pathLst>
                <a:path extrusionOk="0" h="46228" w="45974">
                  <a:moveTo>
                    <a:pt x="23114" y="45974"/>
                  </a:moveTo>
                  <a:cubicBezTo>
                    <a:pt x="10414" y="46044"/>
                    <a:pt x="64" y="35808"/>
                    <a:pt x="0" y="23114"/>
                  </a:cubicBezTo>
                  <a:cubicBezTo>
                    <a:pt x="-63" y="10421"/>
                    <a:pt x="10160" y="70"/>
                    <a:pt x="22860" y="0"/>
                  </a:cubicBezTo>
                  <a:cubicBezTo>
                    <a:pt x="35560" y="-69"/>
                    <a:pt x="45911" y="10167"/>
                    <a:pt x="45974" y="22860"/>
                  </a:cubicBezTo>
                  <a:cubicBezTo>
                    <a:pt x="45974" y="22987"/>
                    <a:pt x="45974" y="23114"/>
                    <a:pt x="45974" y="23241"/>
                  </a:cubicBezTo>
                  <a:cubicBezTo>
                    <a:pt x="45911" y="35922"/>
                    <a:pt x="35687" y="46190"/>
                    <a:pt x="22987" y="46228"/>
                  </a:cubicBezTo>
                  <a:close/>
                  <a:moveTo>
                    <a:pt x="23114" y="4572"/>
                  </a:moveTo>
                  <a:cubicBezTo>
                    <a:pt x="12955" y="4534"/>
                    <a:pt x="4699" y="12751"/>
                    <a:pt x="4636" y="22924"/>
                  </a:cubicBezTo>
                  <a:cubicBezTo>
                    <a:pt x="4572" y="33097"/>
                    <a:pt x="12827" y="41364"/>
                    <a:pt x="22987" y="41402"/>
                  </a:cubicBezTo>
                  <a:cubicBezTo>
                    <a:pt x="33147" y="41434"/>
                    <a:pt x="41402" y="33224"/>
                    <a:pt x="41466" y="23051"/>
                  </a:cubicBezTo>
                  <a:cubicBezTo>
                    <a:pt x="41466" y="23032"/>
                    <a:pt x="41466" y="23007"/>
                    <a:pt x="41466" y="22987"/>
                  </a:cubicBezTo>
                  <a:cubicBezTo>
                    <a:pt x="41466" y="12840"/>
                    <a:pt x="33274" y="4604"/>
                    <a:pt x="23114" y="4572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4" name="Google Shape;1294;p48"/>
            <p:cNvSpPr/>
            <p:nvPr/>
          </p:nvSpPr>
          <p:spPr>
            <a:xfrm>
              <a:off x="10423192" y="3889804"/>
              <a:ext cx="165481" cy="41401"/>
            </a:xfrm>
            <a:custGeom>
              <a:rect b="b" l="l" r="r" t="t"/>
              <a:pathLst>
                <a:path extrusionOk="0" h="41401" w="165481">
                  <a:moveTo>
                    <a:pt x="0" y="41402"/>
                  </a:moveTo>
                  <a:lnTo>
                    <a:pt x="165481" y="41402"/>
                  </a:lnTo>
                  <a:lnTo>
                    <a:pt x="165481" y="0"/>
                  </a:lnTo>
                  <a:lnTo>
                    <a:pt x="0" y="0"/>
                  </a:lnTo>
                  <a:lnTo>
                    <a:pt x="0" y="41402"/>
                  </a:lnTo>
                  <a:lnTo>
                    <a:pt x="0" y="41402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5" name="Google Shape;1295;p48"/>
            <p:cNvSpPr/>
            <p:nvPr/>
          </p:nvSpPr>
          <p:spPr>
            <a:xfrm>
              <a:off x="10420842" y="3887517"/>
              <a:ext cx="170243" cy="45973"/>
            </a:xfrm>
            <a:custGeom>
              <a:rect b="b" l="l" r="r" t="t"/>
              <a:pathLst>
                <a:path extrusionOk="0" h="45973" w="170243">
                  <a:moveTo>
                    <a:pt x="167894" y="45974"/>
                  </a:moveTo>
                  <a:lnTo>
                    <a:pt x="2349" y="45974"/>
                  </a:lnTo>
                  <a:cubicBezTo>
                    <a:pt x="1080" y="45974"/>
                    <a:pt x="64" y="44958"/>
                    <a:pt x="0" y="43688"/>
                  </a:cubicBezTo>
                  <a:lnTo>
                    <a:pt x="0" y="2286"/>
                  </a:lnTo>
                  <a:cubicBezTo>
                    <a:pt x="64" y="1016"/>
                    <a:pt x="1080" y="0"/>
                    <a:pt x="2349" y="0"/>
                  </a:cubicBezTo>
                  <a:lnTo>
                    <a:pt x="167894" y="0"/>
                  </a:lnTo>
                  <a:cubicBezTo>
                    <a:pt x="169164" y="0"/>
                    <a:pt x="170180" y="1016"/>
                    <a:pt x="170244" y="2286"/>
                  </a:cubicBezTo>
                  <a:lnTo>
                    <a:pt x="170244" y="43688"/>
                  </a:lnTo>
                  <a:cubicBezTo>
                    <a:pt x="170180" y="44958"/>
                    <a:pt x="169164" y="45974"/>
                    <a:pt x="167894" y="45974"/>
                  </a:cubicBezTo>
                  <a:close/>
                  <a:moveTo>
                    <a:pt x="4635" y="41339"/>
                  </a:moveTo>
                  <a:lnTo>
                    <a:pt x="165354" y="41339"/>
                  </a:lnTo>
                  <a:lnTo>
                    <a:pt x="165354" y="4572"/>
                  </a:lnTo>
                  <a:lnTo>
                    <a:pt x="4382" y="4572"/>
                  </a:lnTo>
                  <a:lnTo>
                    <a:pt x="4382" y="41339"/>
                  </a:lnTo>
                  <a:close/>
                </a:path>
              </a:pathLst>
            </a:custGeom>
            <a:solidFill>
              <a:srgbClr val="002E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6" name="Google Shape;1296;p48"/>
            <p:cNvSpPr/>
            <p:nvPr/>
          </p:nvSpPr>
          <p:spPr>
            <a:xfrm>
              <a:off x="10009236" y="4013946"/>
              <a:ext cx="41402" cy="41401"/>
            </a:xfrm>
            <a:custGeom>
              <a:rect b="b" l="l" r="r" t="t"/>
              <a:pathLst>
                <a:path extrusionOk="0" h="41401" w="41402">
                  <a:moveTo>
                    <a:pt x="0" y="20701"/>
                  </a:moveTo>
                  <a:cubicBezTo>
                    <a:pt x="0" y="9271"/>
                    <a:pt x="9271" y="0"/>
                    <a:pt x="20701" y="0"/>
                  </a:cubicBezTo>
                  <a:cubicBezTo>
                    <a:pt x="32131" y="0"/>
                    <a:pt x="41402" y="9271"/>
                    <a:pt x="41402" y="20701"/>
                  </a:cubicBezTo>
                  <a:cubicBezTo>
                    <a:pt x="41402" y="32131"/>
                    <a:pt x="32131" y="41402"/>
                    <a:pt x="20701" y="41402"/>
                  </a:cubicBezTo>
                  <a:cubicBezTo>
                    <a:pt x="9271" y="41402"/>
                    <a:pt x="0" y="32131"/>
                    <a:pt x="0" y="207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7" name="Google Shape;1297;p48"/>
            <p:cNvSpPr/>
            <p:nvPr/>
          </p:nvSpPr>
          <p:spPr>
            <a:xfrm>
              <a:off x="10006822" y="4011596"/>
              <a:ext cx="46101" cy="46101"/>
            </a:xfrm>
            <a:custGeom>
              <a:rect b="b" l="l" r="r" t="t"/>
              <a:pathLst>
                <a:path extrusionOk="0" h="46101" w="46101">
                  <a:moveTo>
                    <a:pt x="23114" y="46101"/>
                  </a:moveTo>
                  <a:cubicBezTo>
                    <a:pt x="10414" y="46139"/>
                    <a:pt x="64" y="35846"/>
                    <a:pt x="0" y="23114"/>
                  </a:cubicBezTo>
                  <a:cubicBezTo>
                    <a:pt x="-63" y="10382"/>
                    <a:pt x="10287" y="38"/>
                    <a:pt x="22987" y="0"/>
                  </a:cubicBezTo>
                  <a:cubicBezTo>
                    <a:pt x="35687" y="-32"/>
                    <a:pt x="46038" y="10255"/>
                    <a:pt x="46101" y="22987"/>
                  </a:cubicBezTo>
                  <a:cubicBezTo>
                    <a:pt x="46101" y="23006"/>
                    <a:pt x="46101" y="23031"/>
                    <a:pt x="46101" y="23051"/>
                  </a:cubicBezTo>
                  <a:cubicBezTo>
                    <a:pt x="46038" y="35744"/>
                    <a:pt x="35814" y="46031"/>
                    <a:pt x="23114" y="46101"/>
                  </a:cubicBezTo>
                  <a:close/>
                  <a:moveTo>
                    <a:pt x="23114" y="4699"/>
                  </a:moveTo>
                  <a:cubicBezTo>
                    <a:pt x="12955" y="4661"/>
                    <a:pt x="4699" y="12878"/>
                    <a:pt x="4636" y="23051"/>
                  </a:cubicBezTo>
                  <a:cubicBezTo>
                    <a:pt x="4572" y="33223"/>
                    <a:pt x="12827" y="41491"/>
                    <a:pt x="22987" y="41529"/>
                  </a:cubicBezTo>
                  <a:cubicBezTo>
                    <a:pt x="33147" y="41567"/>
                    <a:pt x="41402" y="33350"/>
                    <a:pt x="41466" y="23178"/>
                  </a:cubicBezTo>
                  <a:cubicBezTo>
                    <a:pt x="41466" y="23133"/>
                    <a:pt x="41466" y="23095"/>
                    <a:pt x="41466" y="23051"/>
                  </a:cubicBezTo>
                  <a:cubicBezTo>
                    <a:pt x="41402" y="12929"/>
                    <a:pt x="33211" y="4731"/>
                    <a:pt x="23114" y="469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8" name="Google Shape;1298;p48"/>
            <p:cNvSpPr/>
            <p:nvPr/>
          </p:nvSpPr>
          <p:spPr>
            <a:xfrm>
              <a:off x="10423192" y="4013946"/>
              <a:ext cx="165481" cy="41401"/>
            </a:xfrm>
            <a:custGeom>
              <a:rect b="b" l="l" r="r" t="t"/>
              <a:pathLst>
                <a:path extrusionOk="0" h="41401" w="165481">
                  <a:moveTo>
                    <a:pt x="0" y="41402"/>
                  </a:moveTo>
                  <a:lnTo>
                    <a:pt x="165481" y="41402"/>
                  </a:lnTo>
                  <a:lnTo>
                    <a:pt x="165481" y="0"/>
                  </a:lnTo>
                  <a:lnTo>
                    <a:pt x="0" y="0"/>
                  </a:lnTo>
                  <a:lnTo>
                    <a:pt x="0" y="41402"/>
                  </a:lnTo>
                  <a:lnTo>
                    <a:pt x="0" y="41402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9" name="Google Shape;1299;p48"/>
            <p:cNvSpPr/>
            <p:nvPr/>
          </p:nvSpPr>
          <p:spPr>
            <a:xfrm>
              <a:off x="10420842" y="4011660"/>
              <a:ext cx="170243" cy="46037"/>
            </a:xfrm>
            <a:custGeom>
              <a:rect b="b" l="l" r="r" t="t"/>
              <a:pathLst>
                <a:path extrusionOk="0" h="46037" w="170243">
                  <a:moveTo>
                    <a:pt x="167894" y="46038"/>
                  </a:moveTo>
                  <a:lnTo>
                    <a:pt x="2349" y="46038"/>
                  </a:lnTo>
                  <a:cubicBezTo>
                    <a:pt x="1080" y="46006"/>
                    <a:pt x="64" y="44971"/>
                    <a:pt x="0" y="43688"/>
                  </a:cubicBezTo>
                  <a:lnTo>
                    <a:pt x="0" y="2286"/>
                  </a:lnTo>
                  <a:cubicBezTo>
                    <a:pt x="64" y="1016"/>
                    <a:pt x="1080" y="0"/>
                    <a:pt x="2349" y="0"/>
                  </a:cubicBezTo>
                  <a:lnTo>
                    <a:pt x="167894" y="0"/>
                  </a:lnTo>
                  <a:cubicBezTo>
                    <a:pt x="169164" y="0"/>
                    <a:pt x="170180" y="1016"/>
                    <a:pt x="170244" y="2286"/>
                  </a:cubicBezTo>
                  <a:lnTo>
                    <a:pt x="170244" y="43688"/>
                  </a:lnTo>
                  <a:cubicBezTo>
                    <a:pt x="170180" y="44971"/>
                    <a:pt x="169164" y="46006"/>
                    <a:pt x="167894" y="46038"/>
                  </a:cubicBezTo>
                  <a:close/>
                  <a:moveTo>
                    <a:pt x="4635" y="41402"/>
                  </a:moveTo>
                  <a:lnTo>
                    <a:pt x="165354" y="41402"/>
                  </a:lnTo>
                  <a:lnTo>
                    <a:pt x="165354" y="4635"/>
                  </a:lnTo>
                  <a:lnTo>
                    <a:pt x="4382" y="4635"/>
                  </a:lnTo>
                  <a:lnTo>
                    <a:pt x="4382" y="41402"/>
                  </a:lnTo>
                  <a:close/>
                </a:path>
              </a:pathLst>
            </a:custGeom>
            <a:solidFill>
              <a:srgbClr val="002E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0" name="Google Shape;1300;p48"/>
            <p:cNvSpPr/>
            <p:nvPr/>
          </p:nvSpPr>
          <p:spPr>
            <a:xfrm>
              <a:off x="10009236" y="4138152"/>
              <a:ext cx="41402" cy="41401"/>
            </a:xfrm>
            <a:custGeom>
              <a:rect b="b" l="l" r="r" t="t"/>
              <a:pathLst>
                <a:path extrusionOk="0" h="41401" w="41402">
                  <a:moveTo>
                    <a:pt x="0" y="20701"/>
                  </a:moveTo>
                  <a:cubicBezTo>
                    <a:pt x="0" y="9271"/>
                    <a:pt x="9271" y="0"/>
                    <a:pt x="20701" y="0"/>
                  </a:cubicBezTo>
                  <a:cubicBezTo>
                    <a:pt x="32131" y="0"/>
                    <a:pt x="41402" y="9271"/>
                    <a:pt x="41402" y="20701"/>
                  </a:cubicBezTo>
                  <a:cubicBezTo>
                    <a:pt x="41402" y="32131"/>
                    <a:pt x="32131" y="41402"/>
                    <a:pt x="20701" y="41402"/>
                  </a:cubicBezTo>
                  <a:cubicBezTo>
                    <a:pt x="9271" y="41402"/>
                    <a:pt x="0" y="32131"/>
                    <a:pt x="0" y="2070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1" name="Google Shape;1301;p48"/>
            <p:cNvSpPr/>
            <p:nvPr/>
          </p:nvSpPr>
          <p:spPr>
            <a:xfrm>
              <a:off x="10006950" y="4135866"/>
              <a:ext cx="45973" cy="45973"/>
            </a:xfrm>
            <a:custGeom>
              <a:rect b="b" l="l" r="r" t="t"/>
              <a:pathLst>
                <a:path extrusionOk="0" h="45973" w="45973">
                  <a:moveTo>
                    <a:pt x="22987" y="45974"/>
                  </a:moveTo>
                  <a:cubicBezTo>
                    <a:pt x="10287" y="45974"/>
                    <a:pt x="0" y="35681"/>
                    <a:pt x="0" y="22987"/>
                  </a:cubicBezTo>
                  <a:cubicBezTo>
                    <a:pt x="0" y="10293"/>
                    <a:pt x="10287" y="0"/>
                    <a:pt x="22987" y="0"/>
                  </a:cubicBezTo>
                  <a:cubicBezTo>
                    <a:pt x="35687" y="0"/>
                    <a:pt x="45974" y="10293"/>
                    <a:pt x="45974" y="22987"/>
                  </a:cubicBezTo>
                  <a:cubicBezTo>
                    <a:pt x="45910" y="35668"/>
                    <a:pt x="35687" y="45942"/>
                    <a:pt x="22987" y="45974"/>
                  </a:cubicBezTo>
                  <a:close/>
                  <a:moveTo>
                    <a:pt x="22987" y="4572"/>
                  </a:moveTo>
                  <a:cubicBezTo>
                    <a:pt x="12827" y="4534"/>
                    <a:pt x="4572" y="12751"/>
                    <a:pt x="4508" y="22923"/>
                  </a:cubicBezTo>
                  <a:cubicBezTo>
                    <a:pt x="4445" y="33096"/>
                    <a:pt x="12700" y="41364"/>
                    <a:pt x="22860" y="41402"/>
                  </a:cubicBezTo>
                  <a:cubicBezTo>
                    <a:pt x="33020" y="41434"/>
                    <a:pt x="41275" y="33223"/>
                    <a:pt x="41339" y="23050"/>
                  </a:cubicBezTo>
                  <a:cubicBezTo>
                    <a:pt x="41339" y="23031"/>
                    <a:pt x="41339" y="23006"/>
                    <a:pt x="41339" y="22987"/>
                  </a:cubicBezTo>
                  <a:cubicBezTo>
                    <a:pt x="41339" y="12840"/>
                    <a:pt x="33147" y="4610"/>
                    <a:pt x="22987" y="4572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2" name="Google Shape;1302;p48"/>
            <p:cNvSpPr/>
            <p:nvPr/>
          </p:nvSpPr>
          <p:spPr>
            <a:xfrm>
              <a:off x="10423192" y="4138152"/>
              <a:ext cx="165481" cy="41401"/>
            </a:xfrm>
            <a:custGeom>
              <a:rect b="b" l="l" r="r" t="t"/>
              <a:pathLst>
                <a:path extrusionOk="0" h="41401" w="165481">
                  <a:moveTo>
                    <a:pt x="0" y="41402"/>
                  </a:moveTo>
                  <a:lnTo>
                    <a:pt x="165481" y="41402"/>
                  </a:lnTo>
                  <a:lnTo>
                    <a:pt x="165481" y="0"/>
                  </a:lnTo>
                  <a:lnTo>
                    <a:pt x="0" y="0"/>
                  </a:lnTo>
                  <a:lnTo>
                    <a:pt x="0" y="41402"/>
                  </a:lnTo>
                  <a:lnTo>
                    <a:pt x="0" y="41402"/>
                  </a:lnTo>
                  <a:close/>
                </a:path>
              </a:pathLst>
            </a:custGeom>
            <a:solidFill>
              <a:srgbClr val="0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3" name="Google Shape;1303;p48"/>
            <p:cNvSpPr/>
            <p:nvPr/>
          </p:nvSpPr>
          <p:spPr>
            <a:xfrm>
              <a:off x="10420842" y="4135866"/>
              <a:ext cx="170243" cy="45973"/>
            </a:xfrm>
            <a:custGeom>
              <a:rect b="b" l="l" r="r" t="t"/>
              <a:pathLst>
                <a:path extrusionOk="0" h="45973" w="170243">
                  <a:moveTo>
                    <a:pt x="167894" y="45974"/>
                  </a:moveTo>
                  <a:lnTo>
                    <a:pt x="2349" y="45974"/>
                  </a:lnTo>
                  <a:cubicBezTo>
                    <a:pt x="1080" y="45974"/>
                    <a:pt x="64" y="44958"/>
                    <a:pt x="0" y="43688"/>
                  </a:cubicBezTo>
                  <a:lnTo>
                    <a:pt x="0" y="2286"/>
                  </a:lnTo>
                  <a:cubicBezTo>
                    <a:pt x="64" y="1016"/>
                    <a:pt x="1080" y="0"/>
                    <a:pt x="2349" y="0"/>
                  </a:cubicBezTo>
                  <a:lnTo>
                    <a:pt x="167894" y="0"/>
                  </a:lnTo>
                  <a:cubicBezTo>
                    <a:pt x="169164" y="0"/>
                    <a:pt x="170180" y="1016"/>
                    <a:pt x="170244" y="2286"/>
                  </a:cubicBezTo>
                  <a:lnTo>
                    <a:pt x="170244" y="43688"/>
                  </a:lnTo>
                  <a:cubicBezTo>
                    <a:pt x="170180" y="44958"/>
                    <a:pt x="169164" y="45974"/>
                    <a:pt x="167894" y="45974"/>
                  </a:cubicBezTo>
                  <a:close/>
                  <a:moveTo>
                    <a:pt x="4635" y="41402"/>
                  </a:moveTo>
                  <a:lnTo>
                    <a:pt x="165354" y="41402"/>
                  </a:lnTo>
                  <a:lnTo>
                    <a:pt x="165354" y="4572"/>
                  </a:lnTo>
                  <a:lnTo>
                    <a:pt x="4382" y="4572"/>
                  </a:lnTo>
                  <a:lnTo>
                    <a:pt x="4382" y="41592"/>
                  </a:ln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4" name="Google Shape;1304;p48"/>
            <p:cNvSpPr/>
            <p:nvPr/>
          </p:nvSpPr>
          <p:spPr>
            <a:xfrm>
              <a:off x="8066072" y="3314684"/>
              <a:ext cx="2233421" cy="251586"/>
            </a:xfrm>
            <a:custGeom>
              <a:rect b="b" l="l" r="r" t="t"/>
              <a:pathLst>
                <a:path extrusionOk="0" h="251586" w="2233421">
                  <a:moveTo>
                    <a:pt x="2228787" y="251587"/>
                  </a:moveTo>
                  <a:cubicBezTo>
                    <a:pt x="2226246" y="251587"/>
                    <a:pt x="2224215" y="249542"/>
                    <a:pt x="2224215" y="247015"/>
                  </a:cubicBezTo>
                  <a:lnTo>
                    <a:pt x="2224215" y="9207"/>
                  </a:lnTo>
                  <a:lnTo>
                    <a:pt x="4572" y="9207"/>
                  </a:lnTo>
                  <a:cubicBezTo>
                    <a:pt x="2032" y="9176"/>
                    <a:pt x="0" y="7106"/>
                    <a:pt x="0" y="4572"/>
                  </a:cubicBezTo>
                  <a:cubicBezTo>
                    <a:pt x="0" y="2045"/>
                    <a:pt x="2032" y="0"/>
                    <a:pt x="4572" y="0"/>
                  </a:cubicBezTo>
                  <a:lnTo>
                    <a:pt x="2228787" y="0"/>
                  </a:lnTo>
                  <a:cubicBezTo>
                    <a:pt x="2231327" y="0"/>
                    <a:pt x="2233358" y="2038"/>
                    <a:pt x="2233422" y="4572"/>
                  </a:cubicBezTo>
                  <a:lnTo>
                    <a:pt x="2233422" y="246824"/>
                  </a:lnTo>
                  <a:cubicBezTo>
                    <a:pt x="2233358" y="249358"/>
                    <a:pt x="2231327" y="251396"/>
                    <a:pt x="2228787" y="251396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5" name="Google Shape;1305;p48"/>
            <p:cNvSpPr/>
            <p:nvPr/>
          </p:nvSpPr>
          <p:spPr>
            <a:xfrm>
              <a:off x="8024733" y="3293602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25400" y="50800"/>
                  </a:moveTo>
                  <a:cubicBezTo>
                    <a:pt x="11367" y="50800"/>
                    <a:pt x="0" y="39427"/>
                    <a:pt x="0" y="25400"/>
                  </a:cubicBezTo>
                  <a:cubicBezTo>
                    <a:pt x="0" y="11373"/>
                    <a:pt x="11367" y="0"/>
                    <a:pt x="25400" y="0"/>
                  </a:cubicBezTo>
                  <a:cubicBezTo>
                    <a:pt x="39433" y="0"/>
                    <a:pt x="50800" y="11373"/>
                    <a:pt x="50800" y="25400"/>
                  </a:cubicBezTo>
                  <a:cubicBezTo>
                    <a:pt x="50800" y="39427"/>
                    <a:pt x="39433" y="50800"/>
                    <a:pt x="25400" y="50800"/>
                  </a:cubicBezTo>
                  <a:close/>
                  <a:moveTo>
                    <a:pt x="25400" y="9779"/>
                  </a:moveTo>
                  <a:cubicBezTo>
                    <a:pt x="16573" y="9779"/>
                    <a:pt x="9461" y="16916"/>
                    <a:pt x="9461" y="25718"/>
                  </a:cubicBezTo>
                  <a:cubicBezTo>
                    <a:pt x="9461" y="34519"/>
                    <a:pt x="16573" y="41656"/>
                    <a:pt x="25400" y="41656"/>
                  </a:cubicBezTo>
                  <a:cubicBezTo>
                    <a:pt x="34227" y="41656"/>
                    <a:pt x="41339" y="34519"/>
                    <a:pt x="41339" y="25718"/>
                  </a:cubicBezTo>
                  <a:cubicBezTo>
                    <a:pt x="41339" y="25698"/>
                    <a:pt x="41339" y="25673"/>
                    <a:pt x="41339" y="25654"/>
                  </a:cubicBezTo>
                  <a:cubicBezTo>
                    <a:pt x="41339" y="16885"/>
                    <a:pt x="34227" y="9779"/>
                    <a:pt x="25464" y="9779"/>
                  </a:cubicBezTo>
                  <a:cubicBezTo>
                    <a:pt x="25464" y="9779"/>
                    <a:pt x="25400" y="9779"/>
                    <a:pt x="25400" y="9779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6" name="Google Shape;1306;p48"/>
            <p:cNvSpPr/>
            <p:nvPr/>
          </p:nvSpPr>
          <p:spPr>
            <a:xfrm>
              <a:off x="10273586" y="3556492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25400" y="50800"/>
                  </a:moveTo>
                  <a:cubicBezTo>
                    <a:pt x="11367" y="50800"/>
                    <a:pt x="0" y="39427"/>
                    <a:pt x="0" y="25400"/>
                  </a:cubicBezTo>
                  <a:cubicBezTo>
                    <a:pt x="0" y="11373"/>
                    <a:pt x="11367" y="0"/>
                    <a:pt x="25400" y="0"/>
                  </a:cubicBezTo>
                  <a:cubicBezTo>
                    <a:pt x="39433" y="0"/>
                    <a:pt x="50800" y="11373"/>
                    <a:pt x="50800" y="25400"/>
                  </a:cubicBezTo>
                  <a:cubicBezTo>
                    <a:pt x="50800" y="25508"/>
                    <a:pt x="50800" y="25610"/>
                    <a:pt x="50800" y="25718"/>
                  </a:cubicBezTo>
                  <a:cubicBezTo>
                    <a:pt x="50609" y="39624"/>
                    <a:pt x="39306" y="50800"/>
                    <a:pt x="25400" y="50800"/>
                  </a:cubicBezTo>
                  <a:close/>
                  <a:moveTo>
                    <a:pt x="25400" y="9779"/>
                  </a:moveTo>
                  <a:cubicBezTo>
                    <a:pt x="16573" y="9741"/>
                    <a:pt x="9461" y="16853"/>
                    <a:pt x="9398" y="25654"/>
                  </a:cubicBezTo>
                  <a:cubicBezTo>
                    <a:pt x="9334" y="34455"/>
                    <a:pt x="16446" y="41618"/>
                    <a:pt x="25273" y="41656"/>
                  </a:cubicBezTo>
                  <a:cubicBezTo>
                    <a:pt x="34099" y="41688"/>
                    <a:pt x="41211" y="34582"/>
                    <a:pt x="41275" y="25781"/>
                  </a:cubicBezTo>
                  <a:cubicBezTo>
                    <a:pt x="41275" y="25762"/>
                    <a:pt x="41275" y="25737"/>
                    <a:pt x="41275" y="25718"/>
                  </a:cubicBezTo>
                  <a:cubicBezTo>
                    <a:pt x="41211" y="16955"/>
                    <a:pt x="34163" y="9849"/>
                    <a:pt x="25400" y="9779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7" name="Google Shape;1307;p48"/>
            <p:cNvSpPr/>
            <p:nvPr/>
          </p:nvSpPr>
          <p:spPr>
            <a:xfrm>
              <a:off x="8064294" y="4903454"/>
              <a:ext cx="2239264" cy="251587"/>
            </a:xfrm>
            <a:custGeom>
              <a:rect b="b" l="l" r="r" t="t"/>
              <a:pathLst>
                <a:path extrusionOk="0" h="251587" w="2239264">
                  <a:moveTo>
                    <a:pt x="2234692" y="0"/>
                  </a:moveTo>
                  <a:cubicBezTo>
                    <a:pt x="2232152" y="0"/>
                    <a:pt x="2230121" y="2045"/>
                    <a:pt x="2230121" y="4572"/>
                  </a:cubicBezTo>
                  <a:lnTo>
                    <a:pt x="2230121" y="242380"/>
                  </a:lnTo>
                  <a:lnTo>
                    <a:pt x="4572" y="242380"/>
                  </a:lnTo>
                  <a:cubicBezTo>
                    <a:pt x="2032" y="242411"/>
                    <a:pt x="0" y="244481"/>
                    <a:pt x="0" y="247015"/>
                  </a:cubicBezTo>
                  <a:cubicBezTo>
                    <a:pt x="0" y="249542"/>
                    <a:pt x="2032" y="251587"/>
                    <a:pt x="4572" y="251587"/>
                  </a:cubicBezTo>
                  <a:lnTo>
                    <a:pt x="2234692" y="251587"/>
                  </a:lnTo>
                  <a:cubicBezTo>
                    <a:pt x="2237233" y="251587"/>
                    <a:pt x="2239264" y="249542"/>
                    <a:pt x="2239264" y="247015"/>
                  </a:cubicBezTo>
                  <a:lnTo>
                    <a:pt x="2239264" y="4572"/>
                  </a:lnTo>
                  <a:cubicBezTo>
                    <a:pt x="2239264" y="2045"/>
                    <a:pt x="2237233" y="0"/>
                    <a:pt x="2234692" y="0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8" name="Google Shape;1308;p48"/>
            <p:cNvSpPr/>
            <p:nvPr/>
          </p:nvSpPr>
          <p:spPr>
            <a:xfrm>
              <a:off x="8022955" y="5125323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25400" y="0"/>
                  </a:moveTo>
                  <a:cubicBezTo>
                    <a:pt x="11367" y="0"/>
                    <a:pt x="0" y="11373"/>
                    <a:pt x="0" y="25400"/>
                  </a:cubicBezTo>
                  <a:cubicBezTo>
                    <a:pt x="0" y="39427"/>
                    <a:pt x="11367" y="50800"/>
                    <a:pt x="25400" y="50800"/>
                  </a:cubicBezTo>
                  <a:cubicBezTo>
                    <a:pt x="39434" y="50800"/>
                    <a:pt x="50800" y="39427"/>
                    <a:pt x="50800" y="25400"/>
                  </a:cubicBezTo>
                  <a:cubicBezTo>
                    <a:pt x="50800" y="11373"/>
                    <a:pt x="39434" y="0"/>
                    <a:pt x="25400" y="0"/>
                  </a:cubicBezTo>
                  <a:close/>
                  <a:moveTo>
                    <a:pt x="25400" y="41021"/>
                  </a:moveTo>
                  <a:cubicBezTo>
                    <a:pt x="16573" y="41021"/>
                    <a:pt x="9461" y="33884"/>
                    <a:pt x="9461" y="25082"/>
                  </a:cubicBezTo>
                  <a:cubicBezTo>
                    <a:pt x="9461" y="16281"/>
                    <a:pt x="16573" y="9144"/>
                    <a:pt x="25400" y="9144"/>
                  </a:cubicBezTo>
                  <a:cubicBezTo>
                    <a:pt x="34227" y="9144"/>
                    <a:pt x="41339" y="16281"/>
                    <a:pt x="41339" y="25082"/>
                  </a:cubicBezTo>
                  <a:cubicBezTo>
                    <a:pt x="41339" y="25102"/>
                    <a:pt x="41339" y="25127"/>
                    <a:pt x="41339" y="25146"/>
                  </a:cubicBezTo>
                  <a:cubicBezTo>
                    <a:pt x="41339" y="33916"/>
                    <a:pt x="34227" y="41021"/>
                    <a:pt x="25464" y="41021"/>
                  </a:cubicBezTo>
                  <a:cubicBezTo>
                    <a:pt x="25464" y="41021"/>
                    <a:pt x="25400" y="41021"/>
                    <a:pt x="25400" y="4102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9" name="Google Shape;1309;p48"/>
            <p:cNvSpPr/>
            <p:nvPr/>
          </p:nvSpPr>
          <p:spPr>
            <a:xfrm>
              <a:off x="10273586" y="4862433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25400" y="0"/>
                  </a:moveTo>
                  <a:cubicBezTo>
                    <a:pt x="11367" y="0"/>
                    <a:pt x="0" y="11373"/>
                    <a:pt x="0" y="25400"/>
                  </a:cubicBezTo>
                  <a:cubicBezTo>
                    <a:pt x="0" y="39427"/>
                    <a:pt x="11367" y="50800"/>
                    <a:pt x="25400" y="50800"/>
                  </a:cubicBezTo>
                  <a:cubicBezTo>
                    <a:pt x="39433" y="50800"/>
                    <a:pt x="50800" y="39427"/>
                    <a:pt x="50800" y="25400"/>
                  </a:cubicBezTo>
                  <a:cubicBezTo>
                    <a:pt x="50800" y="25292"/>
                    <a:pt x="50800" y="25191"/>
                    <a:pt x="50800" y="25083"/>
                  </a:cubicBezTo>
                  <a:cubicBezTo>
                    <a:pt x="50609" y="11176"/>
                    <a:pt x="39306" y="0"/>
                    <a:pt x="25400" y="0"/>
                  </a:cubicBezTo>
                  <a:close/>
                  <a:moveTo>
                    <a:pt x="25400" y="41021"/>
                  </a:moveTo>
                  <a:cubicBezTo>
                    <a:pt x="16573" y="41059"/>
                    <a:pt x="9461" y="33947"/>
                    <a:pt x="9398" y="25146"/>
                  </a:cubicBezTo>
                  <a:cubicBezTo>
                    <a:pt x="9334" y="16345"/>
                    <a:pt x="16446" y="9182"/>
                    <a:pt x="25273" y="9144"/>
                  </a:cubicBezTo>
                  <a:cubicBezTo>
                    <a:pt x="34099" y="9112"/>
                    <a:pt x="41211" y="16218"/>
                    <a:pt x="41275" y="25019"/>
                  </a:cubicBezTo>
                  <a:cubicBezTo>
                    <a:pt x="41275" y="25038"/>
                    <a:pt x="41275" y="25063"/>
                    <a:pt x="41275" y="25083"/>
                  </a:cubicBezTo>
                  <a:cubicBezTo>
                    <a:pt x="41211" y="33846"/>
                    <a:pt x="34163" y="40951"/>
                    <a:pt x="25400" y="41021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10" name="Google Shape;1310;p48"/>
            <p:cNvSpPr/>
            <p:nvPr/>
          </p:nvSpPr>
          <p:spPr>
            <a:xfrm>
              <a:off x="5833094" y="3825732"/>
              <a:ext cx="89154" cy="296227"/>
            </a:xfrm>
            <a:custGeom>
              <a:rect b="b" l="l" r="r" t="t"/>
              <a:pathLst>
                <a:path extrusionOk="0" h="296227" w="89154">
                  <a:moveTo>
                    <a:pt x="85852" y="296164"/>
                  </a:moveTo>
                  <a:lnTo>
                    <a:pt x="3302" y="296164"/>
                  </a:lnTo>
                  <a:cubicBezTo>
                    <a:pt x="1524" y="296164"/>
                    <a:pt x="0" y="295085"/>
                    <a:pt x="0" y="293688"/>
                  </a:cubicBezTo>
                  <a:lnTo>
                    <a:pt x="0" y="2477"/>
                  </a:lnTo>
                  <a:cubicBezTo>
                    <a:pt x="0" y="1080"/>
                    <a:pt x="1524" y="0"/>
                    <a:pt x="3302" y="0"/>
                  </a:cubicBezTo>
                  <a:lnTo>
                    <a:pt x="85852" y="0"/>
                  </a:lnTo>
                  <a:cubicBezTo>
                    <a:pt x="87693" y="0"/>
                    <a:pt x="89154" y="1080"/>
                    <a:pt x="89154" y="2477"/>
                  </a:cubicBezTo>
                  <a:cubicBezTo>
                    <a:pt x="89154" y="3874"/>
                    <a:pt x="87693" y="4953"/>
                    <a:pt x="85852" y="4953"/>
                  </a:cubicBezTo>
                  <a:lnTo>
                    <a:pt x="6414" y="4953"/>
                  </a:lnTo>
                  <a:lnTo>
                    <a:pt x="6414" y="291275"/>
                  </a:lnTo>
                  <a:lnTo>
                    <a:pt x="85852" y="291275"/>
                  </a:lnTo>
                  <a:cubicBezTo>
                    <a:pt x="87693" y="291275"/>
                    <a:pt x="89154" y="292418"/>
                    <a:pt x="89154" y="293751"/>
                  </a:cubicBezTo>
                  <a:cubicBezTo>
                    <a:pt x="89154" y="295085"/>
                    <a:pt x="87693" y="296228"/>
                    <a:pt x="85852" y="296228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11" name="Google Shape;1311;p48"/>
            <p:cNvSpPr/>
            <p:nvPr/>
          </p:nvSpPr>
          <p:spPr>
            <a:xfrm>
              <a:off x="7879445" y="3825669"/>
              <a:ext cx="89154" cy="296227"/>
            </a:xfrm>
            <a:custGeom>
              <a:rect b="b" l="l" r="r" t="t"/>
              <a:pathLst>
                <a:path extrusionOk="0" h="296227" w="89154">
                  <a:moveTo>
                    <a:pt x="85852" y="296227"/>
                  </a:moveTo>
                  <a:lnTo>
                    <a:pt x="3302" y="296227"/>
                  </a:lnTo>
                  <a:cubicBezTo>
                    <a:pt x="1460" y="296227"/>
                    <a:pt x="0" y="295148"/>
                    <a:pt x="0" y="293751"/>
                  </a:cubicBezTo>
                  <a:cubicBezTo>
                    <a:pt x="0" y="292354"/>
                    <a:pt x="1460" y="291274"/>
                    <a:pt x="3302" y="291274"/>
                  </a:cubicBezTo>
                  <a:lnTo>
                    <a:pt x="82423" y="291274"/>
                  </a:lnTo>
                  <a:lnTo>
                    <a:pt x="82423" y="4953"/>
                  </a:lnTo>
                  <a:lnTo>
                    <a:pt x="3302" y="4953"/>
                  </a:lnTo>
                  <a:cubicBezTo>
                    <a:pt x="1460" y="4953"/>
                    <a:pt x="0" y="3810"/>
                    <a:pt x="0" y="2476"/>
                  </a:cubicBezTo>
                  <a:cubicBezTo>
                    <a:pt x="0" y="1143"/>
                    <a:pt x="1460" y="0"/>
                    <a:pt x="3302" y="0"/>
                  </a:cubicBezTo>
                  <a:lnTo>
                    <a:pt x="85852" y="0"/>
                  </a:lnTo>
                  <a:cubicBezTo>
                    <a:pt x="87694" y="0"/>
                    <a:pt x="89154" y="1079"/>
                    <a:pt x="89154" y="2476"/>
                  </a:cubicBezTo>
                  <a:lnTo>
                    <a:pt x="89154" y="293751"/>
                  </a:lnTo>
                  <a:cubicBezTo>
                    <a:pt x="89154" y="295148"/>
                    <a:pt x="87694" y="296227"/>
                    <a:pt x="85852" y="296227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12" name="Google Shape;1312;p48"/>
            <p:cNvSpPr/>
            <p:nvPr/>
          </p:nvSpPr>
          <p:spPr>
            <a:xfrm>
              <a:off x="5830999" y="5598950"/>
              <a:ext cx="89153" cy="313151"/>
            </a:xfrm>
            <a:custGeom>
              <a:rect b="b" l="l" r="r" t="t"/>
              <a:pathLst>
                <a:path extrusionOk="0" h="313151" w="89153">
                  <a:moveTo>
                    <a:pt x="85852" y="313138"/>
                  </a:moveTo>
                  <a:lnTo>
                    <a:pt x="3302" y="313138"/>
                  </a:lnTo>
                  <a:cubicBezTo>
                    <a:pt x="1682" y="313290"/>
                    <a:pt x="228" y="312141"/>
                    <a:pt x="0" y="310534"/>
                  </a:cubicBezTo>
                  <a:lnTo>
                    <a:pt x="0" y="2623"/>
                  </a:lnTo>
                  <a:cubicBezTo>
                    <a:pt x="197" y="997"/>
                    <a:pt x="1676" y="-165"/>
                    <a:pt x="3302" y="19"/>
                  </a:cubicBezTo>
                  <a:lnTo>
                    <a:pt x="85852" y="19"/>
                  </a:lnTo>
                  <a:cubicBezTo>
                    <a:pt x="87484" y="-165"/>
                    <a:pt x="88957" y="997"/>
                    <a:pt x="89154" y="2623"/>
                  </a:cubicBezTo>
                  <a:cubicBezTo>
                    <a:pt x="88925" y="4229"/>
                    <a:pt x="87471" y="5379"/>
                    <a:pt x="85852" y="5226"/>
                  </a:cubicBezTo>
                  <a:lnTo>
                    <a:pt x="6731" y="5226"/>
                  </a:lnTo>
                  <a:lnTo>
                    <a:pt x="6731" y="307931"/>
                  </a:lnTo>
                  <a:lnTo>
                    <a:pt x="85852" y="307931"/>
                  </a:lnTo>
                  <a:cubicBezTo>
                    <a:pt x="87484" y="307747"/>
                    <a:pt x="88957" y="308909"/>
                    <a:pt x="89154" y="310534"/>
                  </a:cubicBezTo>
                  <a:cubicBezTo>
                    <a:pt x="88925" y="312141"/>
                    <a:pt x="87471" y="313290"/>
                    <a:pt x="85852" y="313138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13" name="Google Shape;1313;p48"/>
            <p:cNvSpPr/>
            <p:nvPr/>
          </p:nvSpPr>
          <p:spPr>
            <a:xfrm>
              <a:off x="7877794" y="5598950"/>
              <a:ext cx="89154" cy="313151"/>
            </a:xfrm>
            <a:custGeom>
              <a:rect b="b" l="l" r="r" t="t"/>
              <a:pathLst>
                <a:path extrusionOk="0" h="313151" w="89154">
                  <a:moveTo>
                    <a:pt x="85852" y="313138"/>
                  </a:moveTo>
                  <a:lnTo>
                    <a:pt x="3302" y="313138"/>
                  </a:lnTo>
                  <a:cubicBezTo>
                    <a:pt x="1651" y="313290"/>
                    <a:pt x="254" y="312141"/>
                    <a:pt x="0" y="310534"/>
                  </a:cubicBezTo>
                  <a:cubicBezTo>
                    <a:pt x="191" y="308909"/>
                    <a:pt x="1651" y="307747"/>
                    <a:pt x="3302" y="307931"/>
                  </a:cubicBezTo>
                  <a:lnTo>
                    <a:pt x="82423" y="307931"/>
                  </a:lnTo>
                  <a:lnTo>
                    <a:pt x="82423" y="5226"/>
                  </a:lnTo>
                  <a:lnTo>
                    <a:pt x="3302" y="5226"/>
                  </a:lnTo>
                  <a:cubicBezTo>
                    <a:pt x="1651" y="5379"/>
                    <a:pt x="254" y="4229"/>
                    <a:pt x="0" y="2623"/>
                  </a:cubicBezTo>
                  <a:cubicBezTo>
                    <a:pt x="191" y="997"/>
                    <a:pt x="1651" y="-165"/>
                    <a:pt x="3302" y="19"/>
                  </a:cubicBezTo>
                  <a:lnTo>
                    <a:pt x="85852" y="19"/>
                  </a:lnTo>
                  <a:cubicBezTo>
                    <a:pt x="87503" y="-133"/>
                    <a:pt x="88900" y="1010"/>
                    <a:pt x="89154" y="2623"/>
                  </a:cubicBezTo>
                  <a:lnTo>
                    <a:pt x="89154" y="310534"/>
                  </a:lnTo>
                  <a:cubicBezTo>
                    <a:pt x="88900" y="312141"/>
                    <a:pt x="87503" y="313290"/>
                    <a:pt x="85852" y="313138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14" name="Google Shape;1314;p48"/>
            <p:cNvSpPr/>
            <p:nvPr/>
          </p:nvSpPr>
          <p:spPr>
            <a:xfrm>
              <a:off x="1606852" y="2496677"/>
              <a:ext cx="9866502" cy="9906"/>
            </a:xfrm>
            <a:custGeom>
              <a:rect b="b" l="l" r="r" t="t"/>
              <a:pathLst>
                <a:path extrusionOk="0" h="9906" w="9866502">
                  <a:moveTo>
                    <a:pt x="9866503" y="9906"/>
                  </a:moveTo>
                  <a:lnTo>
                    <a:pt x="4953" y="9906"/>
                  </a:lnTo>
                  <a:cubicBezTo>
                    <a:pt x="2216" y="9906"/>
                    <a:pt x="0" y="7689"/>
                    <a:pt x="0" y="4953"/>
                  </a:cubicBezTo>
                  <a:cubicBezTo>
                    <a:pt x="0" y="2217"/>
                    <a:pt x="2216" y="0"/>
                    <a:pt x="4953" y="0"/>
                  </a:cubicBezTo>
                  <a:lnTo>
                    <a:pt x="9866503" y="0"/>
                  </a:lnTo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15" name="Google Shape;1315;p48"/>
            <p:cNvSpPr/>
            <p:nvPr/>
          </p:nvSpPr>
          <p:spPr>
            <a:xfrm>
              <a:off x="1009952" y="6174914"/>
              <a:ext cx="10463402" cy="9905"/>
            </a:xfrm>
            <a:custGeom>
              <a:rect b="b" l="l" r="r" t="t"/>
              <a:pathLst>
                <a:path extrusionOk="0" h="9905" w="10463402">
                  <a:moveTo>
                    <a:pt x="10463403" y="9906"/>
                  </a:moveTo>
                  <a:lnTo>
                    <a:pt x="4953" y="9906"/>
                  </a:lnTo>
                  <a:cubicBezTo>
                    <a:pt x="2216" y="9906"/>
                    <a:pt x="0" y="7690"/>
                    <a:pt x="0" y="4953"/>
                  </a:cubicBezTo>
                  <a:cubicBezTo>
                    <a:pt x="0" y="2216"/>
                    <a:pt x="2216" y="0"/>
                    <a:pt x="4953" y="0"/>
                  </a:cubicBezTo>
                  <a:lnTo>
                    <a:pt x="10463403" y="0"/>
                  </a:lnTo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16" name="Google Shape;1316;p48"/>
            <p:cNvSpPr/>
            <p:nvPr/>
          </p:nvSpPr>
          <p:spPr>
            <a:xfrm>
              <a:off x="11463386" y="2502129"/>
              <a:ext cx="9969" cy="3677738"/>
            </a:xfrm>
            <a:custGeom>
              <a:rect b="b" l="l" r="r" t="t"/>
              <a:pathLst>
                <a:path extrusionOk="0" h="3677738" w="9969">
                  <a:moveTo>
                    <a:pt x="0" y="3677738"/>
                  </a:moveTo>
                  <a:lnTo>
                    <a:pt x="0" y="4454"/>
                  </a:lnTo>
                  <a:cubicBezTo>
                    <a:pt x="317" y="1701"/>
                    <a:pt x="2794" y="-279"/>
                    <a:pt x="5524" y="32"/>
                  </a:cubicBezTo>
                  <a:cubicBezTo>
                    <a:pt x="7874" y="295"/>
                    <a:pt x="9716" y="2130"/>
                    <a:pt x="9969" y="4454"/>
                  </a:cubicBezTo>
                  <a:lnTo>
                    <a:pt x="9969" y="3677738"/>
                  </a:lnTo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17" name="Google Shape;1317;p48"/>
            <p:cNvSpPr/>
            <p:nvPr/>
          </p:nvSpPr>
          <p:spPr>
            <a:xfrm>
              <a:off x="1009952" y="3211236"/>
              <a:ext cx="9969" cy="2973584"/>
            </a:xfrm>
            <a:custGeom>
              <a:rect b="b" l="l" r="r" t="t"/>
              <a:pathLst>
                <a:path extrusionOk="0" h="2973584" w="9969">
                  <a:moveTo>
                    <a:pt x="0" y="2973585"/>
                  </a:moveTo>
                  <a:lnTo>
                    <a:pt x="0" y="4452"/>
                  </a:lnTo>
                  <a:cubicBezTo>
                    <a:pt x="311" y="1696"/>
                    <a:pt x="2794" y="-279"/>
                    <a:pt x="5550" y="32"/>
                  </a:cubicBezTo>
                  <a:cubicBezTo>
                    <a:pt x="7874" y="293"/>
                    <a:pt x="9709" y="2128"/>
                    <a:pt x="9970" y="4452"/>
                  </a:cubicBezTo>
                  <a:lnTo>
                    <a:pt x="9970" y="2973585"/>
                  </a:lnTo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18" name="Google Shape;1318;p48"/>
            <p:cNvSpPr/>
            <p:nvPr/>
          </p:nvSpPr>
          <p:spPr>
            <a:xfrm>
              <a:off x="1562656" y="2474452"/>
              <a:ext cx="54355" cy="54356"/>
            </a:xfrm>
            <a:custGeom>
              <a:rect b="b" l="l" r="r" t="t"/>
              <a:pathLst>
                <a:path extrusionOk="0" h="54356" w="54355">
                  <a:moveTo>
                    <a:pt x="27178" y="54356"/>
                  </a:moveTo>
                  <a:cubicBezTo>
                    <a:pt x="12167" y="54356"/>
                    <a:pt x="0" y="42188"/>
                    <a:pt x="0" y="27178"/>
                  </a:cubicBezTo>
                  <a:cubicBezTo>
                    <a:pt x="0" y="12168"/>
                    <a:pt x="12167" y="0"/>
                    <a:pt x="27178" y="0"/>
                  </a:cubicBezTo>
                  <a:cubicBezTo>
                    <a:pt x="42189" y="0"/>
                    <a:pt x="54356" y="12168"/>
                    <a:pt x="54356" y="27178"/>
                  </a:cubicBezTo>
                  <a:cubicBezTo>
                    <a:pt x="54356" y="42188"/>
                    <a:pt x="42189" y="54356"/>
                    <a:pt x="27178" y="54356"/>
                  </a:cubicBezTo>
                  <a:close/>
                  <a:moveTo>
                    <a:pt x="27178" y="9906"/>
                  </a:moveTo>
                  <a:cubicBezTo>
                    <a:pt x="17672" y="10046"/>
                    <a:pt x="10084" y="17864"/>
                    <a:pt x="10224" y="27367"/>
                  </a:cubicBezTo>
                  <a:cubicBezTo>
                    <a:pt x="10363" y="36870"/>
                    <a:pt x="18186" y="44460"/>
                    <a:pt x="27686" y="44319"/>
                  </a:cubicBezTo>
                  <a:cubicBezTo>
                    <a:pt x="37065" y="44181"/>
                    <a:pt x="44602" y="36558"/>
                    <a:pt x="44640" y="27178"/>
                  </a:cubicBezTo>
                  <a:cubicBezTo>
                    <a:pt x="44640" y="17674"/>
                    <a:pt x="36938" y="9969"/>
                    <a:pt x="27432" y="9969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19" name="Google Shape;1319;p48"/>
            <p:cNvSpPr/>
            <p:nvPr/>
          </p:nvSpPr>
          <p:spPr>
            <a:xfrm>
              <a:off x="987791" y="3165332"/>
              <a:ext cx="54355" cy="54355"/>
            </a:xfrm>
            <a:custGeom>
              <a:rect b="b" l="l" r="r" t="t"/>
              <a:pathLst>
                <a:path extrusionOk="0" h="54355" w="54355">
                  <a:moveTo>
                    <a:pt x="27178" y="54356"/>
                  </a:moveTo>
                  <a:cubicBezTo>
                    <a:pt x="12167" y="54356"/>
                    <a:pt x="0" y="42189"/>
                    <a:pt x="0" y="27178"/>
                  </a:cubicBezTo>
                  <a:cubicBezTo>
                    <a:pt x="0" y="12167"/>
                    <a:pt x="12167" y="0"/>
                    <a:pt x="27178" y="0"/>
                  </a:cubicBezTo>
                  <a:cubicBezTo>
                    <a:pt x="42189" y="0"/>
                    <a:pt x="54356" y="12167"/>
                    <a:pt x="54356" y="27178"/>
                  </a:cubicBezTo>
                  <a:cubicBezTo>
                    <a:pt x="54356" y="27197"/>
                    <a:pt x="54356" y="27222"/>
                    <a:pt x="54356" y="27241"/>
                  </a:cubicBezTo>
                  <a:cubicBezTo>
                    <a:pt x="54318" y="42227"/>
                    <a:pt x="42164" y="54356"/>
                    <a:pt x="27178" y="54356"/>
                  </a:cubicBezTo>
                  <a:close/>
                  <a:moveTo>
                    <a:pt x="27178" y="9906"/>
                  </a:moveTo>
                  <a:cubicBezTo>
                    <a:pt x="17640" y="9868"/>
                    <a:pt x="9881" y="17577"/>
                    <a:pt x="9843" y="27115"/>
                  </a:cubicBezTo>
                  <a:cubicBezTo>
                    <a:pt x="9804" y="36652"/>
                    <a:pt x="17513" y="44412"/>
                    <a:pt x="27051" y="44450"/>
                  </a:cubicBezTo>
                  <a:cubicBezTo>
                    <a:pt x="36589" y="44482"/>
                    <a:pt x="44348" y="36779"/>
                    <a:pt x="44386" y="27241"/>
                  </a:cubicBezTo>
                  <a:cubicBezTo>
                    <a:pt x="44386" y="27222"/>
                    <a:pt x="44386" y="27197"/>
                    <a:pt x="44386" y="27178"/>
                  </a:cubicBezTo>
                  <a:cubicBezTo>
                    <a:pt x="44425" y="17672"/>
                    <a:pt x="36747" y="9944"/>
                    <a:pt x="27241" y="9906"/>
                  </a:cubicBezTo>
                  <a:cubicBezTo>
                    <a:pt x="27222" y="9906"/>
                    <a:pt x="27197" y="9906"/>
                    <a:pt x="27178" y="9906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20" name="Google Shape;1320;p48"/>
            <p:cNvSpPr/>
            <p:nvPr/>
          </p:nvSpPr>
          <p:spPr>
            <a:xfrm>
              <a:off x="995919" y="3173333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19050" y="38100"/>
                  </a:moveTo>
                  <a:cubicBezTo>
                    <a:pt x="29572" y="38100"/>
                    <a:pt x="38100" y="29572"/>
                    <a:pt x="38100" y="19050"/>
                  </a:cubicBezTo>
                  <a:cubicBezTo>
                    <a:pt x="38100" y="8528"/>
                    <a:pt x="29572" y="0"/>
                    <a:pt x="19050" y="0"/>
                  </a:cubicBezTo>
                  <a:cubicBezTo>
                    <a:pt x="8528" y="0"/>
                    <a:pt x="0" y="8528"/>
                    <a:pt x="0" y="19050"/>
                  </a:cubicBezTo>
                  <a:cubicBezTo>
                    <a:pt x="0" y="29572"/>
                    <a:pt x="8528" y="38100"/>
                    <a:pt x="19050" y="38100"/>
                  </a:cubicBezTo>
                  <a:close/>
                </a:path>
              </a:pathLst>
            </a:custGeom>
            <a:solidFill>
              <a:srgbClr val="00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21" name="Google Shape;1321;p48"/>
            <p:cNvSpPr/>
            <p:nvPr/>
          </p:nvSpPr>
          <p:spPr>
            <a:xfrm>
              <a:off x="1570784" y="2482389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19050" y="38100"/>
                  </a:moveTo>
                  <a:cubicBezTo>
                    <a:pt x="29572" y="38100"/>
                    <a:pt x="38100" y="29571"/>
                    <a:pt x="38100" y="19050"/>
                  </a:cubicBezTo>
                  <a:cubicBezTo>
                    <a:pt x="38100" y="8529"/>
                    <a:pt x="29572" y="0"/>
                    <a:pt x="19050" y="0"/>
                  </a:cubicBezTo>
                  <a:cubicBezTo>
                    <a:pt x="8528" y="0"/>
                    <a:pt x="0" y="8529"/>
                    <a:pt x="0" y="19050"/>
                  </a:cubicBezTo>
                  <a:cubicBezTo>
                    <a:pt x="0" y="29571"/>
                    <a:pt x="8528" y="38100"/>
                    <a:pt x="19050" y="38100"/>
                  </a:cubicBezTo>
                  <a:close/>
                </a:path>
              </a:pathLst>
            </a:custGeom>
            <a:solidFill>
              <a:srgbClr val="062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22" name="Google Shape;1322;p48"/>
            <p:cNvSpPr txBox="1"/>
            <p:nvPr/>
          </p:nvSpPr>
          <p:spPr>
            <a:xfrm>
              <a:off x="2082703" y="3813057"/>
              <a:ext cx="1668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Hospital</a:t>
              </a:r>
              <a:endParaRPr b="1"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Data sources</a:t>
              </a:r>
              <a:endParaRPr b="1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23" name="Google Shape;1323;p48"/>
            <p:cNvSpPr txBox="1"/>
            <p:nvPr/>
          </p:nvSpPr>
          <p:spPr>
            <a:xfrm>
              <a:off x="5869948" y="2653725"/>
              <a:ext cx="2061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 sz="1200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Automated Mapping</a:t>
              </a:r>
              <a:endParaRPr b="1" sz="1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24" name="Google Shape;1324;p48"/>
            <p:cNvSpPr txBox="1"/>
            <p:nvPr/>
          </p:nvSpPr>
          <p:spPr>
            <a:xfrm>
              <a:off x="9553175" y="4285236"/>
              <a:ext cx="1490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OMOP</a:t>
              </a:r>
              <a:endParaRPr b="1"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Database</a:t>
              </a:r>
              <a:endParaRPr b="1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25" name="Google Shape;1325;p48"/>
            <p:cNvSpPr txBox="1"/>
            <p:nvPr/>
          </p:nvSpPr>
          <p:spPr>
            <a:xfrm>
              <a:off x="5813887" y="5549421"/>
              <a:ext cx="22023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100">
                  <a:solidFill>
                    <a:srgbClr val="062D47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Natural Language Processing</a:t>
              </a:r>
              <a:endParaRPr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100">
                  <a:solidFill>
                    <a:srgbClr val="062D47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to structure free- text.</a:t>
              </a:r>
              <a:endParaRPr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326" name="Google Shape;1326;p48"/>
            <p:cNvSpPr txBox="1"/>
            <p:nvPr/>
          </p:nvSpPr>
          <p:spPr>
            <a:xfrm>
              <a:off x="5892737" y="4457212"/>
              <a:ext cx="2044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 sz="1200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Data Structuring</a:t>
              </a:r>
              <a:endParaRPr b="1" sz="1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27" name="Google Shape;1327;p48"/>
            <p:cNvSpPr txBox="1"/>
            <p:nvPr/>
          </p:nvSpPr>
          <p:spPr>
            <a:xfrm>
              <a:off x="5786862" y="3788039"/>
              <a:ext cx="22755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100">
                  <a:solidFill>
                    <a:srgbClr val="062D47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Automated Mapping</a:t>
              </a:r>
              <a:endParaRPr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100">
                  <a:solidFill>
                    <a:srgbClr val="062D47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though ETL</a:t>
              </a:r>
              <a:endParaRPr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328" name="Google Shape;1328;p48"/>
            <p:cNvSpPr txBox="1"/>
            <p:nvPr/>
          </p:nvSpPr>
          <p:spPr>
            <a:xfrm>
              <a:off x="1795477" y="5580311"/>
              <a:ext cx="2061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D">
                  <a:solidFill>
                    <a:srgbClr val="062D4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Clinical Records</a:t>
              </a:r>
              <a:endParaRPr b="1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329" name="Google Shape;1329;p48"/>
          <p:cNvSpPr txBox="1"/>
          <p:nvPr>
            <p:ph idx="1" type="body"/>
          </p:nvPr>
        </p:nvSpPr>
        <p:spPr>
          <a:xfrm>
            <a:off x="595807" y="1570265"/>
            <a:ext cx="65544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330" name="Google Shape;1330;p48"/>
          <p:cNvSpPr txBox="1"/>
          <p:nvPr>
            <p:ph idx="2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4 x use cases">
  <p:cSld name="Template 4 x use cases"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49"/>
          <p:cNvSpPr txBox="1"/>
          <p:nvPr>
            <p:ph idx="1" type="body"/>
          </p:nvPr>
        </p:nvSpPr>
        <p:spPr>
          <a:xfrm>
            <a:off x="602221" y="1892148"/>
            <a:ext cx="61581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333" name="Google Shape;1333;p49"/>
          <p:cNvSpPr txBox="1"/>
          <p:nvPr>
            <p:ph idx="2" type="body"/>
          </p:nvPr>
        </p:nvSpPr>
        <p:spPr>
          <a:xfrm>
            <a:off x="602221" y="2661050"/>
            <a:ext cx="6158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334" name="Google Shape;1334;p49"/>
          <p:cNvSpPr txBox="1"/>
          <p:nvPr>
            <p:ph idx="3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335" name="Google Shape;1335;p49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336" name="Google Shape;1336;p49"/>
          <p:cNvSpPr txBox="1"/>
          <p:nvPr>
            <p:ph idx="4" type="body"/>
          </p:nvPr>
        </p:nvSpPr>
        <p:spPr>
          <a:xfrm>
            <a:off x="678086" y="5805778"/>
            <a:ext cx="20301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337" name="Google Shape;1337;p49"/>
          <p:cNvSpPr txBox="1"/>
          <p:nvPr>
            <p:ph idx="5" type="body"/>
          </p:nvPr>
        </p:nvSpPr>
        <p:spPr>
          <a:xfrm>
            <a:off x="3279548" y="5805778"/>
            <a:ext cx="20301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338" name="Google Shape;1338;p49"/>
          <p:cNvSpPr txBox="1"/>
          <p:nvPr>
            <p:ph idx="6" type="body"/>
          </p:nvPr>
        </p:nvSpPr>
        <p:spPr>
          <a:xfrm>
            <a:off x="5881010" y="5805778"/>
            <a:ext cx="20301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339" name="Google Shape;1339;p49"/>
          <p:cNvSpPr txBox="1"/>
          <p:nvPr>
            <p:ph idx="7" type="body"/>
          </p:nvPr>
        </p:nvSpPr>
        <p:spPr>
          <a:xfrm>
            <a:off x="8873592" y="5805778"/>
            <a:ext cx="20301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logos">
  <p:cSld name="Template logos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50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342" name="Google Shape;1342;p50"/>
          <p:cNvSpPr txBox="1"/>
          <p:nvPr>
            <p:ph idx="1" type="body"/>
          </p:nvPr>
        </p:nvSpPr>
        <p:spPr>
          <a:xfrm>
            <a:off x="584849" y="1893764"/>
            <a:ext cx="6158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343" name="Google Shape;1343;p50"/>
          <p:cNvSpPr txBox="1"/>
          <p:nvPr>
            <p:ph idx="2" type="body"/>
          </p:nvPr>
        </p:nvSpPr>
        <p:spPr>
          <a:xfrm>
            <a:off x="586110" y="2627962"/>
            <a:ext cx="6158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344" name="Google Shape;1344;p50"/>
          <p:cNvSpPr txBox="1"/>
          <p:nvPr>
            <p:ph idx="3" type="body"/>
          </p:nvPr>
        </p:nvSpPr>
        <p:spPr>
          <a:xfrm>
            <a:off x="684049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345" name="Google Shape;1345;p50"/>
          <p:cNvSpPr txBox="1"/>
          <p:nvPr>
            <p:ph idx="4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success case">
  <p:cSld name="Template success case"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51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pic>
        <p:nvPicPr>
          <p:cNvPr id="1348" name="Google Shape;1348;p5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4730" y="3710934"/>
            <a:ext cx="2911956" cy="16379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9" name="Google Shape;1349;p51"/>
          <p:cNvGrpSpPr/>
          <p:nvPr/>
        </p:nvGrpSpPr>
        <p:grpSpPr>
          <a:xfrm>
            <a:off x="4984982" y="4389506"/>
            <a:ext cx="2222036" cy="282861"/>
            <a:chOff x="5098892" y="4570101"/>
            <a:chExt cx="2222036" cy="282861"/>
          </a:xfrm>
        </p:grpSpPr>
        <p:sp>
          <p:nvSpPr>
            <p:cNvPr id="1350" name="Google Shape;1350;p51"/>
            <p:cNvSpPr/>
            <p:nvPr/>
          </p:nvSpPr>
          <p:spPr>
            <a:xfrm>
              <a:off x="5098892" y="4792126"/>
              <a:ext cx="42597" cy="59311"/>
            </a:xfrm>
            <a:custGeom>
              <a:rect b="b" l="l" r="r" t="t"/>
              <a:pathLst>
                <a:path extrusionOk="0" h="59311" w="42597">
                  <a:moveTo>
                    <a:pt x="24" y="39352"/>
                  </a:moveTo>
                  <a:cubicBezTo>
                    <a:pt x="-544" y="53248"/>
                    <a:pt x="8868" y="59312"/>
                    <a:pt x="21753" y="59312"/>
                  </a:cubicBezTo>
                  <a:cubicBezTo>
                    <a:pt x="41082" y="59312"/>
                    <a:pt x="42597" y="46679"/>
                    <a:pt x="42597" y="43078"/>
                  </a:cubicBezTo>
                  <a:cubicBezTo>
                    <a:pt x="42597" y="33730"/>
                    <a:pt x="36281" y="30445"/>
                    <a:pt x="28449" y="28045"/>
                  </a:cubicBezTo>
                  <a:lnTo>
                    <a:pt x="15184" y="24634"/>
                  </a:lnTo>
                  <a:cubicBezTo>
                    <a:pt x="10763" y="23561"/>
                    <a:pt x="6972" y="21287"/>
                    <a:pt x="6972" y="15918"/>
                  </a:cubicBezTo>
                  <a:cubicBezTo>
                    <a:pt x="6972" y="7517"/>
                    <a:pt x="13289" y="4611"/>
                    <a:pt x="20616" y="4611"/>
                  </a:cubicBezTo>
                  <a:cubicBezTo>
                    <a:pt x="28119" y="3908"/>
                    <a:pt x="34770" y="9420"/>
                    <a:pt x="35473" y="16922"/>
                  </a:cubicBezTo>
                  <a:cubicBezTo>
                    <a:pt x="35497" y="17176"/>
                    <a:pt x="35514" y="17431"/>
                    <a:pt x="35523" y="17686"/>
                  </a:cubicBezTo>
                  <a:lnTo>
                    <a:pt x="40639" y="17686"/>
                  </a:lnTo>
                  <a:cubicBezTo>
                    <a:pt x="40639" y="6064"/>
                    <a:pt x="31291" y="0"/>
                    <a:pt x="20553" y="0"/>
                  </a:cubicBezTo>
                  <a:cubicBezTo>
                    <a:pt x="5204" y="0"/>
                    <a:pt x="1604" y="10422"/>
                    <a:pt x="1604" y="16044"/>
                  </a:cubicBezTo>
                  <a:cubicBezTo>
                    <a:pt x="1604" y="24887"/>
                    <a:pt x="7478" y="28045"/>
                    <a:pt x="13858" y="29751"/>
                  </a:cubicBezTo>
                  <a:lnTo>
                    <a:pt x="25985" y="32846"/>
                  </a:lnTo>
                  <a:cubicBezTo>
                    <a:pt x="31038" y="34109"/>
                    <a:pt x="37229" y="36636"/>
                    <a:pt x="37229" y="43142"/>
                  </a:cubicBezTo>
                  <a:cubicBezTo>
                    <a:pt x="37229" y="51416"/>
                    <a:pt x="28512" y="54701"/>
                    <a:pt x="22827" y="54701"/>
                  </a:cubicBezTo>
                  <a:cubicBezTo>
                    <a:pt x="12910" y="54701"/>
                    <a:pt x="4825" y="51100"/>
                    <a:pt x="5014" y="393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51" name="Google Shape;1351;p51"/>
            <p:cNvSpPr/>
            <p:nvPr/>
          </p:nvSpPr>
          <p:spPr>
            <a:xfrm>
              <a:off x="5144511" y="4807325"/>
              <a:ext cx="36329" cy="44086"/>
            </a:xfrm>
            <a:custGeom>
              <a:rect b="b" l="l" r="r" t="t"/>
              <a:pathLst>
                <a:path extrusionOk="0" h="44086" w="36329">
                  <a:moveTo>
                    <a:pt x="6643" y="14235"/>
                  </a:moveTo>
                  <a:cubicBezTo>
                    <a:pt x="6419" y="9147"/>
                    <a:pt x="10363" y="4841"/>
                    <a:pt x="15452" y="4618"/>
                  </a:cubicBezTo>
                  <a:cubicBezTo>
                    <a:pt x="16012" y="4594"/>
                    <a:pt x="16573" y="4620"/>
                    <a:pt x="17128" y="4697"/>
                  </a:cubicBezTo>
                  <a:cubicBezTo>
                    <a:pt x="22813" y="4697"/>
                    <a:pt x="27424" y="6340"/>
                    <a:pt x="27424" y="13162"/>
                  </a:cubicBezTo>
                  <a:cubicBezTo>
                    <a:pt x="27424" y="17709"/>
                    <a:pt x="25213" y="18215"/>
                    <a:pt x="21107" y="18720"/>
                  </a:cubicBezTo>
                  <a:cubicBezTo>
                    <a:pt x="10748" y="19983"/>
                    <a:pt x="10" y="20362"/>
                    <a:pt x="10" y="31921"/>
                  </a:cubicBezTo>
                  <a:cubicBezTo>
                    <a:pt x="-254" y="38370"/>
                    <a:pt x="4758" y="43812"/>
                    <a:pt x="11206" y="44076"/>
                  </a:cubicBezTo>
                  <a:cubicBezTo>
                    <a:pt x="11876" y="44104"/>
                    <a:pt x="12547" y="44073"/>
                    <a:pt x="13211" y="43986"/>
                  </a:cubicBezTo>
                  <a:cubicBezTo>
                    <a:pt x="19253" y="44357"/>
                    <a:pt x="24919" y="41037"/>
                    <a:pt x="27550" y="35585"/>
                  </a:cubicBezTo>
                  <a:lnTo>
                    <a:pt x="27550" y="35585"/>
                  </a:lnTo>
                  <a:cubicBezTo>
                    <a:pt x="27550" y="39943"/>
                    <a:pt x="28308" y="42786"/>
                    <a:pt x="33172" y="42786"/>
                  </a:cubicBezTo>
                  <a:cubicBezTo>
                    <a:pt x="34234" y="42819"/>
                    <a:pt x="35295" y="42712"/>
                    <a:pt x="36330" y="42470"/>
                  </a:cubicBezTo>
                  <a:lnTo>
                    <a:pt x="36330" y="38238"/>
                  </a:lnTo>
                  <a:lnTo>
                    <a:pt x="34814" y="38238"/>
                  </a:lnTo>
                  <a:cubicBezTo>
                    <a:pt x="32919" y="38238"/>
                    <a:pt x="31972" y="37164"/>
                    <a:pt x="31972" y="35206"/>
                  </a:cubicBezTo>
                  <a:lnTo>
                    <a:pt x="31972" y="13351"/>
                  </a:lnTo>
                  <a:cubicBezTo>
                    <a:pt x="31972" y="2360"/>
                    <a:pt x="24455" y="150"/>
                    <a:pt x="17507" y="150"/>
                  </a:cubicBezTo>
                  <a:cubicBezTo>
                    <a:pt x="9914" y="-967"/>
                    <a:pt x="2853" y="4284"/>
                    <a:pt x="1737" y="11877"/>
                  </a:cubicBezTo>
                  <a:cubicBezTo>
                    <a:pt x="1638" y="12553"/>
                    <a:pt x="1588" y="13236"/>
                    <a:pt x="1590" y="13919"/>
                  </a:cubicBezTo>
                  <a:close/>
                  <a:moveTo>
                    <a:pt x="27424" y="26868"/>
                  </a:moveTo>
                  <a:cubicBezTo>
                    <a:pt x="27449" y="33845"/>
                    <a:pt x="21813" y="39522"/>
                    <a:pt x="14837" y="39547"/>
                  </a:cubicBezTo>
                  <a:cubicBezTo>
                    <a:pt x="14463" y="39548"/>
                    <a:pt x="14089" y="39533"/>
                    <a:pt x="13717" y="39501"/>
                  </a:cubicBezTo>
                  <a:cubicBezTo>
                    <a:pt x="9119" y="39746"/>
                    <a:pt x="5192" y="36218"/>
                    <a:pt x="4947" y="31619"/>
                  </a:cubicBezTo>
                  <a:cubicBezTo>
                    <a:pt x="4942" y="31531"/>
                    <a:pt x="4939" y="31442"/>
                    <a:pt x="4937" y="31353"/>
                  </a:cubicBezTo>
                  <a:cubicBezTo>
                    <a:pt x="4937" y="23331"/>
                    <a:pt x="15106" y="23394"/>
                    <a:pt x="23255" y="21878"/>
                  </a:cubicBezTo>
                  <a:cubicBezTo>
                    <a:pt x="24518" y="21878"/>
                    <a:pt x="26666" y="21247"/>
                    <a:pt x="27297" y="20046"/>
                  </a:cubicBezTo>
                  <a:lnTo>
                    <a:pt x="27297" y="20046"/>
                  </a:lnTo>
                  <a:lnTo>
                    <a:pt x="27297" y="263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52" name="Google Shape;1352;p51"/>
            <p:cNvSpPr/>
            <p:nvPr/>
          </p:nvSpPr>
          <p:spPr>
            <a:xfrm>
              <a:off x="5184757" y="4793199"/>
              <a:ext cx="4800" cy="56911"/>
            </a:xfrm>
            <a:custGeom>
              <a:rect b="b" l="l" r="r" t="t"/>
              <a:pathLst>
                <a:path extrusionOk="0" h="56911" w="4800">
                  <a:moveTo>
                    <a:pt x="0" y="56912"/>
                  </a:moveTo>
                  <a:lnTo>
                    <a:pt x="4800" y="56912"/>
                  </a:lnTo>
                  <a:lnTo>
                    <a:pt x="4800" y="0"/>
                  </a:lnTo>
                  <a:lnTo>
                    <a:pt x="0" y="0"/>
                  </a:lnTo>
                  <a:lnTo>
                    <a:pt x="0" y="56912"/>
                  </a:lnTo>
                  <a:lnTo>
                    <a:pt x="0" y="569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53" name="Google Shape;1353;p51"/>
            <p:cNvSpPr/>
            <p:nvPr/>
          </p:nvSpPr>
          <p:spPr>
            <a:xfrm>
              <a:off x="5197011" y="4808991"/>
              <a:ext cx="31961" cy="42322"/>
            </a:xfrm>
            <a:custGeom>
              <a:rect b="b" l="l" r="r" t="t"/>
              <a:pathLst>
                <a:path extrusionOk="0" h="42322" w="31961">
                  <a:moveTo>
                    <a:pt x="31961" y="0"/>
                  </a:moveTo>
                  <a:lnTo>
                    <a:pt x="27161" y="0"/>
                  </a:lnTo>
                  <a:lnTo>
                    <a:pt x="27161" y="21602"/>
                  </a:lnTo>
                  <a:cubicBezTo>
                    <a:pt x="27161" y="29940"/>
                    <a:pt x="23560" y="38088"/>
                    <a:pt x="15349" y="38088"/>
                  </a:cubicBezTo>
                  <a:cubicBezTo>
                    <a:pt x="7137" y="38088"/>
                    <a:pt x="5053" y="34172"/>
                    <a:pt x="4800" y="26782"/>
                  </a:cubicBezTo>
                  <a:lnTo>
                    <a:pt x="4800" y="0"/>
                  </a:lnTo>
                  <a:lnTo>
                    <a:pt x="0" y="0"/>
                  </a:lnTo>
                  <a:lnTo>
                    <a:pt x="0" y="26719"/>
                  </a:lnTo>
                  <a:cubicBezTo>
                    <a:pt x="0" y="36257"/>
                    <a:pt x="3916" y="42320"/>
                    <a:pt x="13833" y="42320"/>
                  </a:cubicBezTo>
                  <a:cubicBezTo>
                    <a:pt x="19648" y="42407"/>
                    <a:pt x="24959" y="39032"/>
                    <a:pt x="27350" y="33730"/>
                  </a:cubicBezTo>
                  <a:lnTo>
                    <a:pt x="27350" y="33730"/>
                  </a:lnTo>
                  <a:lnTo>
                    <a:pt x="27350" y="41436"/>
                  </a:lnTo>
                  <a:lnTo>
                    <a:pt x="31772" y="41436"/>
                  </a:lnTo>
                  <a:lnTo>
                    <a:pt x="31772" y="3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54" name="Google Shape;1354;p51"/>
            <p:cNvSpPr/>
            <p:nvPr/>
          </p:nvSpPr>
          <p:spPr>
            <a:xfrm>
              <a:off x="5234847" y="4793578"/>
              <a:ext cx="36130" cy="58111"/>
            </a:xfrm>
            <a:custGeom>
              <a:rect b="b" l="l" r="r" t="t"/>
              <a:pathLst>
                <a:path extrusionOk="0" h="58111" w="36130">
                  <a:moveTo>
                    <a:pt x="36130" y="0"/>
                  </a:moveTo>
                  <a:lnTo>
                    <a:pt x="31329" y="0"/>
                  </a:lnTo>
                  <a:lnTo>
                    <a:pt x="31329" y="23624"/>
                  </a:lnTo>
                  <a:lnTo>
                    <a:pt x="31329" y="23624"/>
                  </a:lnTo>
                  <a:cubicBezTo>
                    <a:pt x="29208" y="17983"/>
                    <a:pt x="23706" y="14341"/>
                    <a:pt x="17686" y="14591"/>
                  </a:cubicBezTo>
                  <a:cubicBezTo>
                    <a:pt x="5748" y="14591"/>
                    <a:pt x="0" y="24697"/>
                    <a:pt x="0" y="36320"/>
                  </a:cubicBezTo>
                  <a:cubicBezTo>
                    <a:pt x="0" y="47942"/>
                    <a:pt x="5748" y="58112"/>
                    <a:pt x="17686" y="58112"/>
                  </a:cubicBezTo>
                  <a:cubicBezTo>
                    <a:pt x="23726" y="58109"/>
                    <a:pt x="29208" y="54578"/>
                    <a:pt x="31708" y="49079"/>
                  </a:cubicBezTo>
                  <a:lnTo>
                    <a:pt x="31708" y="49079"/>
                  </a:lnTo>
                  <a:lnTo>
                    <a:pt x="31708" y="56848"/>
                  </a:lnTo>
                  <a:lnTo>
                    <a:pt x="36130" y="56848"/>
                  </a:lnTo>
                  <a:lnTo>
                    <a:pt x="36130" y="0"/>
                  </a:lnTo>
                  <a:close/>
                  <a:moveTo>
                    <a:pt x="4548" y="36320"/>
                  </a:moveTo>
                  <a:cubicBezTo>
                    <a:pt x="4548" y="27792"/>
                    <a:pt x="8275" y="18823"/>
                    <a:pt x="17181" y="18823"/>
                  </a:cubicBezTo>
                  <a:cubicBezTo>
                    <a:pt x="27413" y="18823"/>
                    <a:pt x="31014" y="27792"/>
                    <a:pt x="31014" y="36320"/>
                  </a:cubicBezTo>
                  <a:cubicBezTo>
                    <a:pt x="31014" y="44847"/>
                    <a:pt x="27413" y="53880"/>
                    <a:pt x="17181" y="53880"/>
                  </a:cubicBezTo>
                  <a:cubicBezTo>
                    <a:pt x="8022" y="53880"/>
                    <a:pt x="4548" y="44847"/>
                    <a:pt x="4548" y="363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55" name="Google Shape;1355;p51"/>
            <p:cNvSpPr/>
            <p:nvPr/>
          </p:nvSpPr>
          <p:spPr>
            <a:xfrm>
              <a:off x="5279188" y="4793326"/>
              <a:ext cx="52806" cy="56911"/>
            </a:xfrm>
            <a:custGeom>
              <a:rect b="b" l="l" r="r" t="t"/>
              <a:pathLst>
                <a:path extrusionOk="0" h="56911" w="52806">
                  <a:moveTo>
                    <a:pt x="0" y="56912"/>
                  </a:moveTo>
                  <a:lnTo>
                    <a:pt x="5180" y="56912"/>
                  </a:lnTo>
                  <a:lnTo>
                    <a:pt x="5180" y="7706"/>
                  </a:lnTo>
                  <a:lnTo>
                    <a:pt x="5369" y="7706"/>
                  </a:lnTo>
                  <a:lnTo>
                    <a:pt x="24003" y="56912"/>
                  </a:lnTo>
                  <a:lnTo>
                    <a:pt x="28930" y="56912"/>
                  </a:lnTo>
                  <a:lnTo>
                    <a:pt x="47500" y="7706"/>
                  </a:lnTo>
                  <a:lnTo>
                    <a:pt x="47690" y="7706"/>
                  </a:lnTo>
                  <a:lnTo>
                    <a:pt x="47690" y="56912"/>
                  </a:lnTo>
                  <a:lnTo>
                    <a:pt x="52806" y="56912"/>
                  </a:lnTo>
                  <a:lnTo>
                    <a:pt x="52806" y="0"/>
                  </a:lnTo>
                  <a:lnTo>
                    <a:pt x="45226" y="0"/>
                  </a:lnTo>
                  <a:lnTo>
                    <a:pt x="26466" y="49900"/>
                  </a:lnTo>
                  <a:lnTo>
                    <a:pt x="7643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56" name="Google Shape;1356;p51"/>
            <p:cNvSpPr/>
            <p:nvPr/>
          </p:nvSpPr>
          <p:spPr>
            <a:xfrm>
              <a:off x="5337985" y="4807767"/>
              <a:ext cx="36266" cy="43770"/>
            </a:xfrm>
            <a:custGeom>
              <a:rect b="b" l="l" r="r" t="t"/>
              <a:pathLst>
                <a:path extrusionOk="0" h="43770" w="36266">
                  <a:moveTo>
                    <a:pt x="6579" y="13920"/>
                  </a:moveTo>
                  <a:cubicBezTo>
                    <a:pt x="6392" y="8795"/>
                    <a:pt x="10394" y="4489"/>
                    <a:pt x="15519" y="4301"/>
                  </a:cubicBezTo>
                  <a:cubicBezTo>
                    <a:pt x="16056" y="4281"/>
                    <a:pt x="16595" y="4308"/>
                    <a:pt x="17128" y="4382"/>
                  </a:cubicBezTo>
                  <a:cubicBezTo>
                    <a:pt x="22750" y="4382"/>
                    <a:pt x="27424" y="6024"/>
                    <a:pt x="27424" y="12783"/>
                  </a:cubicBezTo>
                  <a:cubicBezTo>
                    <a:pt x="27424" y="17330"/>
                    <a:pt x="25213" y="17962"/>
                    <a:pt x="21107" y="18404"/>
                  </a:cubicBezTo>
                  <a:cubicBezTo>
                    <a:pt x="10748" y="19668"/>
                    <a:pt x="10" y="20047"/>
                    <a:pt x="10" y="31606"/>
                  </a:cubicBezTo>
                  <a:cubicBezTo>
                    <a:pt x="-254" y="38054"/>
                    <a:pt x="4758" y="43496"/>
                    <a:pt x="11206" y="43760"/>
                  </a:cubicBezTo>
                  <a:cubicBezTo>
                    <a:pt x="11876" y="43788"/>
                    <a:pt x="12547" y="43758"/>
                    <a:pt x="13211" y="43670"/>
                  </a:cubicBezTo>
                  <a:cubicBezTo>
                    <a:pt x="19239" y="44050"/>
                    <a:pt x="24892" y="40723"/>
                    <a:pt x="27487" y="35269"/>
                  </a:cubicBezTo>
                  <a:lnTo>
                    <a:pt x="27487" y="35269"/>
                  </a:lnTo>
                  <a:cubicBezTo>
                    <a:pt x="27487" y="39565"/>
                    <a:pt x="28245" y="42470"/>
                    <a:pt x="33109" y="42470"/>
                  </a:cubicBezTo>
                  <a:cubicBezTo>
                    <a:pt x="34169" y="42472"/>
                    <a:pt x="35228" y="42366"/>
                    <a:pt x="36267" y="42154"/>
                  </a:cubicBezTo>
                  <a:lnTo>
                    <a:pt x="36267" y="37922"/>
                  </a:lnTo>
                  <a:lnTo>
                    <a:pt x="34751" y="38238"/>
                  </a:lnTo>
                  <a:cubicBezTo>
                    <a:pt x="32793" y="38238"/>
                    <a:pt x="31909" y="37101"/>
                    <a:pt x="31909" y="35206"/>
                  </a:cubicBezTo>
                  <a:lnTo>
                    <a:pt x="31909" y="13351"/>
                  </a:lnTo>
                  <a:cubicBezTo>
                    <a:pt x="31909" y="2360"/>
                    <a:pt x="24392" y="150"/>
                    <a:pt x="17380" y="150"/>
                  </a:cubicBezTo>
                  <a:cubicBezTo>
                    <a:pt x="9787" y="-967"/>
                    <a:pt x="2727" y="4284"/>
                    <a:pt x="1611" y="11877"/>
                  </a:cubicBezTo>
                  <a:cubicBezTo>
                    <a:pt x="1511" y="12553"/>
                    <a:pt x="1462" y="13236"/>
                    <a:pt x="1463" y="13919"/>
                  </a:cubicBezTo>
                  <a:close/>
                  <a:moveTo>
                    <a:pt x="27424" y="26553"/>
                  </a:moveTo>
                  <a:cubicBezTo>
                    <a:pt x="27624" y="33527"/>
                    <a:pt x="22132" y="39343"/>
                    <a:pt x="15158" y="39542"/>
                  </a:cubicBezTo>
                  <a:cubicBezTo>
                    <a:pt x="14677" y="39556"/>
                    <a:pt x="14196" y="39543"/>
                    <a:pt x="13717" y="39501"/>
                  </a:cubicBezTo>
                  <a:cubicBezTo>
                    <a:pt x="9118" y="39747"/>
                    <a:pt x="5192" y="36218"/>
                    <a:pt x="4947" y="31619"/>
                  </a:cubicBezTo>
                  <a:cubicBezTo>
                    <a:pt x="4942" y="31531"/>
                    <a:pt x="4939" y="31442"/>
                    <a:pt x="4937" y="31353"/>
                  </a:cubicBezTo>
                  <a:cubicBezTo>
                    <a:pt x="4937" y="23331"/>
                    <a:pt x="15043" y="23394"/>
                    <a:pt x="23255" y="21878"/>
                  </a:cubicBezTo>
                  <a:cubicBezTo>
                    <a:pt x="24518" y="21878"/>
                    <a:pt x="26666" y="21247"/>
                    <a:pt x="27234" y="20047"/>
                  </a:cubicBezTo>
                  <a:lnTo>
                    <a:pt x="27234" y="20047"/>
                  </a:lnTo>
                  <a:lnTo>
                    <a:pt x="27234" y="263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57" name="Google Shape;1357;p51"/>
            <p:cNvSpPr/>
            <p:nvPr/>
          </p:nvSpPr>
          <p:spPr>
            <a:xfrm>
              <a:off x="5376589" y="4793578"/>
              <a:ext cx="36130" cy="58111"/>
            </a:xfrm>
            <a:custGeom>
              <a:rect b="b" l="l" r="r" t="t"/>
              <a:pathLst>
                <a:path extrusionOk="0" h="58111" w="36130">
                  <a:moveTo>
                    <a:pt x="36130" y="0"/>
                  </a:moveTo>
                  <a:lnTo>
                    <a:pt x="31329" y="0"/>
                  </a:lnTo>
                  <a:lnTo>
                    <a:pt x="31329" y="23624"/>
                  </a:lnTo>
                  <a:lnTo>
                    <a:pt x="31329" y="23624"/>
                  </a:lnTo>
                  <a:cubicBezTo>
                    <a:pt x="29192" y="17996"/>
                    <a:pt x="23701" y="14361"/>
                    <a:pt x="17686" y="14591"/>
                  </a:cubicBezTo>
                  <a:cubicBezTo>
                    <a:pt x="5685" y="14591"/>
                    <a:pt x="0" y="24697"/>
                    <a:pt x="0" y="36320"/>
                  </a:cubicBezTo>
                  <a:cubicBezTo>
                    <a:pt x="0" y="47942"/>
                    <a:pt x="5685" y="58112"/>
                    <a:pt x="17686" y="58112"/>
                  </a:cubicBezTo>
                  <a:cubicBezTo>
                    <a:pt x="23717" y="58077"/>
                    <a:pt x="29184" y="54556"/>
                    <a:pt x="31708" y="49079"/>
                  </a:cubicBezTo>
                  <a:lnTo>
                    <a:pt x="31708" y="49079"/>
                  </a:lnTo>
                  <a:lnTo>
                    <a:pt x="31708" y="56848"/>
                  </a:lnTo>
                  <a:lnTo>
                    <a:pt x="36067" y="56848"/>
                  </a:lnTo>
                  <a:lnTo>
                    <a:pt x="36067" y="0"/>
                  </a:lnTo>
                  <a:close/>
                  <a:moveTo>
                    <a:pt x="4548" y="36320"/>
                  </a:moveTo>
                  <a:cubicBezTo>
                    <a:pt x="4548" y="27792"/>
                    <a:pt x="8275" y="18823"/>
                    <a:pt x="17181" y="18823"/>
                  </a:cubicBezTo>
                  <a:cubicBezTo>
                    <a:pt x="27413" y="18823"/>
                    <a:pt x="30951" y="27792"/>
                    <a:pt x="30951" y="36320"/>
                  </a:cubicBezTo>
                  <a:cubicBezTo>
                    <a:pt x="30951" y="44847"/>
                    <a:pt x="27413" y="53880"/>
                    <a:pt x="17181" y="53880"/>
                  </a:cubicBezTo>
                  <a:cubicBezTo>
                    <a:pt x="8022" y="53880"/>
                    <a:pt x="4548" y="44847"/>
                    <a:pt x="4548" y="363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58" name="Google Shape;1358;p51"/>
            <p:cNvSpPr/>
            <p:nvPr/>
          </p:nvSpPr>
          <p:spPr>
            <a:xfrm>
              <a:off x="5420236" y="4808516"/>
              <a:ext cx="19454" cy="41910"/>
            </a:xfrm>
            <a:custGeom>
              <a:rect b="b" l="l" r="r" t="t"/>
              <a:pathLst>
                <a:path extrusionOk="0" h="41910" w="19454">
                  <a:moveTo>
                    <a:pt x="0" y="41911"/>
                  </a:moveTo>
                  <a:lnTo>
                    <a:pt x="4801" y="41911"/>
                  </a:lnTo>
                  <a:lnTo>
                    <a:pt x="4801" y="19803"/>
                  </a:lnTo>
                  <a:cubicBezTo>
                    <a:pt x="4298" y="12180"/>
                    <a:pt x="10070" y="5593"/>
                    <a:pt x="17693" y="5090"/>
                  </a:cubicBezTo>
                  <a:cubicBezTo>
                    <a:pt x="18279" y="5051"/>
                    <a:pt x="18868" y="5050"/>
                    <a:pt x="19454" y="5086"/>
                  </a:cubicBezTo>
                  <a:lnTo>
                    <a:pt x="19455" y="33"/>
                  </a:lnTo>
                  <a:cubicBezTo>
                    <a:pt x="12717" y="-417"/>
                    <a:pt x="6550" y="3816"/>
                    <a:pt x="4548" y="10265"/>
                  </a:cubicBezTo>
                  <a:lnTo>
                    <a:pt x="4548" y="10265"/>
                  </a:lnTo>
                  <a:lnTo>
                    <a:pt x="4548" y="601"/>
                  </a:lnTo>
                  <a:lnTo>
                    <a:pt x="126" y="601"/>
                  </a:lnTo>
                  <a:lnTo>
                    <a:pt x="126" y="419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59" name="Google Shape;1359;p51"/>
            <p:cNvSpPr/>
            <p:nvPr/>
          </p:nvSpPr>
          <p:spPr>
            <a:xfrm>
              <a:off x="5442596" y="4793578"/>
              <a:ext cx="4863" cy="56848"/>
            </a:xfrm>
            <a:custGeom>
              <a:rect b="b" l="l" r="r" t="t"/>
              <a:pathLst>
                <a:path extrusionOk="0" h="56848" w="4863">
                  <a:moveTo>
                    <a:pt x="0" y="7769"/>
                  </a:moveTo>
                  <a:lnTo>
                    <a:pt x="4864" y="7769"/>
                  </a:lnTo>
                  <a:lnTo>
                    <a:pt x="4864" y="0"/>
                  </a:lnTo>
                  <a:lnTo>
                    <a:pt x="0" y="0"/>
                  </a:lnTo>
                  <a:moveTo>
                    <a:pt x="0" y="56848"/>
                  </a:moveTo>
                  <a:lnTo>
                    <a:pt x="4864" y="56848"/>
                  </a:lnTo>
                  <a:lnTo>
                    <a:pt x="4864" y="15728"/>
                  </a:lnTo>
                  <a:lnTo>
                    <a:pt x="0" y="15728"/>
                  </a:lnTo>
                  <a:lnTo>
                    <a:pt x="0" y="568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0" name="Google Shape;1360;p51"/>
            <p:cNvSpPr/>
            <p:nvPr/>
          </p:nvSpPr>
          <p:spPr>
            <a:xfrm>
              <a:off x="5453460" y="4793578"/>
              <a:ext cx="36130" cy="58111"/>
            </a:xfrm>
            <a:custGeom>
              <a:rect b="b" l="l" r="r" t="t"/>
              <a:pathLst>
                <a:path extrusionOk="0" h="58111" w="36130">
                  <a:moveTo>
                    <a:pt x="36130" y="0"/>
                  </a:moveTo>
                  <a:lnTo>
                    <a:pt x="31330" y="0"/>
                  </a:lnTo>
                  <a:lnTo>
                    <a:pt x="31330" y="23624"/>
                  </a:lnTo>
                  <a:lnTo>
                    <a:pt x="31330" y="23624"/>
                  </a:lnTo>
                  <a:cubicBezTo>
                    <a:pt x="29208" y="17983"/>
                    <a:pt x="23707" y="14341"/>
                    <a:pt x="17686" y="14591"/>
                  </a:cubicBezTo>
                  <a:cubicBezTo>
                    <a:pt x="5748" y="14591"/>
                    <a:pt x="0" y="24697"/>
                    <a:pt x="0" y="36320"/>
                  </a:cubicBezTo>
                  <a:cubicBezTo>
                    <a:pt x="0" y="47942"/>
                    <a:pt x="5748" y="58112"/>
                    <a:pt x="17686" y="58112"/>
                  </a:cubicBezTo>
                  <a:cubicBezTo>
                    <a:pt x="23726" y="58109"/>
                    <a:pt x="29208" y="54578"/>
                    <a:pt x="31708" y="49079"/>
                  </a:cubicBezTo>
                  <a:lnTo>
                    <a:pt x="31709" y="49079"/>
                  </a:lnTo>
                  <a:lnTo>
                    <a:pt x="31709" y="56848"/>
                  </a:lnTo>
                  <a:lnTo>
                    <a:pt x="36130" y="56848"/>
                  </a:lnTo>
                  <a:lnTo>
                    <a:pt x="36130" y="0"/>
                  </a:lnTo>
                  <a:close/>
                  <a:moveTo>
                    <a:pt x="4548" y="36320"/>
                  </a:moveTo>
                  <a:cubicBezTo>
                    <a:pt x="4548" y="27792"/>
                    <a:pt x="8338" y="18823"/>
                    <a:pt x="17181" y="18823"/>
                  </a:cubicBezTo>
                  <a:cubicBezTo>
                    <a:pt x="27413" y="18823"/>
                    <a:pt x="31014" y="27792"/>
                    <a:pt x="31014" y="36320"/>
                  </a:cubicBezTo>
                  <a:cubicBezTo>
                    <a:pt x="31014" y="44847"/>
                    <a:pt x="27413" y="53880"/>
                    <a:pt x="17181" y="53880"/>
                  </a:cubicBezTo>
                  <a:cubicBezTo>
                    <a:pt x="8085" y="53880"/>
                    <a:pt x="4548" y="44847"/>
                    <a:pt x="4548" y="363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1" name="Google Shape;1361;p51"/>
            <p:cNvSpPr/>
            <p:nvPr/>
          </p:nvSpPr>
          <p:spPr>
            <a:xfrm>
              <a:off x="5301802" y="4570101"/>
              <a:ext cx="187915" cy="193852"/>
            </a:xfrm>
            <a:custGeom>
              <a:rect b="b" l="l" r="r" t="t"/>
              <a:pathLst>
                <a:path extrusionOk="0" h="193852" w="187915">
                  <a:moveTo>
                    <a:pt x="0" y="193853"/>
                  </a:moveTo>
                  <a:lnTo>
                    <a:pt x="187915" y="193853"/>
                  </a:lnTo>
                  <a:lnTo>
                    <a:pt x="187915" y="0"/>
                  </a:lnTo>
                  <a:lnTo>
                    <a:pt x="0" y="0"/>
                  </a:lnTo>
                  <a:lnTo>
                    <a:pt x="0" y="193853"/>
                  </a:lnTo>
                  <a:lnTo>
                    <a:pt x="0" y="1938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2" name="Google Shape;1362;p51"/>
            <p:cNvSpPr/>
            <p:nvPr/>
          </p:nvSpPr>
          <p:spPr>
            <a:xfrm>
              <a:off x="5321635" y="4635098"/>
              <a:ext cx="32150" cy="31645"/>
            </a:xfrm>
            <a:custGeom>
              <a:rect b="b" l="l" r="r" t="t"/>
              <a:pathLst>
                <a:path extrusionOk="0" h="31645" w="32150">
                  <a:moveTo>
                    <a:pt x="16170" y="0"/>
                  </a:moveTo>
                  <a:lnTo>
                    <a:pt x="12380" y="12191"/>
                  </a:lnTo>
                  <a:lnTo>
                    <a:pt x="0" y="12317"/>
                  </a:lnTo>
                  <a:lnTo>
                    <a:pt x="10043" y="19707"/>
                  </a:lnTo>
                  <a:lnTo>
                    <a:pt x="6380" y="31646"/>
                  </a:lnTo>
                  <a:lnTo>
                    <a:pt x="16170" y="24318"/>
                  </a:lnTo>
                  <a:lnTo>
                    <a:pt x="26024" y="31519"/>
                  </a:lnTo>
                  <a:lnTo>
                    <a:pt x="22234" y="19581"/>
                  </a:lnTo>
                  <a:lnTo>
                    <a:pt x="32151" y="12001"/>
                  </a:lnTo>
                  <a:lnTo>
                    <a:pt x="19960" y="121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3" name="Google Shape;1363;p51"/>
            <p:cNvSpPr/>
            <p:nvPr/>
          </p:nvSpPr>
          <p:spPr>
            <a:xfrm>
              <a:off x="5360608" y="4635098"/>
              <a:ext cx="32151" cy="31645"/>
            </a:xfrm>
            <a:custGeom>
              <a:rect b="b" l="l" r="r" t="t"/>
              <a:pathLst>
                <a:path extrusionOk="0" h="31645" w="32151">
                  <a:moveTo>
                    <a:pt x="16107" y="0"/>
                  </a:moveTo>
                  <a:lnTo>
                    <a:pt x="12380" y="12191"/>
                  </a:lnTo>
                  <a:lnTo>
                    <a:pt x="0" y="12317"/>
                  </a:lnTo>
                  <a:lnTo>
                    <a:pt x="9980" y="19707"/>
                  </a:lnTo>
                  <a:lnTo>
                    <a:pt x="6380" y="31646"/>
                  </a:lnTo>
                  <a:lnTo>
                    <a:pt x="16107" y="24318"/>
                  </a:lnTo>
                  <a:lnTo>
                    <a:pt x="26024" y="31519"/>
                  </a:lnTo>
                  <a:lnTo>
                    <a:pt x="22234" y="19581"/>
                  </a:lnTo>
                  <a:lnTo>
                    <a:pt x="32151" y="12001"/>
                  </a:lnTo>
                  <a:lnTo>
                    <a:pt x="19960" y="121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4" name="Google Shape;1364;p51"/>
            <p:cNvSpPr/>
            <p:nvPr/>
          </p:nvSpPr>
          <p:spPr>
            <a:xfrm>
              <a:off x="5399707" y="4635098"/>
              <a:ext cx="32151" cy="31645"/>
            </a:xfrm>
            <a:custGeom>
              <a:rect b="b" l="l" r="r" t="t"/>
              <a:pathLst>
                <a:path extrusionOk="0" h="31645" w="32151">
                  <a:moveTo>
                    <a:pt x="16170" y="0"/>
                  </a:moveTo>
                  <a:lnTo>
                    <a:pt x="12380" y="12191"/>
                  </a:lnTo>
                  <a:lnTo>
                    <a:pt x="0" y="12317"/>
                  </a:lnTo>
                  <a:lnTo>
                    <a:pt x="10043" y="19707"/>
                  </a:lnTo>
                  <a:lnTo>
                    <a:pt x="6443" y="31646"/>
                  </a:lnTo>
                  <a:lnTo>
                    <a:pt x="16170" y="24318"/>
                  </a:lnTo>
                  <a:lnTo>
                    <a:pt x="26024" y="31519"/>
                  </a:lnTo>
                  <a:lnTo>
                    <a:pt x="22234" y="19581"/>
                  </a:lnTo>
                  <a:lnTo>
                    <a:pt x="32151" y="12001"/>
                  </a:lnTo>
                  <a:lnTo>
                    <a:pt x="20023" y="121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5" name="Google Shape;1365;p51"/>
            <p:cNvSpPr/>
            <p:nvPr/>
          </p:nvSpPr>
          <p:spPr>
            <a:xfrm>
              <a:off x="5380000" y="4662891"/>
              <a:ext cx="32151" cy="31582"/>
            </a:xfrm>
            <a:custGeom>
              <a:rect b="b" l="l" r="r" t="t"/>
              <a:pathLst>
                <a:path extrusionOk="0" h="31582" w="32151">
                  <a:moveTo>
                    <a:pt x="16170" y="0"/>
                  </a:moveTo>
                  <a:lnTo>
                    <a:pt x="12380" y="12128"/>
                  </a:lnTo>
                  <a:lnTo>
                    <a:pt x="0" y="12317"/>
                  </a:lnTo>
                  <a:lnTo>
                    <a:pt x="10043" y="19707"/>
                  </a:lnTo>
                  <a:lnTo>
                    <a:pt x="6443" y="31582"/>
                  </a:lnTo>
                  <a:lnTo>
                    <a:pt x="16170" y="24255"/>
                  </a:lnTo>
                  <a:lnTo>
                    <a:pt x="26087" y="31456"/>
                  </a:lnTo>
                  <a:lnTo>
                    <a:pt x="22297" y="19518"/>
                  </a:lnTo>
                  <a:lnTo>
                    <a:pt x="32151" y="12001"/>
                  </a:lnTo>
                  <a:lnTo>
                    <a:pt x="20023" y="12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6" name="Google Shape;1366;p51"/>
            <p:cNvSpPr/>
            <p:nvPr/>
          </p:nvSpPr>
          <p:spPr>
            <a:xfrm>
              <a:off x="5341027" y="4662891"/>
              <a:ext cx="32087" cy="31582"/>
            </a:xfrm>
            <a:custGeom>
              <a:rect b="b" l="l" r="r" t="t"/>
              <a:pathLst>
                <a:path extrusionOk="0" h="31582" w="32087">
                  <a:moveTo>
                    <a:pt x="16107" y="0"/>
                  </a:moveTo>
                  <a:lnTo>
                    <a:pt x="12317" y="12128"/>
                  </a:lnTo>
                  <a:lnTo>
                    <a:pt x="0" y="12317"/>
                  </a:lnTo>
                  <a:lnTo>
                    <a:pt x="9980" y="19707"/>
                  </a:lnTo>
                  <a:lnTo>
                    <a:pt x="6380" y="31582"/>
                  </a:lnTo>
                  <a:lnTo>
                    <a:pt x="16107" y="24255"/>
                  </a:lnTo>
                  <a:lnTo>
                    <a:pt x="26024" y="31456"/>
                  </a:lnTo>
                  <a:lnTo>
                    <a:pt x="22234" y="19518"/>
                  </a:lnTo>
                  <a:lnTo>
                    <a:pt x="32087" y="12001"/>
                  </a:lnTo>
                  <a:lnTo>
                    <a:pt x="19960" y="12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7" name="Google Shape;1367;p51"/>
            <p:cNvSpPr/>
            <p:nvPr/>
          </p:nvSpPr>
          <p:spPr>
            <a:xfrm>
              <a:off x="5419225" y="4662891"/>
              <a:ext cx="32150" cy="31582"/>
            </a:xfrm>
            <a:custGeom>
              <a:rect b="b" l="l" r="r" t="t"/>
              <a:pathLst>
                <a:path extrusionOk="0" h="31582" w="32150">
                  <a:moveTo>
                    <a:pt x="16170" y="0"/>
                  </a:moveTo>
                  <a:lnTo>
                    <a:pt x="12380" y="12128"/>
                  </a:lnTo>
                  <a:lnTo>
                    <a:pt x="0" y="12317"/>
                  </a:lnTo>
                  <a:lnTo>
                    <a:pt x="10043" y="19707"/>
                  </a:lnTo>
                  <a:lnTo>
                    <a:pt x="6443" y="31582"/>
                  </a:lnTo>
                  <a:lnTo>
                    <a:pt x="16170" y="24255"/>
                  </a:lnTo>
                  <a:lnTo>
                    <a:pt x="26024" y="31456"/>
                  </a:lnTo>
                  <a:lnTo>
                    <a:pt x="22234" y="19518"/>
                  </a:lnTo>
                  <a:lnTo>
                    <a:pt x="32151" y="12001"/>
                  </a:lnTo>
                  <a:lnTo>
                    <a:pt x="20023" y="12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8" name="Google Shape;1368;p51"/>
            <p:cNvSpPr/>
            <p:nvPr/>
          </p:nvSpPr>
          <p:spPr>
            <a:xfrm>
              <a:off x="5438806" y="4635098"/>
              <a:ext cx="32087" cy="31645"/>
            </a:xfrm>
            <a:custGeom>
              <a:rect b="b" l="l" r="r" t="t"/>
              <a:pathLst>
                <a:path extrusionOk="0" h="31645" w="32087">
                  <a:moveTo>
                    <a:pt x="16170" y="0"/>
                  </a:moveTo>
                  <a:lnTo>
                    <a:pt x="12317" y="12191"/>
                  </a:lnTo>
                  <a:lnTo>
                    <a:pt x="0" y="12317"/>
                  </a:lnTo>
                  <a:lnTo>
                    <a:pt x="10043" y="19707"/>
                  </a:lnTo>
                  <a:lnTo>
                    <a:pt x="6380" y="31646"/>
                  </a:lnTo>
                  <a:lnTo>
                    <a:pt x="16170" y="24318"/>
                  </a:lnTo>
                  <a:lnTo>
                    <a:pt x="26024" y="31519"/>
                  </a:lnTo>
                  <a:lnTo>
                    <a:pt x="22234" y="19581"/>
                  </a:lnTo>
                  <a:lnTo>
                    <a:pt x="32088" y="12001"/>
                  </a:lnTo>
                  <a:lnTo>
                    <a:pt x="19960" y="121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9" name="Google Shape;1369;p51"/>
            <p:cNvSpPr/>
            <p:nvPr/>
          </p:nvSpPr>
          <p:spPr>
            <a:xfrm>
              <a:off x="5099422" y="4570417"/>
              <a:ext cx="193347" cy="193536"/>
            </a:xfrm>
            <a:custGeom>
              <a:rect b="b" l="l" r="r" t="t"/>
              <a:pathLst>
                <a:path extrusionOk="0" h="193536" w="193347">
                  <a:moveTo>
                    <a:pt x="142500" y="193537"/>
                  </a:moveTo>
                  <a:lnTo>
                    <a:pt x="43647" y="189494"/>
                  </a:lnTo>
                  <a:lnTo>
                    <a:pt x="41436" y="153111"/>
                  </a:lnTo>
                  <a:lnTo>
                    <a:pt x="0" y="148437"/>
                  </a:lnTo>
                  <a:lnTo>
                    <a:pt x="11054" y="50848"/>
                  </a:lnTo>
                  <a:lnTo>
                    <a:pt x="39794" y="48511"/>
                  </a:lnTo>
                  <a:lnTo>
                    <a:pt x="40299" y="0"/>
                  </a:lnTo>
                  <a:lnTo>
                    <a:pt x="85083" y="1137"/>
                  </a:lnTo>
                  <a:lnTo>
                    <a:pt x="88367" y="53690"/>
                  </a:lnTo>
                  <a:lnTo>
                    <a:pt x="25392" y="82620"/>
                  </a:lnTo>
                  <a:lnTo>
                    <a:pt x="94431" y="101127"/>
                  </a:lnTo>
                  <a:lnTo>
                    <a:pt x="102769" y="174398"/>
                  </a:lnTo>
                  <a:lnTo>
                    <a:pt x="139784" y="110917"/>
                  </a:lnTo>
                  <a:lnTo>
                    <a:pt x="191137" y="123613"/>
                  </a:lnTo>
                  <a:lnTo>
                    <a:pt x="193347" y="150774"/>
                  </a:lnTo>
                  <a:lnTo>
                    <a:pt x="144774" y="15424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0" name="Google Shape;1370;p51"/>
            <p:cNvSpPr/>
            <p:nvPr/>
          </p:nvSpPr>
          <p:spPr>
            <a:xfrm>
              <a:off x="5200928" y="4572123"/>
              <a:ext cx="39856" cy="33098"/>
            </a:xfrm>
            <a:custGeom>
              <a:rect b="b" l="l" r="r" t="t"/>
              <a:pathLst>
                <a:path extrusionOk="0" h="33098" w="39856">
                  <a:moveTo>
                    <a:pt x="0" y="0"/>
                  </a:moveTo>
                  <a:lnTo>
                    <a:pt x="28929" y="33098"/>
                  </a:lnTo>
                  <a:lnTo>
                    <a:pt x="39857" y="27413"/>
                  </a:lnTo>
                  <a:lnTo>
                    <a:pt x="37646" y="56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1" name="Google Shape;1371;p51"/>
            <p:cNvSpPr/>
            <p:nvPr/>
          </p:nvSpPr>
          <p:spPr>
            <a:xfrm>
              <a:off x="5259292" y="4617791"/>
              <a:ext cx="31140" cy="57606"/>
            </a:xfrm>
            <a:custGeom>
              <a:rect b="b" l="l" r="r" t="t"/>
              <a:pathLst>
                <a:path extrusionOk="0" h="57606" w="31140">
                  <a:moveTo>
                    <a:pt x="0" y="21097"/>
                  </a:moveTo>
                  <a:lnTo>
                    <a:pt x="30572" y="57606"/>
                  </a:lnTo>
                  <a:lnTo>
                    <a:pt x="31140" y="2842"/>
                  </a:lnTo>
                  <a:lnTo>
                    <a:pt x="14212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2" name="Google Shape;1372;p51"/>
            <p:cNvSpPr/>
            <p:nvPr/>
          </p:nvSpPr>
          <p:spPr>
            <a:xfrm>
              <a:off x="5551997" y="4570986"/>
              <a:ext cx="77503" cy="95884"/>
            </a:xfrm>
            <a:custGeom>
              <a:rect b="b" l="l" r="r" t="t"/>
              <a:pathLst>
                <a:path extrusionOk="0" h="95884" w="77503">
                  <a:moveTo>
                    <a:pt x="20150" y="0"/>
                  </a:moveTo>
                  <a:lnTo>
                    <a:pt x="20150" y="36762"/>
                  </a:lnTo>
                  <a:lnTo>
                    <a:pt x="57290" y="36762"/>
                  </a:lnTo>
                  <a:lnTo>
                    <a:pt x="57290" y="0"/>
                  </a:lnTo>
                  <a:lnTo>
                    <a:pt x="77503" y="0"/>
                  </a:lnTo>
                  <a:lnTo>
                    <a:pt x="77503" y="95884"/>
                  </a:lnTo>
                  <a:lnTo>
                    <a:pt x="57290" y="95884"/>
                  </a:lnTo>
                  <a:lnTo>
                    <a:pt x="57290" y="54511"/>
                  </a:lnTo>
                  <a:lnTo>
                    <a:pt x="20150" y="54511"/>
                  </a:lnTo>
                  <a:lnTo>
                    <a:pt x="20150" y="95884"/>
                  </a:lnTo>
                  <a:lnTo>
                    <a:pt x="0" y="95884"/>
                  </a:lnTo>
                  <a:lnTo>
                    <a:pt x="0" y="0"/>
                  </a:lnTo>
                  <a:lnTo>
                    <a:pt x="20150" y="0"/>
                  </a:lnTo>
                  <a:lnTo>
                    <a:pt x="201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3" name="Google Shape;1373;p51"/>
            <p:cNvSpPr/>
            <p:nvPr/>
          </p:nvSpPr>
          <p:spPr>
            <a:xfrm>
              <a:off x="5643208" y="4595554"/>
              <a:ext cx="68721" cy="73087"/>
            </a:xfrm>
            <a:custGeom>
              <a:rect b="b" l="l" r="r" t="t"/>
              <a:pathLst>
                <a:path extrusionOk="0" h="73087" w="68721">
                  <a:moveTo>
                    <a:pt x="2463" y="21542"/>
                  </a:moveTo>
                  <a:cubicBezTo>
                    <a:pt x="3965" y="17255"/>
                    <a:pt x="6329" y="13320"/>
                    <a:pt x="9411" y="9983"/>
                  </a:cubicBezTo>
                  <a:cubicBezTo>
                    <a:pt x="12445" y="6779"/>
                    <a:pt x="16127" y="4260"/>
                    <a:pt x="20212" y="2593"/>
                  </a:cubicBezTo>
                  <a:cubicBezTo>
                    <a:pt x="24694" y="822"/>
                    <a:pt x="29479" y="-57"/>
                    <a:pt x="34298" y="3"/>
                  </a:cubicBezTo>
                  <a:cubicBezTo>
                    <a:pt x="39157" y="-53"/>
                    <a:pt x="43982" y="826"/>
                    <a:pt x="48510" y="2593"/>
                  </a:cubicBezTo>
                  <a:cubicBezTo>
                    <a:pt x="52610" y="4267"/>
                    <a:pt x="56311" y="6785"/>
                    <a:pt x="59374" y="9983"/>
                  </a:cubicBezTo>
                  <a:cubicBezTo>
                    <a:pt x="62434" y="13337"/>
                    <a:pt x="64795" y="17266"/>
                    <a:pt x="66322" y="21542"/>
                  </a:cubicBezTo>
                  <a:cubicBezTo>
                    <a:pt x="69521" y="31352"/>
                    <a:pt x="69521" y="41925"/>
                    <a:pt x="66322" y="51735"/>
                  </a:cubicBezTo>
                  <a:cubicBezTo>
                    <a:pt x="64794" y="55972"/>
                    <a:pt x="62431" y="59860"/>
                    <a:pt x="59374" y="63168"/>
                  </a:cubicBezTo>
                  <a:cubicBezTo>
                    <a:pt x="56335" y="66379"/>
                    <a:pt x="52626" y="68881"/>
                    <a:pt x="48510" y="70495"/>
                  </a:cubicBezTo>
                  <a:cubicBezTo>
                    <a:pt x="43982" y="72261"/>
                    <a:pt x="39157" y="73140"/>
                    <a:pt x="34298" y="73085"/>
                  </a:cubicBezTo>
                  <a:cubicBezTo>
                    <a:pt x="29479" y="73145"/>
                    <a:pt x="24694" y="72265"/>
                    <a:pt x="20212" y="70495"/>
                  </a:cubicBezTo>
                  <a:cubicBezTo>
                    <a:pt x="16107" y="68895"/>
                    <a:pt x="12415" y="66391"/>
                    <a:pt x="9411" y="63168"/>
                  </a:cubicBezTo>
                  <a:cubicBezTo>
                    <a:pt x="6332" y="59876"/>
                    <a:pt x="3966" y="55984"/>
                    <a:pt x="2463" y="51735"/>
                  </a:cubicBezTo>
                  <a:cubicBezTo>
                    <a:pt x="-821" y="41938"/>
                    <a:pt x="-821" y="31339"/>
                    <a:pt x="2463" y="21542"/>
                  </a:cubicBezTo>
                  <a:close/>
                  <a:moveTo>
                    <a:pt x="19012" y="44787"/>
                  </a:moveTo>
                  <a:cubicBezTo>
                    <a:pt x="19474" y="47302"/>
                    <a:pt x="20372" y="49718"/>
                    <a:pt x="21665" y="51924"/>
                  </a:cubicBezTo>
                  <a:cubicBezTo>
                    <a:pt x="22869" y="53970"/>
                    <a:pt x="24562" y="55685"/>
                    <a:pt x="26592" y="56914"/>
                  </a:cubicBezTo>
                  <a:cubicBezTo>
                    <a:pt x="28935" y="58249"/>
                    <a:pt x="31603" y="58905"/>
                    <a:pt x="34298" y="58809"/>
                  </a:cubicBezTo>
                  <a:cubicBezTo>
                    <a:pt x="37012" y="58904"/>
                    <a:pt x="39701" y="58248"/>
                    <a:pt x="42067" y="56914"/>
                  </a:cubicBezTo>
                  <a:cubicBezTo>
                    <a:pt x="44160" y="55724"/>
                    <a:pt x="45903" y="54003"/>
                    <a:pt x="47120" y="51924"/>
                  </a:cubicBezTo>
                  <a:cubicBezTo>
                    <a:pt x="48366" y="49702"/>
                    <a:pt x="49240" y="47291"/>
                    <a:pt x="49710" y="44787"/>
                  </a:cubicBezTo>
                  <a:cubicBezTo>
                    <a:pt x="50804" y="39410"/>
                    <a:pt x="50804" y="33867"/>
                    <a:pt x="49710" y="28490"/>
                  </a:cubicBezTo>
                  <a:cubicBezTo>
                    <a:pt x="49262" y="25980"/>
                    <a:pt x="48386" y="23566"/>
                    <a:pt x="47120" y="21353"/>
                  </a:cubicBezTo>
                  <a:cubicBezTo>
                    <a:pt x="44490" y="16900"/>
                    <a:pt x="39657" y="14218"/>
                    <a:pt x="34487" y="14341"/>
                  </a:cubicBezTo>
                  <a:cubicBezTo>
                    <a:pt x="31787" y="14265"/>
                    <a:pt x="29118" y="14943"/>
                    <a:pt x="26781" y="16299"/>
                  </a:cubicBezTo>
                  <a:cubicBezTo>
                    <a:pt x="24776" y="17587"/>
                    <a:pt x="23091" y="19315"/>
                    <a:pt x="21854" y="21353"/>
                  </a:cubicBezTo>
                  <a:cubicBezTo>
                    <a:pt x="20540" y="23549"/>
                    <a:pt x="19641" y="25969"/>
                    <a:pt x="19201" y="28490"/>
                  </a:cubicBezTo>
                  <a:cubicBezTo>
                    <a:pt x="18192" y="33876"/>
                    <a:pt x="18192" y="39402"/>
                    <a:pt x="19201" y="447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4" name="Google Shape;1374;p51"/>
            <p:cNvSpPr/>
            <p:nvPr/>
          </p:nvSpPr>
          <p:spPr>
            <a:xfrm>
              <a:off x="5719759" y="4595682"/>
              <a:ext cx="61539" cy="72893"/>
            </a:xfrm>
            <a:custGeom>
              <a:rect b="b" l="l" r="r" t="t"/>
              <a:pathLst>
                <a:path extrusionOk="0" h="72893" w="61539">
                  <a:moveTo>
                    <a:pt x="19396" y="53944"/>
                  </a:moveTo>
                  <a:cubicBezTo>
                    <a:pt x="20144" y="55362"/>
                    <a:pt x="21202" y="56592"/>
                    <a:pt x="22491" y="57545"/>
                  </a:cubicBezTo>
                  <a:cubicBezTo>
                    <a:pt x="23842" y="58513"/>
                    <a:pt x="25364" y="59220"/>
                    <a:pt x="26976" y="59629"/>
                  </a:cubicBezTo>
                  <a:cubicBezTo>
                    <a:pt x="28663" y="60090"/>
                    <a:pt x="30405" y="60323"/>
                    <a:pt x="32155" y="60324"/>
                  </a:cubicBezTo>
                  <a:cubicBezTo>
                    <a:pt x="33517" y="60301"/>
                    <a:pt x="34872" y="60132"/>
                    <a:pt x="36198" y="59819"/>
                  </a:cubicBezTo>
                  <a:cubicBezTo>
                    <a:pt x="37553" y="59548"/>
                    <a:pt x="38854" y="59058"/>
                    <a:pt x="40051" y="58366"/>
                  </a:cubicBezTo>
                  <a:cubicBezTo>
                    <a:pt x="41206" y="57684"/>
                    <a:pt x="42198" y="56757"/>
                    <a:pt x="42956" y="55650"/>
                  </a:cubicBezTo>
                  <a:cubicBezTo>
                    <a:pt x="43762" y="54390"/>
                    <a:pt x="44159" y="52912"/>
                    <a:pt x="44093" y="51418"/>
                  </a:cubicBezTo>
                  <a:cubicBezTo>
                    <a:pt x="44093" y="48575"/>
                    <a:pt x="42261" y="46428"/>
                    <a:pt x="38661" y="45101"/>
                  </a:cubicBezTo>
                  <a:cubicBezTo>
                    <a:pt x="33691" y="43323"/>
                    <a:pt x="28605" y="41888"/>
                    <a:pt x="23438" y="40806"/>
                  </a:cubicBezTo>
                  <a:cubicBezTo>
                    <a:pt x="20812" y="40203"/>
                    <a:pt x="18219" y="39465"/>
                    <a:pt x="15669" y="38595"/>
                  </a:cubicBezTo>
                  <a:cubicBezTo>
                    <a:pt x="13262" y="37824"/>
                    <a:pt x="10983" y="36695"/>
                    <a:pt x="8910" y="35248"/>
                  </a:cubicBezTo>
                  <a:cubicBezTo>
                    <a:pt x="6968" y="33866"/>
                    <a:pt x="5351" y="32077"/>
                    <a:pt x="4173" y="30005"/>
                  </a:cubicBezTo>
                  <a:cubicBezTo>
                    <a:pt x="2896" y="27642"/>
                    <a:pt x="2264" y="24984"/>
                    <a:pt x="2341" y="22299"/>
                  </a:cubicBezTo>
                  <a:cubicBezTo>
                    <a:pt x="2181" y="18455"/>
                    <a:pt x="3054" y="14638"/>
                    <a:pt x="4868" y="11245"/>
                  </a:cubicBezTo>
                  <a:cubicBezTo>
                    <a:pt x="6383" y="8505"/>
                    <a:pt x="8553" y="6183"/>
                    <a:pt x="11185" y="4486"/>
                  </a:cubicBezTo>
                  <a:cubicBezTo>
                    <a:pt x="14051" y="2790"/>
                    <a:pt x="17194" y="1614"/>
                    <a:pt x="20470" y="1012"/>
                  </a:cubicBezTo>
                  <a:cubicBezTo>
                    <a:pt x="23943" y="323"/>
                    <a:pt x="27477" y="-16"/>
                    <a:pt x="31018" y="2"/>
                  </a:cubicBezTo>
                  <a:cubicBezTo>
                    <a:pt x="34542" y="-27"/>
                    <a:pt x="38058" y="334"/>
                    <a:pt x="41503" y="1075"/>
                  </a:cubicBezTo>
                  <a:cubicBezTo>
                    <a:pt x="44710" y="1710"/>
                    <a:pt x="47772" y="2931"/>
                    <a:pt x="50536" y="4676"/>
                  </a:cubicBezTo>
                  <a:cubicBezTo>
                    <a:pt x="53115" y="6460"/>
                    <a:pt x="55272" y="8788"/>
                    <a:pt x="56852" y="11498"/>
                  </a:cubicBezTo>
                  <a:cubicBezTo>
                    <a:pt x="58712" y="14766"/>
                    <a:pt x="59793" y="18419"/>
                    <a:pt x="60011" y="22172"/>
                  </a:cubicBezTo>
                  <a:lnTo>
                    <a:pt x="42640" y="22172"/>
                  </a:lnTo>
                  <a:cubicBezTo>
                    <a:pt x="42764" y="19150"/>
                    <a:pt x="41241" y="16298"/>
                    <a:pt x="38661" y="14719"/>
                  </a:cubicBezTo>
                  <a:cubicBezTo>
                    <a:pt x="36053" y="13355"/>
                    <a:pt x="33139" y="12681"/>
                    <a:pt x="30197" y="12761"/>
                  </a:cubicBezTo>
                  <a:lnTo>
                    <a:pt x="26849" y="12761"/>
                  </a:lnTo>
                  <a:cubicBezTo>
                    <a:pt x="25713" y="12875"/>
                    <a:pt x="24604" y="13174"/>
                    <a:pt x="23564" y="13645"/>
                  </a:cubicBezTo>
                  <a:cubicBezTo>
                    <a:pt x="22568" y="14070"/>
                    <a:pt x="21698" y="14745"/>
                    <a:pt x="21038" y="15603"/>
                  </a:cubicBezTo>
                  <a:cubicBezTo>
                    <a:pt x="20304" y="16583"/>
                    <a:pt x="19945" y="17793"/>
                    <a:pt x="20027" y="19014"/>
                  </a:cubicBezTo>
                  <a:cubicBezTo>
                    <a:pt x="19964" y="20598"/>
                    <a:pt x="20613" y="22127"/>
                    <a:pt x="21796" y="23183"/>
                  </a:cubicBezTo>
                  <a:cubicBezTo>
                    <a:pt x="23177" y="24368"/>
                    <a:pt x="24790" y="25250"/>
                    <a:pt x="26533" y="25773"/>
                  </a:cubicBezTo>
                  <a:cubicBezTo>
                    <a:pt x="28592" y="26533"/>
                    <a:pt x="30704" y="27145"/>
                    <a:pt x="32850" y="27605"/>
                  </a:cubicBezTo>
                  <a:lnTo>
                    <a:pt x="40430" y="29373"/>
                  </a:lnTo>
                  <a:cubicBezTo>
                    <a:pt x="43057" y="29997"/>
                    <a:pt x="45650" y="30756"/>
                    <a:pt x="48199" y="31647"/>
                  </a:cubicBezTo>
                  <a:cubicBezTo>
                    <a:pt x="50618" y="32477"/>
                    <a:pt x="52896" y="33670"/>
                    <a:pt x="54957" y="35184"/>
                  </a:cubicBezTo>
                  <a:cubicBezTo>
                    <a:pt x="56899" y="36688"/>
                    <a:pt x="58529" y="38554"/>
                    <a:pt x="59758" y="40680"/>
                  </a:cubicBezTo>
                  <a:cubicBezTo>
                    <a:pt x="60989" y="43216"/>
                    <a:pt x="61595" y="46010"/>
                    <a:pt x="61527" y="48828"/>
                  </a:cubicBezTo>
                  <a:cubicBezTo>
                    <a:pt x="61661" y="52826"/>
                    <a:pt x="60746" y="56789"/>
                    <a:pt x="58874" y="60324"/>
                  </a:cubicBezTo>
                  <a:cubicBezTo>
                    <a:pt x="57199" y="63317"/>
                    <a:pt x="54840" y="65871"/>
                    <a:pt x="51989" y="67777"/>
                  </a:cubicBezTo>
                  <a:cubicBezTo>
                    <a:pt x="49059" y="69723"/>
                    <a:pt x="45775" y="71075"/>
                    <a:pt x="42325" y="71757"/>
                  </a:cubicBezTo>
                  <a:cubicBezTo>
                    <a:pt x="38668" y="72516"/>
                    <a:pt x="34942" y="72897"/>
                    <a:pt x="31207" y="72894"/>
                  </a:cubicBezTo>
                  <a:cubicBezTo>
                    <a:pt x="27408" y="72879"/>
                    <a:pt x="23619" y="72477"/>
                    <a:pt x="19901" y="71694"/>
                  </a:cubicBezTo>
                  <a:cubicBezTo>
                    <a:pt x="16409" y="70922"/>
                    <a:pt x="13075" y="69554"/>
                    <a:pt x="10047" y="67651"/>
                  </a:cubicBezTo>
                  <a:cubicBezTo>
                    <a:pt x="3655" y="63490"/>
                    <a:pt x="-141" y="56328"/>
                    <a:pt x="4" y="48702"/>
                  </a:cubicBezTo>
                  <a:lnTo>
                    <a:pt x="17311" y="48702"/>
                  </a:lnTo>
                  <a:cubicBezTo>
                    <a:pt x="17280" y="50548"/>
                    <a:pt x="17715" y="52373"/>
                    <a:pt x="18575" y="540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5" name="Google Shape;1375;p51"/>
            <p:cNvSpPr/>
            <p:nvPr/>
          </p:nvSpPr>
          <p:spPr>
            <a:xfrm>
              <a:off x="5792908" y="4595861"/>
              <a:ext cx="67207" cy="95642"/>
            </a:xfrm>
            <a:custGeom>
              <a:rect b="b" l="l" r="r" t="t"/>
              <a:pathLst>
                <a:path extrusionOk="0" h="95642" w="67207">
                  <a:moveTo>
                    <a:pt x="17181" y="1906"/>
                  </a:moveTo>
                  <a:lnTo>
                    <a:pt x="17181" y="10750"/>
                  </a:lnTo>
                  <a:lnTo>
                    <a:pt x="17181" y="10750"/>
                  </a:lnTo>
                  <a:cubicBezTo>
                    <a:pt x="19150" y="7230"/>
                    <a:pt x="22117" y="4372"/>
                    <a:pt x="25708" y="2538"/>
                  </a:cubicBezTo>
                  <a:cubicBezTo>
                    <a:pt x="29230" y="832"/>
                    <a:pt x="33101" y="-33"/>
                    <a:pt x="37014" y="12"/>
                  </a:cubicBezTo>
                  <a:cubicBezTo>
                    <a:pt x="41690" y="-124"/>
                    <a:pt x="46322" y="941"/>
                    <a:pt x="50469" y="3107"/>
                  </a:cubicBezTo>
                  <a:cubicBezTo>
                    <a:pt x="54167" y="5097"/>
                    <a:pt x="57380" y="7880"/>
                    <a:pt x="59880" y="11255"/>
                  </a:cubicBezTo>
                  <a:cubicBezTo>
                    <a:pt x="62434" y="14860"/>
                    <a:pt x="64297" y="18908"/>
                    <a:pt x="65375" y="23193"/>
                  </a:cubicBezTo>
                  <a:cubicBezTo>
                    <a:pt x="66602" y="27809"/>
                    <a:pt x="67217" y="32566"/>
                    <a:pt x="67207" y="37342"/>
                  </a:cubicBezTo>
                  <a:cubicBezTo>
                    <a:pt x="67214" y="41889"/>
                    <a:pt x="66598" y="46416"/>
                    <a:pt x="65375" y="50796"/>
                  </a:cubicBezTo>
                  <a:cubicBezTo>
                    <a:pt x="64265" y="54882"/>
                    <a:pt x="62425" y="58734"/>
                    <a:pt x="59943" y="62166"/>
                  </a:cubicBezTo>
                  <a:cubicBezTo>
                    <a:pt x="57531" y="65477"/>
                    <a:pt x="54400" y="68198"/>
                    <a:pt x="50784" y="70124"/>
                  </a:cubicBezTo>
                  <a:cubicBezTo>
                    <a:pt x="46885" y="72147"/>
                    <a:pt x="42543" y="73167"/>
                    <a:pt x="38151" y="73093"/>
                  </a:cubicBezTo>
                  <a:cubicBezTo>
                    <a:pt x="34204" y="73130"/>
                    <a:pt x="30305" y="72221"/>
                    <a:pt x="26782" y="70440"/>
                  </a:cubicBezTo>
                  <a:cubicBezTo>
                    <a:pt x="23285" y="68705"/>
                    <a:pt x="20334" y="66038"/>
                    <a:pt x="18255" y="62734"/>
                  </a:cubicBezTo>
                  <a:lnTo>
                    <a:pt x="18255" y="62734"/>
                  </a:lnTo>
                  <a:lnTo>
                    <a:pt x="18255" y="95643"/>
                  </a:lnTo>
                  <a:lnTo>
                    <a:pt x="0" y="95643"/>
                  </a:lnTo>
                  <a:lnTo>
                    <a:pt x="0" y="1906"/>
                  </a:lnTo>
                  <a:close/>
                  <a:moveTo>
                    <a:pt x="40931" y="56923"/>
                  </a:moveTo>
                  <a:cubicBezTo>
                    <a:pt x="42909" y="55703"/>
                    <a:pt x="44574" y="54038"/>
                    <a:pt x="45794" y="52059"/>
                  </a:cubicBezTo>
                  <a:cubicBezTo>
                    <a:pt x="47118" y="49890"/>
                    <a:pt x="48019" y="47490"/>
                    <a:pt x="48447" y="44985"/>
                  </a:cubicBezTo>
                  <a:cubicBezTo>
                    <a:pt x="49500" y="39583"/>
                    <a:pt x="49500" y="34028"/>
                    <a:pt x="48447" y="28625"/>
                  </a:cubicBezTo>
                  <a:cubicBezTo>
                    <a:pt x="47937" y="26085"/>
                    <a:pt x="46997" y="23649"/>
                    <a:pt x="45668" y="21424"/>
                  </a:cubicBezTo>
                  <a:cubicBezTo>
                    <a:pt x="44415" y="19383"/>
                    <a:pt x="42735" y="17637"/>
                    <a:pt x="40741" y="16308"/>
                  </a:cubicBezTo>
                  <a:cubicBezTo>
                    <a:pt x="38513" y="14968"/>
                    <a:pt x="35950" y="14289"/>
                    <a:pt x="33351" y="14350"/>
                  </a:cubicBezTo>
                  <a:cubicBezTo>
                    <a:pt x="30710" y="14272"/>
                    <a:pt x="28101" y="14951"/>
                    <a:pt x="25834" y="16308"/>
                  </a:cubicBezTo>
                  <a:cubicBezTo>
                    <a:pt x="23829" y="17596"/>
                    <a:pt x="22144" y="19324"/>
                    <a:pt x="20907" y="21361"/>
                  </a:cubicBezTo>
                  <a:cubicBezTo>
                    <a:pt x="19641" y="23574"/>
                    <a:pt x="18765" y="25989"/>
                    <a:pt x="18318" y="28499"/>
                  </a:cubicBezTo>
                  <a:cubicBezTo>
                    <a:pt x="17781" y="31246"/>
                    <a:pt x="17506" y="34038"/>
                    <a:pt x="17496" y="36837"/>
                  </a:cubicBezTo>
                  <a:cubicBezTo>
                    <a:pt x="17506" y="39576"/>
                    <a:pt x="17802" y="42307"/>
                    <a:pt x="18381" y="44985"/>
                  </a:cubicBezTo>
                  <a:cubicBezTo>
                    <a:pt x="18839" y="47482"/>
                    <a:pt x="19737" y="49877"/>
                    <a:pt x="21034" y="52059"/>
                  </a:cubicBezTo>
                  <a:cubicBezTo>
                    <a:pt x="22265" y="54071"/>
                    <a:pt x="23981" y="55743"/>
                    <a:pt x="26023" y="56923"/>
                  </a:cubicBezTo>
                  <a:cubicBezTo>
                    <a:pt x="30694" y="59450"/>
                    <a:pt x="36324" y="59450"/>
                    <a:pt x="40993" y="569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6" name="Google Shape;1376;p51"/>
            <p:cNvSpPr/>
            <p:nvPr/>
          </p:nvSpPr>
          <p:spPr>
            <a:xfrm>
              <a:off x="5871800" y="4570986"/>
              <a:ext cx="18254" cy="95947"/>
            </a:xfrm>
            <a:custGeom>
              <a:rect b="b" l="l" r="r" t="t"/>
              <a:pathLst>
                <a:path extrusionOk="0" h="95947" w="18254">
                  <a:moveTo>
                    <a:pt x="0" y="15665"/>
                  </a:moveTo>
                  <a:lnTo>
                    <a:pt x="0" y="0"/>
                  </a:lnTo>
                  <a:lnTo>
                    <a:pt x="18255" y="0"/>
                  </a:lnTo>
                  <a:lnTo>
                    <a:pt x="18255" y="15665"/>
                  </a:lnTo>
                  <a:close/>
                  <a:moveTo>
                    <a:pt x="18255" y="26466"/>
                  </a:moveTo>
                  <a:lnTo>
                    <a:pt x="18255" y="95947"/>
                  </a:lnTo>
                  <a:lnTo>
                    <a:pt x="0" y="95947"/>
                  </a:lnTo>
                  <a:lnTo>
                    <a:pt x="0" y="267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7" name="Google Shape;1377;p51"/>
            <p:cNvSpPr/>
            <p:nvPr/>
          </p:nvSpPr>
          <p:spPr>
            <a:xfrm>
              <a:off x="5898393" y="4576923"/>
              <a:ext cx="42636" cy="90767"/>
            </a:xfrm>
            <a:custGeom>
              <a:rect b="b" l="l" r="r" t="t"/>
              <a:pathLst>
                <a:path extrusionOk="0" h="90767" w="42636">
                  <a:moveTo>
                    <a:pt x="42510" y="20844"/>
                  </a:moveTo>
                  <a:lnTo>
                    <a:pt x="42510" y="33477"/>
                  </a:lnTo>
                  <a:lnTo>
                    <a:pt x="29182" y="33477"/>
                  </a:lnTo>
                  <a:lnTo>
                    <a:pt x="29182" y="67839"/>
                  </a:lnTo>
                  <a:cubicBezTo>
                    <a:pt x="28949" y="70056"/>
                    <a:pt x="29484" y="72286"/>
                    <a:pt x="30698" y="74155"/>
                  </a:cubicBezTo>
                  <a:cubicBezTo>
                    <a:pt x="32508" y="75506"/>
                    <a:pt x="34775" y="76096"/>
                    <a:pt x="37014" y="75798"/>
                  </a:cubicBezTo>
                  <a:cubicBezTo>
                    <a:pt x="37982" y="75863"/>
                    <a:pt x="38953" y="75863"/>
                    <a:pt x="39920" y="75798"/>
                  </a:cubicBezTo>
                  <a:cubicBezTo>
                    <a:pt x="40834" y="75742"/>
                    <a:pt x="41742" y="75615"/>
                    <a:pt x="42636" y="75419"/>
                  </a:cubicBezTo>
                  <a:lnTo>
                    <a:pt x="42636" y="90199"/>
                  </a:lnTo>
                  <a:cubicBezTo>
                    <a:pt x="41120" y="90452"/>
                    <a:pt x="39415" y="90641"/>
                    <a:pt x="37520" y="90768"/>
                  </a:cubicBezTo>
                  <a:lnTo>
                    <a:pt x="31961" y="90768"/>
                  </a:lnTo>
                  <a:cubicBezTo>
                    <a:pt x="29275" y="90756"/>
                    <a:pt x="26594" y="90545"/>
                    <a:pt x="23939" y="90136"/>
                  </a:cubicBezTo>
                  <a:cubicBezTo>
                    <a:pt x="21580" y="89785"/>
                    <a:pt x="19309" y="88992"/>
                    <a:pt x="17244" y="87799"/>
                  </a:cubicBezTo>
                  <a:cubicBezTo>
                    <a:pt x="15303" y="86579"/>
                    <a:pt x="13731" y="84854"/>
                    <a:pt x="12696" y="82809"/>
                  </a:cubicBezTo>
                  <a:cubicBezTo>
                    <a:pt x="11506" y="80151"/>
                    <a:pt x="10944" y="77255"/>
                    <a:pt x="11054" y="74345"/>
                  </a:cubicBezTo>
                  <a:lnTo>
                    <a:pt x="11054" y="33477"/>
                  </a:lnTo>
                  <a:lnTo>
                    <a:pt x="0" y="33477"/>
                  </a:lnTo>
                  <a:lnTo>
                    <a:pt x="0" y="20844"/>
                  </a:lnTo>
                  <a:lnTo>
                    <a:pt x="11054" y="20844"/>
                  </a:lnTo>
                  <a:lnTo>
                    <a:pt x="11054" y="0"/>
                  </a:lnTo>
                  <a:lnTo>
                    <a:pt x="29309" y="0"/>
                  </a:lnTo>
                  <a:lnTo>
                    <a:pt x="29309" y="208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8" name="Google Shape;1378;p51"/>
            <p:cNvSpPr/>
            <p:nvPr/>
          </p:nvSpPr>
          <p:spPr>
            <a:xfrm>
              <a:off x="5946823" y="4595557"/>
              <a:ext cx="64760" cy="72702"/>
            </a:xfrm>
            <a:custGeom>
              <a:rect b="b" l="l" r="r" t="t"/>
              <a:pathLst>
                <a:path extrusionOk="0" h="72702" w="64760">
                  <a:moveTo>
                    <a:pt x="2038" y="23245"/>
                  </a:moveTo>
                  <a:cubicBezTo>
                    <a:pt x="2096" y="15743"/>
                    <a:pt x="6042" y="8809"/>
                    <a:pt x="12461" y="4927"/>
                  </a:cubicBezTo>
                  <a:cubicBezTo>
                    <a:pt x="15502" y="3105"/>
                    <a:pt x="18836" y="1823"/>
                    <a:pt x="22314" y="1137"/>
                  </a:cubicBezTo>
                  <a:cubicBezTo>
                    <a:pt x="25908" y="381"/>
                    <a:pt x="29570" y="0"/>
                    <a:pt x="33242" y="0"/>
                  </a:cubicBezTo>
                  <a:cubicBezTo>
                    <a:pt x="36643" y="13"/>
                    <a:pt x="40040" y="245"/>
                    <a:pt x="43411" y="695"/>
                  </a:cubicBezTo>
                  <a:cubicBezTo>
                    <a:pt x="46679" y="1173"/>
                    <a:pt x="49854" y="2153"/>
                    <a:pt x="52823" y="3600"/>
                  </a:cubicBezTo>
                  <a:cubicBezTo>
                    <a:pt x="55581" y="4996"/>
                    <a:pt x="57948" y="7059"/>
                    <a:pt x="59708" y="9601"/>
                  </a:cubicBezTo>
                  <a:cubicBezTo>
                    <a:pt x="61658" y="12598"/>
                    <a:pt x="62608" y="16136"/>
                    <a:pt x="62424" y="19707"/>
                  </a:cubicBezTo>
                  <a:lnTo>
                    <a:pt x="62424" y="55838"/>
                  </a:lnTo>
                  <a:cubicBezTo>
                    <a:pt x="62426" y="58855"/>
                    <a:pt x="62595" y="61871"/>
                    <a:pt x="62929" y="64870"/>
                  </a:cubicBezTo>
                  <a:cubicBezTo>
                    <a:pt x="63126" y="67074"/>
                    <a:pt x="63748" y="69219"/>
                    <a:pt x="64761" y="71187"/>
                  </a:cubicBezTo>
                  <a:lnTo>
                    <a:pt x="46254" y="71187"/>
                  </a:lnTo>
                  <a:cubicBezTo>
                    <a:pt x="45882" y="70118"/>
                    <a:pt x="45607" y="69019"/>
                    <a:pt x="45432" y="67902"/>
                  </a:cubicBezTo>
                  <a:cubicBezTo>
                    <a:pt x="45192" y="66779"/>
                    <a:pt x="45044" y="65638"/>
                    <a:pt x="44990" y="64491"/>
                  </a:cubicBezTo>
                  <a:cubicBezTo>
                    <a:pt x="42137" y="67421"/>
                    <a:pt x="38599" y="69592"/>
                    <a:pt x="34694" y="70808"/>
                  </a:cubicBezTo>
                  <a:cubicBezTo>
                    <a:pt x="30796" y="72061"/>
                    <a:pt x="26726" y="72701"/>
                    <a:pt x="22630" y="72703"/>
                  </a:cubicBezTo>
                  <a:cubicBezTo>
                    <a:pt x="19621" y="72706"/>
                    <a:pt x="16625" y="72303"/>
                    <a:pt x="13724" y="71502"/>
                  </a:cubicBezTo>
                  <a:cubicBezTo>
                    <a:pt x="11097" y="70728"/>
                    <a:pt x="8649" y="69439"/>
                    <a:pt x="6523" y="67713"/>
                  </a:cubicBezTo>
                  <a:cubicBezTo>
                    <a:pt x="4464" y="65999"/>
                    <a:pt x="2822" y="63839"/>
                    <a:pt x="1723" y="61396"/>
                  </a:cubicBezTo>
                  <a:cubicBezTo>
                    <a:pt x="518" y="58452"/>
                    <a:pt x="-63" y="55291"/>
                    <a:pt x="17" y="52111"/>
                  </a:cubicBezTo>
                  <a:cubicBezTo>
                    <a:pt x="-118" y="48758"/>
                    <a:pt x="554" y="45423"/>
                    <a:pt x="1975" y="42384"/>
                  </a:cubicBezTo>
                  <a:cubicBezTo>
                    <a:pt x="3162" y="39888"/>
                    <a:pt x="4940" y="37720"/>
                    <a:pt x="7155" y="36067"/>
                  </a:cubicBezTo>
                  <a:cubicBezTo>
                    <a:pt x="9315" y="34520"/>
                    <a:pt x="11731" y="33365"/>
                    <a:pt x="14292" y="32656"/>
                  </a:cubicBezTo>
                  <a:cubicBezTo>
                    <a:pt x="16992" y="31889"/>
                    <a:pt x="19734" y="31277"/>
                    <a:pt x="22504" y="30824"/>
                  </a:cubicBezTo>
                  <a:cubicBezTo>
                    <a:pt x="25220" y="30382"/>
                    <a:pt x="27936" y="30066"/>
                    <a:pt x="30589" y="29751"/>
                  </a:cubicBezTo>
                  <a:cubicBezTo>
                    <a:pt x="32977" y="29552"/>
                    <a:pt x="35344" y="29151"/>
                    <a:pt x="37663" y="28550"/>
                  </a:cubicBezTo>
                  <a:cubicBezTo>
                    <a:pt x="39440" y="28149"/>
                    <a:pt x="41103" y="27350"/>
                    <a:pt x="42527" y="26213"/>
                  </a:cubicBezTo>
                  <a:cubicBezTo>
                    <a:pt x="43782" y="25081"/>
                    <a:pt x="44396" y="23403"/>
                    <a:pt x="44169" y="21729"/>
                  </a:cubicBezTo>
                  <a:cubicBezTo>
                    <a:pt x="44250" y="20034"/>
                    <a:pt x="43925" y="18345"/>
                    <a:pt x="43222" y="16802"/>
                  </a:cubicBezTo>
                  <a:cubicBezTo>
                    <a:pt x="42620" y="15646"/>
                    <a:pt x="41727" y="14666"/>
                    <a:pt x="40632" y="13959"/>
                  </a:cubicBezTo>
                  <a:cubicBezTo>
                    <a:pt x="39482" y="13293"/>
                    <a:pt x="38218" y="12843"/>
                    <a:pt x="36905" y="12633"/>
                  </a:cubicBezTo>
                  <a:cubicBezTo>
                    <a:pt x="35398" y="12425"/>
                    <a:pt x="33879" y="12319"/>
                    <a:pt x="32358" y="12317"/>
                  </a:cubicBezTo>
                  <a:cubicBezTo>
                    <a:pt x="29347" y="12151"/>
                    <a:pt x="26369" y="12996"/>
                    <a:pt x="23893" y="14717"/>
                  </a:cubicBezTo>
                  <a:cubicBezTo>
                    <a:pt x="21600" y="16779"/>
                    <a:pt x="20291" y="19719"/>
                    <a:pt x="20293" y="22802"/>
                  </a:cubicBezTo>
                  <a:close/>
                  <a:moveTo>
                    <a:pt x="44169" y="37330"/>
                  </a:moveTo>
                  <a:cubicBezTo>
                    <a:pt x="43336" y="38070"/>
                    <a:pt x="42372" y="38649"/>
                    <a:pt x="41327" y="39036"/>
                  </a:cubicBezTo>
                  <a:lnTo>
                    <a:pt x="37600" y="40046"/>
                  </a:lnTo>
                  <a:lnTo>
                    <a:pt x="33368" y="40678"/>
                  </a:lnTo>
                  <a:lnTo>
                    <a:pt x="29010" y="41373"/>
                  </a:lnTo>
                  <a:cubicBezTo>
                    <a:pt x="27640" y="41641"/>
                    <a:pt x="26289" y="42000"/>
                    <a:pt x="24967" y="42447"/>
                  </a:cubicBezTo>
                  <a:cubicBezTo>
                    <a:pt x="23720" y="42843"/>
                    <a:pt x="22547" y="43440"/>
                    <a:pt x="21493" y="44215"/>
                  </a:cubicBezTo>
                  <a:cubicBezTo>
                    <a:pt x="20529" y="45019"/>
                    <a:pt x="19735" y="46007"/>
                    <a:pt x="19156" y="47121"/>
                  </a:cubicBezTo>
                  <a:cubicBezTo>
                    <a:pt x="18483" y="48495"/>
                    <a:pt x="18158" y="50013"/>
                    <a:pt x="18208" y="51542"/>
                  </a:cubicBezTo>
                  <a:cubicBezTo>
                    <a:pt x="18158" y="53031"/>
                    <a:pt x="18483" y="54509"/>
                    <a:pt x="19156" y="55838"/>
                  </a:cubicBezTo>
                  <a:cubicBezTo>
                    <a:pt x="19690" y="56964"/>
                    <a:pt x="20519" y="57925"/>
                    <a:pt x="21556" y="58617"/>
                  </a:cubicBezTo>
                  <a:cubicBezTo>
                    <a:pt x="22655" y="59310"/>
                    <a:pt x="23878" y="59782"/>
                    <a:pt x="25157" y="60006"/>
                  </a:cubicBezTo>
                  <a:cubicBezTo>
                    <a:pt x="26546" y="60312"/>
                    <a:pt x="27966" y="60461"/>
                    <a:pt x="29389" y="60449"/>
                  </a:cubicBezTo>
                  <a:cubicBezTo>
                    <a:pt x="32311" y="60608"/>
                    <a:pt x="35219" y="59951"/>
                    <a:pt x="37790" y="58554"/>
                  </a:cubicBezTo>
                  <a:cubicBezTo>
                    <a:pt x="39596" y="57448"/>
                    <a:pt x="41094" y="55905"/>
                    <a:pt x="42148" y="54069"/>
                  </a:cubicBezTo>
                  <a:cubicBezTo>
                    <a:pt x="43055" y="52428"/>
                    <a:pt x="43634" y="50625"/>
                    <a:pt x="43854" y="48763"/>
                  </a:cubicBezTo>
                  <a:cubicBezTo>
                    <a:pt x="44058" y="47340"/>
                    <a:pt x="44164" y="45905"/>
                    <a:pt x="44169" y="44468"/>
                  </a:cubicBezTo>
                  <a:lnTo>
                    <a:pt x="44169" y="373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9" name="Google Shape;1379;p51"/>
            <p:cNvSpPr/>
            <p:nvPr/>
          </p:nvSpPr>
          <p:spPr>
            <a:xfrm>
              <a:off x="6023901" y="4570986"/>
              <a:ext cx="18254" cy="95884"/>
            </a:xfrm>
            <a:custGeom>
              <a:rect b="b" l="l" r="r" t="t"/>
              <a:pathLst>
                <a:path extrusionOk="0" h="95884" w="18254">
                  <a:moveTo>
                    <a:pt x="18255" y="0"/>
                  </a:moveTo>
                  <a:lnTo>
                    <a:pt x="18255" y="95884"/>
                  </a:lnTo>
                  <a:lnTo>
                    <a:pt x="0" y="95884"/>
                  </a:lnTo>
                  <a:lnTo>
                    <a:pt x="0" y="0"/>
                  </a:lnTo>
                  <a:lnTo>
                    <a:pt x="18255" y="0"/>
                  </a:lnTo>
                  <a:lnTo>
                    <a:pt x="18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80" name="Google Shape;1380;p51"/>
            <p:cNvSpPr/>
            <p:nvPr/>
          </p:nvSpPr>
          <p:spPr>
            <a:xfrm>
              <a:off x="6093703" y="4570923"/>
              <a:ext cx="78444" cy="98058"/>
            </a:xfrm>
            <a:custGeom>
              <a:rect b="b" l="l" r="r" t="t"/>
              <a:pathLst>
                <a:path extrusionOk="0" h="98058" w="78444">
                  <a:moveTo>
                    <a:pt x="67960" y="88620"/>
                  </a:moveTo>
                  <a:cubicBezTo>
                    <a:pt x="50797" y="101205"/>
                    <a:pt x="27454" y="101205"/>
                    <a:pt x="10291" y="88620"/>
                  </a:cubicBezTo>
                  <a:cubicBezTo>
                    <a:pt x="2960" y="80825"/>
                    <a:pt x="-734" y="70294"/>
                    <a:pt x="121" y="59628"/>
                  </a:cubicBezTo>
                  <a:lnTo>
                    <a:pt x="121" y="0"/>
                  </a:lnTo>
                  <a:lnTo>
                    <a:pt x="20271" y="0"/>
                  </a:lnTo>
                  <a:lnTo>
                    <a:pt x="20271" y="59628"/>
                  </a:lnTo>
                  <a:cubicBezTo>
                    <a:pt x="20260" y="62189"/>
                    <a:pt x="20471" y="64746"/>
                    <a:pt x="20902" y="67271"/>
                  </a:cubicBezTo>
                  <a:cubicBezTo>
                    <a:pt x="21279" y="69663"/>
                    <a:pt x="22209" y="71934"/>
                    <a:pt x="23619" y="73903"/>
                  </a:cubicBezTo>
                  <a:cubicBezTo>
                    <a:pt x="25091" y="75929"/>
                    <a:pt x="27045" y="77557"/>
                    <a:pt x="29304" y="78640"/>
                  </a:cubicBezTo>
                  <a:cubicBezTo>
                    <a:pt x="32416" y="79954"/>
                    <a:pt x="35782" y="80559"/>
                    <a:pt x="39157" y="80409"/>
                  </a:cubicBezTo>
                  <a:cubicBezTo>
                    <a:pt x="44623" y="81061"/>
                    <a:pt x="50093" y="79230"/>
                    <a:pt x="54064" y="75419"/>
                  </a:cubicBezTo>
                  <a:cubicBezTo>
                    <a:pt x="57141" y="70754"/>
                    <a:pt x="58585" y="65201"/>
                    <a:pt x="58170" y="59628"/>
                  </a:cubicBezTo>
                  <a:lnTo>
                    <a:pt x="58170" y="0"/>
                  </a:lnTo>
                  <a:lnTo>
                    <a:pt x="78319" y="0"/>
                  </a:lnTo>
                  <a:lnTo>
                    <a:pt x="78319" y="59628"/>
                  </a:lnTo>
                  <a:cubicBezTo>
                    <a:pt x="79196" y="70313"/>
                    <a:pt x="75421" y="80857"/>
                    <a:pt x="67960" y="88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81" name="Google Shape;1381;p51"/>
            <p:cNvSpPr/>
            <p:nvPr/>
          </p:nvSpPr>
          <p:spPr>
            <a:xfrm>
              <a:off x="6187498" y="4595856"/>
              <a:ext cx="62280" cy="71519"/>
            </a:xfrm>
            <a:custGeom>
              <a:rect b="b" l="l" r="r" t="t"/>
              <a:pathLst>
                <a:path extrusionOk="0" h="71519" w="62280">
                  <a:moveTo>
                    <a:pt x="17307" y="1911"/>
                  </a:moveTo>
                  <a:lnTo>
                    <a:pt x="17307" y="11576"/>
                  </a:lnTo>
                  <a:lnTo>
                    <a:pt x="17686" y="11576"/>
                  </a:lnTo>
                  <a:cubicBezTo>
                    <a:pt x="19735" y="7784"/>
                    <a:pt x="22884" y="4701"/>
                    <a:pt x="26719" y="2733"/>
                  </a:cubicBezTo>
                  <a:cubicBezTo>
                    <a:pt x="30225" y="961"/>
                    <a:pt x="34096" y="31"/>
                    <a:pt x="38025" y="17"/>
                  </a:cubicBezTo>
                  <a:cubicBezTo>
                    <a:pt x="42126" y="-120"/>
                    <a:pt x="46211" y="589"/>
                    <a:pt x="50026" y="2101"/>
                  </a:cubicBezTo>
                  <a:cubicBezTo>
                    <a:pt x="52946" y="3345"/>
                    <a:pt x="55493" y="5325"/>
                    <a:pt x="57417" y="7849"/>
                  </a:cubicBezTo>
                  <a:cubicBezTo>
                    <a:pt x="59289" y="10567"/>
                    <a:pt x="60579" y="13642"/>
                    <a:pt x="61206" y="16882"/>
                  </a:cubicBezTo>
                  <a:cubicBezTo>
                    <a:pt x="61943" y="20754"/>
                    <a:pt x="62302" y="24688"/>
                    <a:pt x="62280" y="28630"/>
                  </a:cubicBezTo>
                  <a:lnTo>
                    <a:pt x="62280" y="71330"/>
                  </a:lnTo>
                  <a:lnTo>
                    <a:pt x="44026" y="71330"/>
                  </a:lnTo>
                  <a:lnTo>
                    <a:pt x="44026" y="32104"/>
                  </a:lnTo>
                  <a:cubicBezTo>
                    <a:pt x="44289" y="27746"/>
                    <a:pt x="43419" y="23393"/>
                    <a:pt x="41499" y="19471"/>
                  </a:cubicBezTo>
                  <a:cubicBezTo>
                    <a:pt x="39454" y="16486"/>
                    <a:pt x="35938" y="14861"/>
                    <a:pt x="32340" y="15239"/>
                  </a:cubicBezTo>
                  <a:cubicBezTo>
                    <a:pt x="28201" y="14908"/>
                    <a:pt x="24163" y="16631"/>
                    <a:pt x="21539" y="19850"/>
                  </a:cubicBezTo>
                  <a:cubicBezTo>
                    <a:pt x="18937" y="24503"/>
                    <a:pt x="17772" y="29822"/>
                    <a:pt x="18191" y="35136"/>
                  </a:cubicBezTo>
                  <a:lnTo>
                    <a:pt x="18191" y="71519"/>
                  </a:lnTo>
                  <a:lnTo>
                    <a:pt x="0" y="71519"/>
                  </a:lnTo>
                  <a:lnTo>
                    <a:pt x="0" y="19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82" name="Google Shape;1382;p51"/>
            <p:cNvSpPr/>
            <p:nvPr/>
          </p:nvSpPr>
          <p:spPr>
            <a:xfrm>
              <a:off x="6264180" y="4570986"/>
              <a:ext cx="18254" cy="95947"/>
            </a:xfrm>
            <a:custGeom>
              <a:rect b="b" l="l" r="r" t="t"/>
              <a:pathLst>
                <a:path extrusionOk="0" h="95947" w="18254">
                  <a:moveTo>
                    <a:pt x="0" y="15665"/>
                  </a:moveTo>
                  <a:lnTo>
                    <a:pt x="0" y="0"/>
                  </a:lnTo>
                  <a:lnTo>
                    <a:pt x="18255" y="0"/>
                  </a:lnTo>
                  <a:lnTo>
                    <a:pt x="18255" y="15665"/>
                  </a:lnTo>
                  <a:close/>
                  <a:moveTo>
                    <a:pt x="18255" y="26466"/>
                  </a:moveTo>
                  <a:lnTo>
                    <a:pt x="18255" y="95947"/>
                  </a:lnTo>
                  <a:lnTo>
                    <a:pt x="0" y="95947"/>
                  </a:lnTo>
                  <a:lnTo>
                    <a:pt x="0" y="267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83" name="Google Shape;1383;p51"/>
            <p:cNvSpPr/>
            <p:nvPr/>
          </p:nvSpPr>
          <p:spPr>
            <a:xfrm>
              <a:off x="6290520" y="4597389"/>
              <a:ext cx="65501" cy="69481"/>
            </a:xfrm>
            <a:custGeom>
              <a:rect b="b" l="l" r="r" t="t"/>
              <a:pathLst>
                <a:path extrusionOk="0" h="69481" w="65501">
                  <a:moveTo>
                    <a:pt x="22739" y="69481"/>
                  </a:moveTo>
                  <a:lnTo>
                    <a:pt x="0" y="0"/>
                  </a:lnTo>
                  <a:lnTo>
                    <a:pt x="19139" y="0"/>
                  </a:lnTo>
                  <a:lnTo>
                    <a:pt x="33162" y="47437"/>
                  </a:lnTo>
                  <a:lnTo>
                    <a:pt x="33414" y="47437"/>
                  </a:lnTo>
                  <a:lnTo>
                    <a:pt x="47374" y="0"/>
                  </a:lnTo>
                  <a:lnTo>
                    <a:pt x="65502" y="0"/>
                  </a:lnTo>
                  <a:lnTo>
                    <a:pt x="43015" y="69481"/>
                  </a:lnTo>
                  <a:lnTo>
                    <a:pt x="22739" y="69481"/>
                  </a:lnTo>
                  <a:lnTo>
                    <a:pt x="22739" y="694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84" name="Google Shape;1384;p51"/>
            <p:cNvSpPr/>
            <p:nvPr/>
          </p:nvSpPr>
          <p:spPr>
            <a:xfrm>
              <a:off x="6360315" y="4595295"/>
              <a:ext cx="66318" cy="73102"/>
            </a:xfrm>
            <a:custGeom>
              <a:rect b="b" l="l" r="r" t="t"/>
              <a:pathLst>
                <a:path extrusionOk="0" h="73102" w="66318">
                  <a:moveTo>
                    <a:pt x="22804" y="54900"/>
                  </a:moveTo>
                  <a:cubicBezTo>
                    <a:pt x="26026" y="57855"/>
                    <a:pt x="30317" y="59361"/>
                    <a:pt x="34679" y="59068"/>
                  </a:cubicBezTo>
                  <a:cubicBezTo>
                    <a:pt x="38071" y="59165"/>
                    <a:pt x="41400" y="58144"/>
                    <a:pt x="44154" y="56163"/>
                  </a:cubicBezTo>
                  <a:cubicBezTo>
                    <a:pt x="46477" y="54705"/>
                    <a:pt x="48202" y="52465"/>
                    <a:pt x="49018" y="49846"/>
                  </a:cubicBezTo>
                  <a:lnTo>
                    <a:pt x="65061" y="49846"/>
                  </a:lnTo>
                  <a:cubicBezTo>
                    <a:pt x="63288" y="56982"/>
                    <a:pt x="59119" y="63293"/>
                    <a:pt x="53250" y="67722"/>
                  </a:cubicBezTo>
                  <a:cubicBezTo>
                    <a:pt x="47488" y="71401"/>
                    <a:pt x="40756" y="73271"/>
                    <a:pt x="33921" y="73091"/>
                  </a:cubicBezTo>
                  <a:cubicBezTo>
                    <a:pt x="29095" y="73163"/>
                    <a:pt x="24305" y="72261"/>
                    <a:pt x="19836" y="70438"/>
                  </a:cubicBezTo>
                  <a:cubicBezTo>
                    <a:pt x="15752" y="68807"/>
                    <a:pt x="12099" y="66256"/>
                    <a:pt x="9161" y="62985"/>
                  </a:cubicBezTo>
                  <a:cubicBezTo>
                    <a:pt x="6161" y="59620"/>
                    <a:pt x="3863" y="55690"/>
                    <a:pt x="2402" y="51426"/>
                  </a:cubicBezTo>
                  <a:cubicBezTo>
                    <a:pt x="767" y="46671"/>
                    <a:pt x="-44" y="41672"/>
                    <a:pt x="2" y="36645"/>
                  </a:cubicBezTo>
                  <a:cubicBezTo>
                    <a:pt x="-40" y="31716"/>
                    <a:pt x="794" y="26818"/>
                    <a:pt x="2465" y="22180"/>
                  </a:cubicBezTo>
                  <a:cubicBezTo>
                    <a:pt x="3981" y="17881"/>
                    <a:pt x="6344" y="13929"/>
                    <a:pt x="9413" y="10558"/>
                  </a:cubicBezTo>
                  <a:cubicBezTo>
                    <a:pt x="12418" y="7255"/>
                    <a:pt x="16074" y="4609"/>
                    <a:pt x="20151" y="2789"/>
                  </a:cubicBezTo>
                  <a:cubicBezTo>
                    <a:pt x="24496" y="906"/>
                    <a:pt x="29187" y="-41"/>
                    <a:pt x="33921" y="9"/>
                  </a:cubicBezTo>
                  <a:cubicBezTo>
                    <a:pt x="39057" y="-119"/>
                    <a:pt x="44142" y="1055"/>
                    <a:pt x="48702" y="3420"/>
                  </a:cubicBezTo>
                  <a:cubicBezTo>
                    <a:pt x="52833" y="5635"/>
                    <a:pt x="56383" y="8795"/>
                    <a:pt x="59061" y="12642"/>
                  </a:cubicBezTo>
                  <a:cubicBezTo>
                    <a:pt x="61834" y="16610"/>
                    <a:pt x="63827" y="21069"/>
                    <a:pt x="64935" y="25781"/>
                  </a:cubicBezTo>
                  <a:cubicBezTo>
                    <a:pt x="66125" y="30847"/>
                    <a:pt x="66551" y="36064"/>
                    <a:pt x="66199" y="41256"/>
                  </a:cubicBezTo>
                  <a:lnTo>
                    <a:pt x="18319" y="41256"/>
                  </a:lnTo>
                  <a:cubicBezTo>
                    <a:pt x="18127" y="46118"/>
                    <a:pt x="19722" y="50882"/>
                    <a:pt x="22804" y="54647"/>
                  </a:cubicBezTo>
                  <a:close/>
                  <a:moveTo>
                    <a:pt x="43459" y="18390"/>
                  </a:moveTo>
                  <a:cubicBezTo>
                    <a:pt x="40856" y="15714"/>
                    <a:pt x="37203" y="14327"/>
                    <a:pt x="33479" y="14600"/>
                  </a:cubicBezTo>
                  <a:cubicBezTo>
                    <a:pt x="30966" y="14536"/>
                    <a:pt x="28475" y="15078"/>
                    <a:pt x="26215" y="16179"/>
                  </a:cubicBezTo>
                  <a:cubicBezTo>
                    <a:pt x="24419" y="17090"/>
                    <a:pt x="22845" y="18384"/>
                    <a:pt x="21604" y="19969"/>
                  </a:cubicBezTo>
                  <a:cubicBezTo>
                    <a:pt x="20495" y="21419"/>
                    <a:pt x="19680" y="23071"/>
                    <a:pt x="19204" y="24833"/>
                  </a:cubicBezTo>
                  <a:cubicBezTo>
                    <a:pt x="18762" y="26317"/>
                    <a:pt x="18466" y="27840"/>
                    <a:pt x="18319" y="29381"/>
                  </a:cubicBezTo>
                  <a:lnTo>
                    <a:pt x="48007" y="29381"/>
                  </a:lnTo>
                  <a:cubicBezTo>
                    <a:pt x="47523" y="25371"/>
                    <a:pt x="45951" y="21570"/>
                    <a:pt x="43459" y="183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85" name="Google Shape;1385;p51"/>
            <p:cNvSpPr/>
            <p:nvPr/>
          </p:nvSpPr>
          <p:spPr>
            <a:xfrm>
              <a:off x="6437378" y="4595303"/>
              <a:ext cx="43015" cy="71504"/>
            </a:xfrm>
            <a:custGeom>
              <a:rect b="b" l="l" r="r" t="t"/>
              <a:pathLst>
                <a:path extrusionOk="0" h="71504" w="43015">
                  <a:moveTo>
                    <a:pt x="17307" y="2465"/>
                  </a:moveTo>
                  <a:lnTo>
                    <a:pt x="17307" y="15098"/>
                  </a:lnTo>
                  <a:lnTo>
                    <a:pt x="17623" y="15098"/>
                  </a:lnTo>
                  <a:cubicBezTo>
                    <a:pt x="18417" y="12825"/>
                    <a:pt x="19569" y="10693"/>
                    <a:pt x="21034" y="8782"/>
                  </a:cubicBezTo>
                  <a:cubicBezTo>
                    <a:pt x="22442" y="6971"/>
                    <a:pt x="24126" y="5394"/>
                    <a:pt x="26023" y="4107"/>
                  </a:cubicBezTo>
                  <a:cubicBezTo>
                    <a:pt x="27960" y="2776"/>
                    <a:pt x="30090" y="1754"/>
                    <a:pt x="32340" y="1075"/>
                  </a:cubicBezTo>
                  <a:cubicBezTo>
                    <a:pt x="34494" y="336"/>
                    <a:pt x="36758" y="-27"/>
                    <a:pt x="39035" y="2"/>
                  </a:cubicBezTo>
                  <a:cubicBezTo>
                    <a:pt x="40386" y="14"/>
                    <a:pt x="41727" y="227"/>
                    <a:pt x="43015" y="633"/>
                  </a:cubicBezTo>
                  <a:lnTo>
                    <a:pt x="43015" y="18383"/>
                  </a:lnTo>
                  <a:cubicBezTo>
                    <a:pt x="41992" y="18182"/>
                    <a:pt x="40959" y="18034"/>
                    <a:pt x="39920" y="17940"/>
                  </a:cubicBezTo>
                  <a:lnTo>
                    <a:pt x="36446" y="17940"/>
                  </a:lnTo>
                  <a:cubicBezTo>
                    <a:pt x="33531" y="17850"/>
                    <a:pt x="30634" y="18434"/>
                    <a:pt x="27982" y="19646"/>
                  </a:cubicBezTo>
                  <a:cubicBezTo>
                    <a:pt x="25753" y="20751"/>
                    <a:pt x="23841" y="22402"/>
                    <a:pt x="22423" y="24446"/>
                  </a:cubicBezTo>
                  <a:cubicBezTo>
                    <a:pt x="20936" y="26547"/>
                    <a:pt x="19903" y="28935"/>
                    <a:pt x="19391" y="31458"/>
                  </a:cubicBezTo>
                  <a:cubicBezTo>
                    <a:pt x="18762" y="34341"/>
                    <a:pt x="18466" y="37287"/>
                    <a:pt x="18507" y="40238"/>
                  </a:cubicBezTo>
                  <a:lnTo>
                    <a:pt x="18507" y="71504"/>
                  </a:lnTo>
                  <a:lnTo>
                    <a:pt x="0" y="71504"/>
                  </a:lnTo>
                  <a:lnTo>
                    <a:pt x="0" y="24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86" name="Google Shape;1386;p51"/>
            <p:cNvSpPr/>
            <p:nvPr/>
          </p:nvSpPr>
          <p:spPr>
            <a:xfrm>
              <a:off x="6484120" y="4595682"/>
              <a:ext cx="61219" cy="72704"/>
            </a:xfrm>
            <a:custGeom>
              <a:rect b="b" l="l" r="r" t="t"/>
              <a:pathLst>
                <a:path extrusionOk="0" h="72704" w="61219">
                  <a:moveTo>
                    <a:pt x="18570" y="53944"/>
                  </a:moveTo>
                  <a:cubicBezTo>
                    <a:pt x="19342" y="55364"/>
                    <a:pt x="20421" y="56594"/>
                    <a:pt x="21729" y="57545"/>
                  </a:cubicBezTo>
                  <a:cubicBezTo>
                    <a:pt x="23053" y="58521"/>
                    <a:pt x="24555" y="59229"/>
                    <a:pt x="26150" y="59629"/>
                  </a:cubicBezTo>
                  <a:cubicBezTo>
                    <a:pt x="27839" y="60085"/>
                    <a:pt x="29580" y="60319"/>
                    <a:pt x="31330" y="60324"/>
                  </a:cubicBezTo>
                  <a:cubicBezTo>
                    <a:pt x="32691" y="60301"/>
                    <a:pt x="34047" y="60132"/>
                    <a:pt x="35372" y="59819"/>
                  </a:cubicBezTo>
                  <a:cubicBezTo>
                    <a:pt x="36730" y="59556"/>
                    <a:pt x="38033" y="59065"/>
                    <a:pt x="39225" y="58366"/>
                  </a:cubicBezTo>
                  <a:cubicBezTo>
                    <a:pt x="40394" y="57702"/>
                    <a:pt x="41390" y="56772"/>
                    <a:pt x="42131" y="55650"/>
                  </a:cubicBezTo>
                  <a:cubicBezTo>
                    <a:pt x="42937" y="54390"/>
                    <a:pt x="43334" y="52912"/>
                    <a:pt x="43268" y="51418"/>
                  </a:cubicBezTo>
                  <a:cubicBezTo>
                    <a:pt x="43268" y="48575"/>
                    <a:pt x="41436" y="46428"/>
                    <a:pt x="37836" y="45101"/>
                  </a:cubicBezTo>
                  <a:cubicBezTo>
                    <a:pt x="32865" y="43323"/>
                    <a:pt x="27779" y="41888"/>
                    <a:pt x="22613" y="40806"/>
                  </a:cubicBezTo>
                  <a:cubicBezTo>
                    <a:pt x="19987" y="40203"/>
                    <a:pt x="17394" y="39465"/>
                    <a:pt x="14844" y="38595"/>
                  </a:cubicBezTo>
                  <a:cubicBezTo>
                    <a:pt x="12436" y="37824"/>
                    <a:pt x="10158" y="36695"/>
                    <a:pt x="8085" y="35248"/>
                  </a:cubicBezTo>
                  <a:cubicBezTo>
                    <a:pt x="6143" y="33866"/>
                    <a:pt x="4526" y="32077"/>
                    <a:pt x="3348" y="30005"/>
                  </a:cubicBezTo>
                  <a:cubicBezTo>
                    <a:pt x="2071" y="27642"/>
                    <a:pt x="1439" y="24984"/>
                    <a:pt x="1516" y="22299"/>
                  </a:cubicBezTo>
                  <a:cubicBezTo>
                    <a:pt x="1356" y="18455"/>
                    <a:pt x="2228" y="14638"/>
                    <a:pt x="4043" y="11245"/>
                  </a:cubicBezTo>
                  <a:cubicBezTo>
                    <a:pt x="5538" y="8490"/>
                    <a:pt x="7712" y="6164"/>
                    <a:pt x="10359" y="4486"/>
                  </a:cubicBezTo>
                  <a:cubicBezTo>
                    <a:pt x="13198" y="2781"/>
                    <a:pt x="16323" y="1604"/>
                    <a:pt x="19582" y="1012"/>
                  </a:cubicBezTo>
                  <a:cubicBezTo>
                    <a:pt x="23055" y="323"/>
                    <a:pt x="26589" y="-16"/>
                    <a:pt x="30130" y="2"/>
                  </a:cubicBezTo>
                  <a:cubicBezTo>
                    <a:pt x="33654" y="-27"/>
                    <a:pt x="37170" y="334"/>
                    <a:pt x="40615" y="1075"/>
                  </a:cubicBezTo>
                  <a:cubicBezTo>
                    <a:pt x="43822" y="1710"/>
                    <a:pt x="46884" y="2931"/>
                    <a:pt x="49648" y="4676"/>
                  </a:cubicBezTo>
                  <a:cubicBezTo>
                    <a:pt x="52227" y="6460"/>
                    <a:pt x="54384" y="8788"/>
                    <a:pt x="55964" y="11498"/>
                  </a:cubicBezTo>
                  <a:cubicBezTo>
                    <a:pt x="57852" y="14753"/>
                    <a:pt x="58935" y="18413"/>
                    <a:pt x="59122" y="22172"/>
                  </a:cubicBezTo>
                  <a:lnTo>
                    <a:pt x="42320" y="22172"/>
                  </a:lnTo>
                  <a:cubicBezTo>
                    <a:pt x="42444" y="19150"/>
                    <a:pt x="40921" y="16298"/>
                    <a:pt x="38341" y="14719"/>
                  </a:cubicBezTo>
                  <a:cubicBezTo>
                    <a:pt x="35733" y="13355"/>
                    <a:pt x="32819" y="12681"/>
                    <a:pt x="29877" y="12761"/>
                  </a:cubicBezTo>
                  <a:lnTo>
                    <a:pt x="26529" y="12761"/>
                  </a:lnTo>
                  <a:cubicBezTo>
                    <a:pt x="25395" y="12882"/>
                    <a:pt x="24287" y="13181"/>
                    <a:pt x="23244" y="13645"/>
                  </a:cubicBezTo>
                  <a:cubicBezTo>
                    <a:pt x="22248" y="14070"/>
                    <a:pt x="21378" y="14745"/>
                    <a:pt x="20718" y="15603"/>
                  </a:cubicBezTo>
                  <a:cubicBezTo>
                    <a:pt x="19984" y="16583"/>
                    <a:pt x="19625" y="17793"/>
                    <a:pt x="19707" y="19014"/>
                  </a:cubicBezTo>
                  <a:cubicBezTo>
                    <a:pt x="19670" y="20593"/>
                    <a:pt x="20314" y="22112"/>
                    <a:pt x="21476" y="23183"/>
                  </a:cubicBezTo>
                  <a:cubicBezTo>
                    <a:pt x="22857" y="24368"/>
                    <a:pt x="24470" y="25250"/>
                    <a:pt x="26213" y="25773"/>
                  </a:cubicBezTo>
                  <a:cubicBezTo>
                    <a:pt x="28273" y="26533"/>
                    <a:pt x="30384" y="27145"/>
                    <a:pt x="32530" y="27605"/>
                  </a:cubicBezTo>
                  <a:lnTo>
                    <a:pt x="40110" y="29373"/>
                  </a:lnTo>
                  <a:cubicBezTo>
                    <a:pt x="42760" y="29989"/>
                    <a:pt x="45375" y="30748"/>
                    <a:pt x="47942" y="31647"/>
                  </a:cubicBezTo>
                  <a:cubicBezTo>
                    <a:pt x="50339" y="32483"/>
                    <a:pt x="52596" y="33676"/>
                    <a:pt x="54638" y="35184"/>
                  </a:cubicBezTo>
                  <a:cubicBezTo>
                    <a:pt x="56609" y="36656"/>
                    <a:pt x="58245" y="38529"/>
                    <a:pt x="59438" y="40680"/>
                  </a:cubicBezTo>
                  <a:cubicBezTo>
                    <a:pt x="60700" y="43205"/>
                    <a:pt x="61308" y="46007"/>
                    <a:pt x="61207" y="48828"/>
                  </a:cubicBezTo>
                  <a:cubicBezTo>
                    <a:pt x="61341" y="52826"/>
                    <a:pt x="60426" y="56789"/>
                    <a:pt x="58554" y="60324"/>
                  </a:cubicBezTo>
                  <a:cubicBezTo>
                    <a:pt x="56903" y="63314"/>
                    <a:pt x="54565" y="65869"/>
                    <a:pt x="51732" y="67777"/>
                  </a:cubicBezTo>
                  <a:cubicBezTo>
                    <a:pt x="48860" y="69619"/>
                    <a:pt x="45668" y="70905"/>
                    <a:pt x="42321" y="71567"/>
                  </a:cubicBezTo>
                  <a:cubicBezTo>
                    <a:pt x="38664" y="72327"/>
                    <a:pt x="34939" y="72708"/>
                    <a:pt x="31204" y="72704"/>
                  </a:cubicBezTo>
                  <a:cubicBezTo>
                    <a:pt x="27404" y="72690"/>
                    <a:pt x="23615" y="72288"/>
                    <a:pt x="19897" y="71504"/>
                  </a:cubicBezTo>
                  <a:cubicBezTo>
                    <a:pt x="16405" y="70732"/>
                    <a:pt x="13072" y="69365"/>
                    <a:pt x="10044" y="67462"/>
                  </a:cubicBezTo>
                  <a:cubicBezTo>
                    <a:pt x="7169" y="65544"/>
                    <a:pt x="4771" y="62994"/>
                    <a:pt x="3032" y="60008"/>
                  </a:cubicBezTo>
                  <a:cubicBezTo>
                    <a:pt x="1015" y="56469"/>
                    <a:pt x="-31" y="52459"/>
                    <a:pt x="1" y="48386"/>
                  </a:cubicBezTo>
                  <a:lnTo>
                    <a:pt x="17054" y="48386"/>
                  </a:lnTo>
                  <a:cubicBezTo>
                    <a:pt x="17023" y="50233"/>
                    <a:pt x="17458" y="52057"/>
                    <a:pt x="18318" y="536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87" name="Google Shape;1387;p51"/>
            <p:cNvSpPr/>
            <p:nvPr/>
          </p:nvSpPr>
          <p:spPr>
            <a:xfrm>
              <a:off x="6556822" y="4570986"/>
              <a:ext cx="18254" cy="96263"/>
            </a:xfrm>
            <a:custGeom>
              <a:rect b="b" l="l" r="r" t="t"/>
              <a:pathLst>
                <a:path extrusionOk="0" h="96263" w="18254">
                  <a:moveTo>
                    <a:pt x="0" y="15665"/>
                  </a:moveTo>
                  <a:lnTo>
                    <a:pt x="0" y="0"/>
                  </a:lnTo>
                  <a:lnTo>
                    <a:pt x="18255" y="0"/>
                  </a:lnTo>
                  <a:lnTo>
                    <a:pt x="18255" y="15665"/>
                  </a:lnTo>
                  <a:close/>
                  <a:moveTo>
                    <a:pt x="18255" y="26782"/>
                  </a:moveTo>
                  <a:lnTo>
                    <a:pt x="18255" y="96263"/>
                  </a:lnTo>
                  <a:lnTo>
                    <a:pt x="0" y="96263"/>
                  </a:lnTo>
                  <a:lnTo>
                    <a:pt x="0" y="267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88" name="Google Shape;1388;p51"/>
            <p:cNvSpPr/>
            <p:nvPr/>
          </p:nvSpPr>
          <p:spPr>
            <a:xfrm>
              <a:off x="6583288" y="4576923"/>
              <a:ext cx="42762" cy="90767"/>
            </a:xfrm>
            <a:custGeom>
              <a:rect b="b" l="l" r="r" t="t"/>
              <a:pathLst>
                <a:path extrusionOk="0" h="90767" w="42762">
                  <a:moveTo>
                    <a:pt x="42636" y="20844"/>
                  </a:moveTo>
                  <a:lnTo>
                    <a:pt x="42636" y="33477"/>
                  </a:lnTo>
                  <a:lnTo>
                    <a:pt x="29309" y="33477"/>
                  </a:lnTo>
                  <a:lnTo>
                    <a:pt x="29309" y="67839"/>
                  </a:lnTo>
                  <a:cubicBezTo>
                    <a:pt x="29075" y="70056"/>
                    <a:pt x="29610" y="72286"/>
                    <a:pt x="30824" y="74155"/>
                  </a:cubicBezTo>
                  <a:cubicBezTo>
                    <a:pt x="32635" y="75506"/>
                    <a:pt x="34902" y="76096"/>
                    <a:pt x="37141" y="75798"/>
                  </a:cubicBezTo>
                  <a:cubicBezTo>
                    <a:pt x="38129" y="75863"/>
                    <a:pt x="39121" y="75863"/>
                    <a:pt x="40109" y="75798"/>
                  </a:cubicBezTo>
                  <a:cubicBezTo>
                    <a:pt x="41002" y="75742"/>
                    <a:pt x="41889" y="75616"/>
                    <a:pt x="42762" y="75419"/>
                  </a:cubicBezTo>
                  <a:lnTo>
                    <a:pt x="42763" y="90199"/>
                  </a:lnTo>
                  <a:cubicBezTo>
                    <a:pt x="41247" y="90452"/>
                    <a:pt x="39541" y="90641"/>
                    <a:pt x="37646" y="90768"/>
                  </a:cubicBezTo>
                  <a:lnTo>
                    <a:pt x="32151" y="90768"/>
                  </a:lnTo>
                  <a:cubicBezTo>
                    <a:pt x="29444" y="90758"/>
                    <a:pt x="26742" y="90547"/>
                    <a:pt x="24066" y="90136"/>
                  </a:cubicBezTo>
                  <a:cubicBezTo>
                    <a:pt x="21832" y="89761"/>
                    <a:pt x="19689" y="88968"/>
                    <a:pt x="17749" y="87799"/>
                  </a:cubicBezTo>
                  <a:cubicBezTo>
                    <a:pt x="15785" y="86588"/>
                    <a:pt x="14191" y="84862"/>
                    <a:pt x="13138" y="82809"/>
                  </a:cubicBezTo>
                  <a:cubicBezTo>
                    <a:pt x="11948" y="80151"/>
                    <a:pt x="11386" y="77255"/>
                    <a:pt x="11496" y="74345"/>
                  </a:cubicBezTo>
                  <a:lnTo>
                    <a:pt x="11496" y="33477"/>
                  </a:lnTo>
                  <a:lnTo>
                    <a:pt x="0" y="33477"/>
                  </a:lnTo>
                  <a:lnTo>
                    <a:pt x="0" y="20844"/>
                  </a:lnTo>
                  <a:lnTo>
                    <a:pt x="11054" y="20844"/>
                  </a:lnTo>
                  <a:lnTo>
                    <a:pt x="11054" y="0"/>
                  </a:lnTo>
                  <a:lnTo>
                    <a:pt x="29309" y="0"/>
                  </a:lnTo>
                  <a:lnTo>
                    <a:pt x="29309" y="208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89" name="Google Shape;1389;p51"/>
            <p:cNvSpPr/>
            <p:nvPr/>
          </p:nvSpPr>
          <p:spPr>
            <a:xfrm>
              <a:off x="6631779" y="4595557"/>
              <a:ext cx="64763" cy="72702"/>
            </a:xfrm>
            <a:custGeom>
              <a:rect b="b" l="l" r="r" t="t"/>
              <a:pathLst>
                <a:path extrusionOk="0" h="72702" w="64763">
                  <a:moveTo>
                    <a:pt x="2041" y="23245"/>
                  </a:moveTo>
                  <a:cubicBezTo>
                    <a:pt x="2163" y="19307"/>
                    <a:pt x="3271" y="15463"/>
                    <a:pt x="5262" y="12065"/>
                  </a:cubicBezTo>
                  <a:cubicBezTo>
                    <a:pt x="7098" y="9176"/>
                    <a:pt x="9559" y="6737"/>
                    <a:pt x="12463" y="4927"/>
                  </a:cubicBezTo>
                  <a:cubicBezTo>
                    <a:pt x="15505" y="3105"/>
                    <a:pt x="18839" y="1823"/>
                    <a:pt x="22317" y="1137"/>
                  </a:cubicBezTo>
                  <a:cubicBezTo>
                    <a:pt x="25931" y="377"/>
                    <a:pt x="29614" y="-4"/>
                    <a:pt x="33307" y="0"/>
                  </a:cubicBezTo>
                  <a:cubicBezTo>
                    <a:pt x="36688" y="14"/>
                    <a:pt x="40063" y="246"/>
                    <a:pt x="43414" y="695"/>
                  </a:cubicBezTo>
                  <a:cubicBezTo>
                    <a:pt x="46683" y="1165"/>
                    <a:pt x="49859" y="2146"/>
                    <a:pt x="52825" y="3600"/>
                  </a:cubicBezTo>
                  <a:cubicBezTo>
                    <a:pt x="55598" y="5001"/>
                    <a:pt x="57984" y="7062"/>
                    <a:pt x="59773" y="9601"/>
                  </a:cubicBezTo>
                  <a:cubicBezTo>
                    <a:pt x="61696" y="12611"/>
                    <a:pt x="62644" y="16140"/>
                    <a:pt x="62489" y="19707"/>
                  </a:cubicBezTo>
                  <a:lnTo>
                    <a:pt x="62490" y="55838"/>
                  </a:lnTo>
                  <a:cubicBezTo>
                    <a:pt x="62460" y="58856"/>
                    <a:pt x="62629" y="61874"/>
                    <a:pt x="62995" y="64870"/>
                  </a:cubicBezTo>
                  <a:cubicBezTo>
                    <a:pt x="63175" y="67070"/>
                    <a:pt x="63775" y="69214"/>
                    <a:pt x="64764" y="71187"/>
                  </a:cubicBezTo>
                  <a:lnTo>
                    <a:pt x="46256" y="71187"/>
                  </a:lnTo>
                  <a:cubicBezTo>
                    <a:pt x="45916" y="70110"/>
                    <a:pt x="45642" y="69013"/>
                    <a:pt x="45435" y="67902"/>
                  </a:cubicBezTo>
                  <a:cubicBezTo>
                    <a:pt x="45226" y="66774"/>
                    <a:pt x="45078" y="65635"/>
                    <a:pt x="44993" y="64491"/>
                  </a:cubicBezTo>
                  <a:cubicBezTo>
                    <a:pt x="42161" y="67447"/>
                    <a:pt x="38615" y="69622"/>
                    <a:pt x="34697" y="70808"/>
                  </a:cubicBezTo>
                  <a:cubicBezTo>
                    <a:pt x="30799" y="72066"/>
                    <a:pt x="26728" y="72706"/>
                    <a:pt x="22633" y="72703"/>
                  </a:cubicBezTo>
                  <a:cubicBezTo>
                    <a:pt x="19644" y="72706"/>
                    <a:pt x="16669" y="72302"/>
                    <a:pt x="13789" y="71503"/>
                  </a:cubicBezTo>
                  <a:cubicBezTo>
                    <a:pt x="11151" y="70756"/>
                    <a:pt x="8698" y="69465"/>
                    <a:pt x="6588" y="67713"/>
                  </a:cubicBezTo>
                  <a:cubicBezTo>
                    <a:pt x="4509" y="66003"/>
                    <a:pt x="2846" y="63843"/>
                    <a:pt x="1725" y="61396"/>
                  </a:cubicBezTo>
                  <a:cubicBezTo>
                    <a:pt x="520" y="58452"/>
                    <a:pt x="-61" y="55291"/>
                    <a:pt x="19" y="52111"/>
                  </a:cubicBezTo>
                  <a:cubicBezTo>
                    <a:pt x="-127" y="48751"/>
                    <a:pt x="568" y="45407"/>
                    <a:pt x="2040" y="42384"/>
                  </a:cubicBezTo>
                  <a:cubicBezTo>
                    <a:pt x="3226" y="39906"/>
                    <a:pt x="4979" y="37742"/>
                    <a:pt x="7157" y="36067"/>
                  </a:cubicBezTo>
                  <a:cubicBezTo>
                    <a:pt x="9333" y="34507"/>
                    <a:pt x="11772" y="33352"/>
                    <a:pt x="14358" y="32656"/>
                  </a:cubicBezTo>
                  <a:cubicBezTo>
                    <a:pt x="17034" y="31883"/>
                    <a:pt x="19755" y="31271"/>
                    <a:pt x="22506" y="30825"/>
                  </a:cubicBezTo>
                  <a:cubicBezTo>
                    <a:pt x="25222" y="30382"/>
                    <a:pt x="27938" y="30067"/>
                    <a:pt x="30591" y="29751"/>
                  </a:cubicBezTo>
                  <a:cubicBezTo>
                    <a:pt x="32979" y="29552"/>
                    <a:pt x="35346" y="29151"/>
                    <a:pt x="37666" y="28551"/>
                  </a:cubicBezTo>
                  <a:cubicBezTo>
                    <a:pt x="39447" y="28162"/>
                    <a:pt x="41113" y="27361"/>
                    <a:pt x="42530" y="26213"/>
                  </a:cubicBezTo>
                  <a:cubicBezTo>
                    <a:pt x="43780" y="25076"/>
                    <a:pt x="44414" y="23410"/>
                    <a:pt x="44235" y="21729"/>
                  </a:cubicBezTo>
                  <a:cubicBezTo>
                    <a:pt x="44330" y="20027"/>
                    <a:pt x="43982" y="18329"/>
                    <a:pt x="43225" y="16802"/>
                  </a:cubicBezTo>
                  <a:cubicBezTo>
                    <a:pt x="42645" y="15650"/>
                    <a:pt x="41774" y="14670"/>
                    <a:pt x="40698" y="13959"/>
                  </a:cubicBezTo>
                  <a:cubicBezTo>
                    <a:pt x="39543" y="13303"/>
                    <a:pt x="38281" y="12854"/>
                    <a:pt x="36971" y="12633"/>
                  </a:cubicBezTo>
                  <a:cubicBezTo>
                    <a:pt x="35464" y="12429"/>
                    <a:pt x="33944" y="12324"/>
                    <a:pt x="32423" y="12317"/>
                  </a:cubicBezTo>
                  <a:cubicBezTo>
                    <a:pt x="29395" y="12161"/>
                    <a:pt x="26399" y="13004"/>
                    <a:pt x="23896" y="14717"/>
                  </a:cubicBezTo>
                  <a:cubicBezTo>
                    <a:pt x="21648" y="16811"/>
                    <a:pt x="20348" y="19730"/>
                    <a:pt x="20296" y="22803"/>
                  </a:cubicBezTo>
                  <a:close/>
                  <a:moveTo>
                    <a:pt x="44235" y="37330"/>
                  </a:moveTo>
                  <a:cubicBezTo>
                    <a:pt x="43369" y="38057"/>
                    <a:pt x="42386" y="38634"/>
                    <a:pt x="41329" y="39036"/>
                  </a:cubicBezTo>
                  <a:cubicBezTo>
                    <a:pt x="40192" y="39415"/>
                    <a:pt x="38929" y="39731"/>
                    <a:pt x="37603" y="40047"/>
                  </a:cubicBezTo>
                  <a:lnTo>
                    <a:pt x="33433" y="40678"/>
                  </a:lnTo>
                  <a:lnTo>
                    <a:pt x="29075" y="41373"/>
                  </a:lnTo>
                  <a:cubicBezTo>
                    <a:pt x="27704" y="41634"/>
                    <a:pt x="26353" y="41993"/>
                    <a:pt x="25033" y="42447"/>
                  </a:cubicBezTo>
                  <a:cubicBezTo>
                    <a:pt x="23781" y="42829"/>
                    <a:pt x="22605" y="43428"/>
                    <a:pt x="21559" y="44215"/>
                  </a:cubicBezTo>
                  <a:cubicBezTo>
                    <a:pt x="20559" y="45000"/>
                    <a:pt x="19741" y="45991"/>
                    <a:pt x="19159" y="47121"/>
                  </a:cubicBezTo>
                  <a:cubicBezTo>
                    <a:pt x="18507" y="48501"/>
                    <a:pt x="18204" y="50019"/>
                    <a:pt x="18274" y="51542"/>
                  </a:cubicBezTo>
                  <a:cubicBezTo>
                    <a:pt x="18204" y="53026"/>
                    <a:pt x="18508" y="54503"/>
                    <a:pt x="19159" y="55838"/>
                  </a:cubicBezTo>
                  <a:cubicBezTo>
                    <a:pt x="19683" y="56990"/>
                    <a:pt x="20541" y="57958"/>
                    <a:pt x="21622" y="58617"/>
                  </a:cubicBezTo>
                  <a:cubicBezTo>
                    <a:pt x="22710" y="59331"/>
                    <a:pt x="23937" y="59804"/>
                    <a:pt x="25223" y="60007"/>
                  </a:cubicBezTo>
                  <a:cubicBezTo>
                    <a:pt x="26612" y="60316"/>
                    <a:pt x="28031" y="60465"/>
                    <a:pt x="29454" y="60449"/>
                  </a:cubicBezTo>
                  <a:cubicBezTo>
                    <a:pt x="32357" y="60620"/>
                    <a:pt x="35249" y="59962"/>
                    <a:pt x="37792" y="58554"/>
                  </a:cubicBezTo>
                  <a:cubicBezTo>
                    <a:pt x="39598" y="57448"/>
                    <a:pt x="41097" y="55906"/>
                    <a:pt x="42151" y="54069"/>
                  </a:cubicBezTo>
                  <a:cubicBezTo>
                    <a:pt x="43049" y="52419"/>
                    <a:pt x="43648" y="50622"/>
                    <a:pt x="43919" y="48763"/>
                  </a:cubicBezTo>
                  <a:cubicBezTo>
                    <a:pt x="43919" y="46931"/>
                    <a:pt x="44235" y="45542"/>
                    <a:pt x="44235" y="44468"/>
                  </a:cubicBezTo>
                  <a:lnTo>
                    <a:pt x="44235" y="373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90" name="Google Shape;1390;p51"/>
            <p:cNvSpPr/>
            <p:nvPr/>
          </p:nvSpPr>
          <p:spPr>
            <a:xfrm>
              <a:off x="6708418" y="4595303"/>
              <a:ext cx="42825" cy="71503"/>
            </a:xfrm>
            <a:custGeom>
              <a:rect b="b" l="l" r="r" t="t"/>
              <a:pathLst>
                <a:path extrusionOk="0" h="71503" w="42825">
                  <a:moveTo>
                    <a:pt x="17370" y="2465"/>
                  </a:moveTo>
                  <a:lnTo>
                    <a:pt x="17370" y="15098"/>
                  </a:lnTo>
                  <a:lnTo>
                    <a:pt x="17370" y="15098"/>
                  </a:lnTo>
                  <a:cubicBezTo>
                    <a:pt x="18187" y="12822"/>
                    <a:pt x="19360" y="10690"/>
                    <a:pt x="20844" y="8781"/>
                  </a:cubicBezTo>
                  <a:cubicBezTo>
                    <a:pt x="22252" y="6971"/>
                    <a:pt x="23936" y="5394"/>
                    <a:pt x="25834" y="4107"/>
                  </a:cubicBezTo>
                  <a:cubicBezTo>
                    <a:pt x="27770" y="2776"/>
                    <a:pt x="29901" y="1753"/>
                    <a:pt x="32151" y="1075"/>
                  </a:cubicBezTo>
                  <a:cubicBezTo>
                    <a:pt x="34284" y="340"/>
                    <a:pt x="36527" y="-23"/>
                    <a:pt x="38783" y="1"/>
                  </a:cubicBezTo>
                  <a:cubicBezTo>
                    <a:pt x="40154" y="13"/>
                    <a:pt x="41516" y="226"/>
                    <a:pt x="42826" y="633"/>
                  </a:cubicBezTo>
                  <a:lnTo>
                    <a:pt x="42826" y="18382"/>
                  </a:lnTo>
                  <a:cubicBezTo>
                    <a:pt x="41803" y="18181"/>
                    <a:pt x="40769" y="18034"/>
                    <a:pt x="39731" y="17940"/>
                  </a:cubicBezTo>
                  <a:lnTo>
                    <a:pt x="36257" y="17940"/>
                  </a:lnTo>
                  <a:cubicBezTo>
                    <a:pt x="33342" y="17850"/>
                    <a:pt x="30445" y="18433"/>
                    <a:pt x="27792" y="19645"/>
                  </a:cubicBezTo>
                  <a:cubicBezTo>
                    <a:pt x="25545" y="20748"/>
                    <a:pt x="23612" y="22399"/>
                    <a:pt x="22171" y="24446"/>
                  </a:cubicBezTo>
                  <a:cubicBezTo>
                    <a:pt x="20734" y="26575"/>
                    <a:pt x="19706" y="28952"/>
                    <a:pt x="19139" y="31457"/>
                  </a:cubicBezTo>
                  <a:cubicBezTo>
                    <a:pt x="18541" y="34345"/>
                    <a:pt x="18245" y="37288"/>
                    <a:pt x="18254" y="40237"/>
                  </a:cubicBezTo>
                  <a:lnTo>
                    <a:pt x="18255" y="71504"/>
                  </a:lnTo>
                  <a:lnTo>
                    <a:pt x="0" y="71504"/>
                  </a:lnTo>
                  <a:lnTo>
                    <a:pt x="0" y="24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91" name="Google Shape;1391;p51"/>
            <p:cNvSpPr/>
            <p:nvPr/>
          </p:nvSpPr>
          <p:spPr>
            <a:xfrm>
              <a:off x="6758950" y="4570986"/>
              <a:ext cx="18191" cy="95947"/>
            </a:xfrm>
            <a:custGeom>
              <a:rect b="b" l="l" r="r" t="t"/>
              <a:pathLst>
                <a:path extrusionOk="0" h="95947" w="18191">
                  <a:moveTo>
                    <a:pt x="0" y="15665"/>
                  </a:moveTo>
                  <a:lnTo>
                    <a:pt x="0" y="0"/>
                  </a:lnTo>
                  <a:lnTo>
                    <a:pt x="18191" y="0"/>
                  </a:lnTo>
                  <a:lnTo>
                    <a:pt x="18191" y="15665"/>
                  </a:lnTo>
                  <a:close/>
                  <a:moveTo>
                    <a:pt x="18191" y="26466"/>
                  </a:moveTo>
                  <a:lnTo>
                    <a:pt x="18191" y="95947"/>
                  </a:lnTo>
                  <a:lnTo>
                    <a:pt x="0" y="95947"/>
                  </a:lnTo>
                  <a:lnTo>
                    <a:pt x="0" y="267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92" name="Google Shape;1392;p51"/>
            <p:cNvSpPr/>
            <p:nvPr/>
          </p:nvSpPr>
          <p:spPr>
            <a:xfrm>
              <a:off x="6789333" y="4595553"/>
              <a:ext cx="68721" cy="73088"/>
            </a:xfrm>
            <a:custGeom>
              <a:rect b="b" l="l" r="r" t="t"/>
              <a:pathLst>
                <a:path extrusionOk="0" h="73088" w="68721">
                  <a:moveTo>
                    <a:pt x="2399" y="21543"/>
                  </a:moveTo>
                  <a:cubicBezTo>
                    <a:pt x="3926" y="17267"/>
                    <a:pt x="6287" y="13338"/>
                    <a:pt x="9347" y="9984"/>
                  </a:cubicBezTo>
                  <a:cubicBezTo>
                    <a:pt x="12405" y="6808"/>
                    <a:pt x="16081" y="4293"/>
                    <a:pt x="20148" y="2593"/>
                  </a:cubicBezTo>
                  <a:cubicBezTo>
                    <a:pt x="24651" y="816"/>
                    <a:pt x="29457" y="-63"/>
                    <a:pt x="34297" y="4"/>
                  </a:cubicBezTo>
                  <a:cubicBezTo>
                    <a:pt x="39157" y="-52"/>
                    <a:pt x="43982" y="827"/>
                    <a:pt x="48509" y="2593"/>
                  </a:cubicBezTo>
                  <a:cubicBezTo>
                    <a:pt x="52594" y="4260"/>
                    <a:pt x="56277" y="6780"/>
                    <a:pt x="59311" y="9984"/>
                  </a:cubicBezTo>
                  <a:cubicBezTo>
                    <a:pt x="62392" y="13321"/>
                    <a:pt x="64757" y="17255"/>
                    <a:pt x="66259" y="21543"/>
                  </a:cubicBezTo>
                  <a:cubicBezTo>
                    <a:pt x="69542" y="31339"/>
                    <a:pt x="69542" y="41939"/>
                    <a:pt x="66259" y="51736"/>
                  </a:cubicBezTo>
                  <a:cubicBezTo>
                    <a:pt x="64755" y="55984"/>
                    <a:pt x="62389" y="59877"/>
                    <a:pt x="59311" y="63168"/>
                  </a:cubicBezTo>
                  <a:cubicBezTo>
                    <a:pt x="56307" y="66392"/>
                    <a:pt x="52615" y="68896"/>
                    <a:pt x="48509" y="70495"/>
                  </a:cubicBezTo>
                  <a:cubicBezTo>
                    <a:pt x="43982" y="72262"/>
                    <a:pt x="39157" y="73141"/>
                    <a:pt x="34297" y="73085"/>
                  </a:cubicBezTo>
                  <a:cubicBezTo>
                    <a:pt x="29457" y="73152"/>
                    <a:pt x="24651" y="72272"/>
                    <a:pt x="20148" y="70495"/>
                  </a:cubicBezTo>
                  <a:cubicBezTo>
                    <a:pt x="16060" y="68864"/>
                    <a:pt x="12374" y="66364"/>
                    <a:pt x="9347" y="63168"/>
                  </a:cubicBezTo>
                  <a:cubicBezTo>
                    <a:pt x="6289" y="59861"/>
                    <a:pt x="3927" y="55973"/>
                    <a:pt x="2399" y="51736"/>
                  </a:cubicBezTo>
                  <a:cubicBezTo>
                    <a:pt x="-800" y="41925"/>
                    <a:pt x="-800" y="31353"/>
                    <a:pt x="2399" y="21543"/>
                  </a:cubicBezTo>
                  <a:close/>
                  <a:moveTo>
                    <a:pt x="19011" y="44787"/>
                  </a:moveTo>
                  <a:cubicBezTo>
                    <a:pt x="19481" y="47292"/>
                    <a:pt x="20356" y="49702"/>
                    <a:pt x="21601" y="51925"/>
                  </a:cubicBezTo>
                  <a:cubicBezTo>
                    <a:pt x="22812" y="53987"/>
                    <a:pt x="24529" y="55704"/>
                    <a:pt x="26591" y="56915"/>
                  </a:cubicBezTo>
                  <a:cubicBezTo>
                    <a:pt x="28930" y="58259"/>
                    <a:pt x="31601" y="58916"/>
                    <a:pt x="34297" y="58810"/>
                  </a:cubicBezTo>
                  <a:cubicBezTo>
                    <a:pt x="37011" y="58904"/>
                    <a:pt x="39700" y="58249"/>
                    <a:pt x="42066" y="56915"/>
                  </a:cubicBezTo>
                  <a:cubicBezTo>
                    <a:pt x="44127" y="55704"/>
                    <a:pt x="45845" y="53987"/>
                    <a:pt x="47056" y="51925"/>
                  </a:cubicBezTo>
                  <a:cubicBezTo>
                    <a:pt x="48348" y="49718"/>
                    <a:pt x="49246" y="47303"/>
                    <a:pt x="49709" y="44787"/>
                  </a:cubicBezTo>
                  <a:cubicBezTo>
                    <a:pt x="50718" y="39402"/>
                    <a:pt x="50718" y="33876"/>
                    <a:pt x="49709" y="28491"/>
                  </a:cubicBezTo>
                  <a:cubicBezTo>
                    <a:pt x="49269" y="25969"/>
                    <a:pt x="48369" y="23550"/>
                    <a:pt x="47056" y="21353"/>
                  </a:cubicBezTo>
                  <a:cubicBezTo>
                    <a:pt x="45812" y="19301"/>
                    <a:pt x="44103" y="17569"/>
                    <a:pt x="42066" y="16300"/>
                  </a:cubicBezTo>
                  <a:cubicBezTo>
                    <a:pt x="39706" y="14944"/>
                    <a:pt x="37017" y="14267"/>
                    <a:pt x="34297" y="14342"/>
                  </a:cubicBezTo>
                  <a:cubicBezTo>
                    <a:pt x="31595" y="14255"/>
                    <a:pt x="28923" y="14934"/>
                    <a:pt x="26591" y="16300"/>
                  </a:cubicBezTo>
                  <a:cubicBezTo>
                    <a:pt x="24554" y="17569"/>
                    <a:pt x="22844" y="19300"/>
                    <a:pt x="21601" y="21353"/>
                  </a:cubicBezTo>
                  <a:cubicBezTo>
                    <a:pt x="20335" y="23566"/>
                    <a:pt x="19459" y="25981"/>
                    <a:pt x="19011" y="28491"/>
                  </a:cubicBezTo>
                  <a:cubicBezTo>
                    <a:pt x="18002" y="33876"/>
                    <a:pt x="18002" y="39402"/>
                    <a:pt x="19011" y="447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93" name="Google Shape;1393;p51"/>
            <p:cNvSpPr/>
            <p:nvPr/>
          </p:nvSpPr>
          <p:spPr>
            <a:xfrm>
              <a:off x="5551934" y="4710517"/>
              <a:ext cx="93989" cy="139783"/>
            </a:xfrm>
            <a:custGeom>
              <a:rect b="b" l="l" r="r" t="t"/>
              <a:pathLst>
                <a:path extrusionOk="0" h="139783" w="93989">
                  <a:moveTo>
                    <a:pt x="93989" y="0"/>
                  </a:moveTo>
                  <a:lnTo>
                    <a:pt x="93989" y="25897"/>
                  </a:lnTo>
                  <a:lnTo>
                    <a:pt x="29372" y="25897"/>
                  </a:lnTo>
                  <a:lnTo>
                    <a:pt x="29372" y="58175"/>
                  </a:lnTo>
                  <a:lnTo>
                    <a:pt x="85399" y="58175"/>
                  </a:lnTo>
                  <a:lnTo>
                    <a:pt x="85399" y="82051"/>
                  </a:lnTo>
                  <a:lnTo>
                    <a:pt x="29372" y="82051"/>
                  </a:lnTo>
                  <a:lnTo>
                    <a:pt x="29372" y="139784"/>
                  </a:lnTo>
                  <a:lnTo>
                    <a:pt x="0" y="139784"/>
                  </a:lnTo>
                  <a:lnTo>
                    <a:pt x="0" y="0"/>
                  </a:lnTo>
                  <a:lnTo>
                    <a:pt x="93989" y="0"/>
                  </a:lnTo>
                  <a:lnTo>
                    <a:pt x="93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94" name="Google Shape;1394;p51"/>
            <p:cNvSpPr/>
            <p:nvPr/>
          </p:nvSpPr>
          <p:spPr>
            <a:xfrm>
              <a:off x="5660130" y="4749363"/>
              <a:ext cx="90835" cy="103554"/>
            </a:xfrm>
            <a:custGeom>
              <a:rect b="b" l="l" r="r" t="t"/>
              <a:pathLst>
                <a:path extrusionOk="0" h="103554" w="90835">
                  <a:moveTo>
                    <a:pt x="65507" y="101064"/>
                  </a:moveTo>
                  <a:lnTo>
                    <a:pt x="65507" y="86978"/>
                  </a:lnTo>
                  <a:lnTo>
                    <a:pt x="65002" y="86978"/>
                  </a:lnTo>
                  <a:cubicBezTo>
                    <a:pt x="62008" y="92427"/>
                    <a:pt x="57425" y="96834"/>
                    <a:pt x="51863" y="99611"/>
                  </a:cubicBezTo>
                  <a:cubicBezTo>
                    <a:pt x="46734" y="102144"/>
                    <a:pt x="41098" y="103483"/>
                    <a:pt x="35377" y="103527"/>
                  </a:cubicBezTo>
                  <a:cubicBezTo>
                    <a:pt x="29410" y="103735"/>
                    <a:pt x="23461" y="102747"/>
                    <a:pt x="17880" y="100621"/>
                  </a:cubicBezTo>
                  <a:cubicBezTo>
                    <a:pt x="13606" y="98875"/>
                    <a:pt x="9893" y="95992"/>
                    <a:pt x="7142" y="92284"/>
                  </a:cubicBezTo>
                  <a:cubicBezTo>
                    <a:pt x="4357" y="88360"/>
                    <a:pt x="2460" y="83877"/>
                    <a:pt x="1584" y="79145"/>
                  </a:cubicBezTo>
                  <a:cubicBezTo>
                    <a:pt x="473" y="73509"/>
                    <a:pt x="-56" y="67773"/>
                    <a:pt x="5" y="62028"/>
                  </a:cubicBezTo>
                  <a:lnTo>
                    <a:pt x="5" y="0"/>
                  </a:lnTo>
                  <a:lnTo>
                    <a:pt x="26597" y="0"/>
                  </a:lnTo>
                  <a:lnTo>
                    <a:pt x="26597" y="56848"/>
                  </a:lnTo>
                  <a:cubicBezTo>
                    <a:pt x="26150" y="63383"/>
                    <a:pt x="27435" y="69919"/>
                    <a:pt x="30324" y="75798"/>
                  </a:cubicBezTo>
                  <a:cubicBezTo>
                    <a:pt x="33260" y="80202"/>
                    <a:pt x="38384" y="82630"/>
                    <a:pt x="43652" y="82114"/>
                  </a:cubicBezTo>
                  <a:cubicBezTo>
                    <a:pt x="49697" y="82646"/>
                    <a:pt x="55605" y="80107"/>
                    <a:pt x="59380" y="75356"/>
                  </a:cubicBezTo>
                  <a:cubicBezTo>
                    <a:pt x="63168" y="68613"/>
                    <a:pt x="64862" y="60894"/>
                    <a:pt x="64244" y="53185"/>
                  </a:cubicBezTo>
                  <a:lnTo>
                    <a:pt x="64244" y="0"/>
                  </a:lnTo>
                  <a:lnTo>
                    <a:pt x="90836" y="0"/>
                  </a:lnTo>
                  <a:lnTo>
                    <a:pt x="90836" y="10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95" name="Google Shape;1395;p51"/>
            <p:cNvSpPr/>
            <p:nvPr/>
          </p:nvSpPr>
          <p:spPr>
            <a:xfrm>
              <a:off x="5771369" y="4746744"/>
              <a:ext cx="90769" cy="103682"/>
            </a:xfrm>
            <a:custGeom>
              <a:rect b="b" l="l" r="r" t="t"/>
              <a:pathLst>
                <a:path extrusionOk="0" h="103682" w="90769">
                  <a:moveTo>
                    <a:pt x="25076" y="2619"/>
                  </a:moveTo>
                  <a:lnTo>
                    <a:pt x="25076" y="16705"/>
                  </a:lnTo>
                  <a:lnTo>
                    <a:pt x="25582" y="16705"/>
                  </a:lnTo>
                  <a:cubicBezTo>
                    <a:pt x="28624" y="11294"/>
                    <a:pt x="33194" y="6900"/>
                    <a:pt x="38720" y="4072"/>
                  </a:cubicBezTo>
                  <a:cubicBezTo>
                    <a:pt x="43831" y="1481"/>
                    <a:pt x="49476" y="118"/>
                    <a:pt x="55206" y="92"/>
                  </a:cubicBezTo>
                  <a:cubicBezTo>
                    <a:pt x="61213" y="-300"/>
                    <a:pt x="67235" y="561"/>
                    <a:pt x="72892" y="2619"/>
                  </a:cubicBezTo>
                  <a:cubicBezTo>
                    <a:pt x="77162" y="4402"/>
                    <a:pt x="80872" y="7304"/>
                    <a:pt x="83630" y="11020"/>
                  </a:cubicBezTo>
                  <a:cubicBezTo>
                    <a:pt x="86416" y="14943"/>
                    <a:pt x="88313" y="19427"/>
                    <a:pt x="89189" y="24158"/>
                  </a:cubicBezTo>
                  <a:cubicBezTo>
                    <a:pt x="90270" y="29799"/>
                    <a:pt x="90799" y="35532"/>
                    <a:pt x="90768" y="41276"/>
                  </a:cubicBezTo>
                  <a:lnTo>
                    <a:pt x="90768" y="103682"/>
                  </a:lnTo>
                  <a:lnTo>
                    <a:pt x="64175" y="103682"/>
                  </a:lnTo>
                  <a:lnTo>
                    <a:pt x="64175" y="46518"/>
                  </a:lnTo>
                  <a:cubicBezTo>
                    <a:pt x="64623" y="39984"/>
                    <a:pt x="63337" y="33447"/>
                    <a:pt x="60448" y="27569"/>
                  </a:cubicBezTo>
                  <a:cubicBezTo>
                    <a:pt x="57512" y="23165"/>
                    <a:pt x="52389" y="20737"/>
                    <a:pt x="47121" y="21252"/>
                  </a:cubicBezTo>
                  <a:cubicBezTo>
                    <a:pt x="41076" y="20721"/>
                    <a:pt x="35167" y="23260"/>
                    <a:pt x="31393" y="28011"/>
                  </a:cubicBezTo>
                  <a:cubicBezTo>
                    <a:pt x="27604" y="34754"/>
                    <a:pt x="25911" y="42473"/>
                    <a:pt x="26529" y="50182"/>
                  </a:cubicBezTo>
                  <a:lnTo>
                    <a:pt x="26529" y="103682"/>
                  </a:lnTo>
                  <a:lnTo>
                    <a:pt x="0" y="103682"/>
                  </a:lnTo>
                  <a:lnTo>
                    <a:pt x="0" y="26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96" name="Google Shape;1396;p51"/>
            <p:cNvSpPr/>
            <p:nvPr/>
          </p:nvSpPr>
          <p:spPr>
            <a:xfrm>
              <a:off x="5877737" y="4710896"/>
              <a:ext cx="98727" cy="141930"/>
            </a:xfrm>
            <a:custGeom>
              <a:rect b="b" l="l" r="r" t="t"/>
              <a:pathLst>
                <a:path extrusionOk="0" h="141930" w="98727">
                  <a:moveTo>
                    <a:pt x="73146" y="126456"/>
                  </a:moveTo>
                  <a:cubicBezTo>
                    <a:pt x="70288" y="131644"/>
                    <a:pt x="65868" y="135799"/>
                    <a:pt x="60513" y="138331"/>
                  </a:cubicBezTo>
                  <a:cubicBezTo>
                    <a:pt x="48917" y="143403"/>
                    <a:pt x="35674" y="143103"/>
                    <a:pt x="24320" y="137510"/>
                  </a:cubicBezTo>
                  <a:cubicBezTo>
                    <a:pt x="18896" y="134684"/>
                    <a:pt x="14237" y="130588"/>
                    <a:pt x="10739" y="125571"/>
                  </a:cubicBezTo>
                  <a:cubicBezTo>
                    <a:pt x="7057" y="120325"/>
                    <a:pt x="4341" y="114465"/>
                    <a:pt x="2717" y="108264"/>
                  </a:cubicBezTo>
                  <a:cubicBezTo>
                    <a:pt x="879" y="101642"/>
                    <a:pt x="-35" y="94798"/>
                    <a:pt x="1" y="87925"/>
                  </a:cubicBezTo>
                  <a:cubicBezTo>
                    <a:pt x="-27" y="81282"/>
                    <a:pt x="887" y="74668"/>
                    <a:pt x="2717" y="68281"/>
                  </a:cubicBezTo>
                  <a:cubicBezTo>
                    <a:pt x="4335" y="62254"/>
                    <a:pt x="7054" y="56579"/>
                    <a:pt x="10739" y="51542"/>
                  </a:cubicBezTo>
                  <a:cubicBezTo>
                    <a:pt x="14282" y="46704"/>
                    <a:pt x="18856" y="42712"/>
                    <a:pt x="24130" y="39857"/>
                  </a:cubicBezTo>
                  <a:cubicBezTo>
                    <a:pt x="29973" y="36816"/>
                    <a:pt x="36495" y="35316"/>
                    <a:pt x="43079" y="35498"/>
                  </a:cubicBezTo>
                  <a:cubicBezTo>
                    <a:pt x="48772" y="35484"/>
                    <a:pt x="54392" y="36781"/>
                    <a:pt x="59502" y="39288"/>
                  </a:cubicBezTo>
                  <a:cubicBezTo>
                    <a:pt x="64589" y="41771"/>
                    <a:pt x="68845" y="45677"/>
                    <a:pt x="71756" y="50532"/>
                  </a:cubicBezTo>
                  <a:lnTo>
                    <a:pt x="72135" y="50532"/>
                  </a:lnTo>
                  <a:lnTo>
                    <a:pt x="72135" y="0"/>
                  </a:lnTo>
                  <a:lnTo>
                    <a:pt x="98728" y="0"/>
                  </a:lnTo>
                  <a:lnTo>
                    <a:pt x="98728" y="139531"/>
                  </a:lnTo>
                  <a:lnTo>
                    <a:pt x="73462" y="139531"/>
                  </a:lnTo>
                  <a:lnTo>
                    <a:pt x="73462" y="126582"/>
                  </a:lnTo>
                  <a:close/>
                  <a:moveTo>
                    <a:pt x="72009" y="76366"/>
                  </a:moveTo>
                  <a:cubicBezTo>
                    <a:pt x="71363" y="72768"/>
                    <a:pt x="70057" y="69320"/>
                    <a:pt x="68156" y="66197"/>
                  </a:cubicBezTo>
                  <a:cubicBezTo>
                    <a:pt x="66390" y="63317"/>
                    <a:pt x="63992" y="60876"/>
                    <a:pt x="61145" y="59059"/>
                  </a:cubicBezTo>
                  <a:cubicBezTo>
                    <a:pt x="57863" y="57113"/>
                    <a:pt x="54093" y="56149"/>
                    <a:pt x="50281" y="56280"/>
                  </a:cubicBezTo>
                  <a:cubicBezTo>
                    <a:pt x="46410" y="56168"/>
                    <a:pt x="42584" y="57130"/>
                    <a:pt x="39227" y="59059"/>
                  </a:cubicBezTo>
                  <a:cubicBezTo>
                    <a:pt x="36291" y="60857"/>
                    <a:pt x="33824" y="63324"/>
                    <a:pt x="32026" y="66260"/>
                  </a:cubicBezTo>
                  <a:cubicBezTo>
                    <a:pt x="30152" y="69447"/>
                    <a:pt x="28827" y="72928"/>
                    <a:pt x="28110" y="76556"/>
                  </a:cubicBezTo>
                  <a:cubicBezTo>
                    <a:pt x="27289" y="80503"/>
                    <a:pt x="26886" y="84525"/>
                    <a:pt x="26910" y="88557"/>
                  </a:cubicBezTo>
                  <a:cubicBezTo>
                    <a:pt x="26893" y="92508"/>
                    <a:pt x="27316" y="96448"/>
                    <a:pt x="28173" y="100305"/>
                  </a:cubicBezTo>
                  <a:cubicBezTo>
                    <a:pt x="28957" y="104022"/>
                    <a:pt x="30389" y="107571"/>
                    <a:pt x="32405" y="110791"/>
                  </a:cubicBezTo>
                  <a:cubicBezTo>
                    <a:pt x="34260" y="113791"/>
                    <a:pt x="36764" y="116338"/>
                    <a:pt x="39732" y="118244"/>
                  </a:cubicBezTo>
                  <a:cubicBezTo>
                    <a:pt x="42893" y="120207"/>
                    <a:pt x="46562" y="121195"/>
                    <a:pt x="50280" y="121087"/>
                  </a:cubicBezTo>
                  <a:cubicBezTo>
                    <a:pt x="57710" y="121397"/>
                    <a:pt x="64678" y="117485"/>
                    <a:pt x="68282" y="110980"/>
                  </a:cubicBezTo>
                  <a:cubicBezTo>
                    <a:pt x="70077" y="107707"/>
                    <a:pt x="71335" y="104167"/>
                    <a:pt x="72009" y="100495"/>
                  </a:cubicBezTo>
                  <a:cubicBezTo>
                    <a:pt x="72775" y="96498"/>
                    <a:pt x="73156" y="92437"/>
                    <a:pt x="73146" y="88367"/>
                  </a:cubicBezTo>
                  <a:cubicBezTo>
                    <a:pt x="73158" y="84339"/>
                    <a:pt x="72777" y="80320"/>
                    <a:pt x="72009" y="763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97" name="Google Shape;1397;p51"/>
            <p:cNvSpPr/>
            <p:nvPr/>
          </p:nvSpPr>
          <p:spPr>
            <a:xfrm>
              <a:off x="5992681" y="4746394"/>
              <a:ext cx="94068" cy="106433"/>
            </a:xfrm>
            <a:custGeom>
              <a:rect b="b" l="l" r="r" t="t"/>
              <a:pathLst>
                <a:path extrusionOk="0" h="106433" w="94068">
                  <a:moveTo>
                    <a:pt x="2733" y="33857"/>
                  </a:moveTo>
                  <a:cubicBezTo>
                    <a:pt x="2858" y="28112"/>
                    <a:pt x="4469" y="22498"/>
                    <a:pt x="7407" y="17560"/>
                  </a:cubicBezTo>
                  <a:cubicBezTo>
                    <a:pt x="10072" y="13358"/>
                    <a:pt x="13658" y="9815"/>
                    <a:pt x="17892" y="7201"/>
                  </a:cubicBezTo>
                  <a:cubicBezTo>
                    <a:pt x="22322" y="4549"/>
                    <a:pt x="27171" y="2669"/>
                    <a:pt x="32231" y="1643"/>
                  </a:cubicBezTo>
                  <a:cubicBezTo>
                    <a:pt x="37484" y="531"/>
                    <a:pt x="42841" y="-20"/>
                    <a:pt x="48212" y="1"/>
                  </a:cubicBezTo>
                  <a:cubicBezTo>
                    <a:pt x="53158" y="-14"/>
                    <a:pt x="58099" y="344"/>
                    <a:pt x="62992" y="1074"/>
                  </a:cubicBezTo>
                  <a:cubicBezTo>
                    <a:pt x="67741" y="1695"/>
                    <a:pt x="72352" y="3104"/>
                    <a:pt x="76636" y="5243"/>
                  </a:cubicBezTo>
                  <a:cubicBezTo>
                    <a:pt x="80692" y="7240"/>
                    <a:pt x="84171" y="10241"/>
                    <a:pt x="86742" y="13960"/>
                  </a:cubicBezTo>
                  <a:cubicBezTo>
                    <a:pt x="89565" y="18357"/>
                    <a:pt x="90955" y="23521"/>
                    <a:pt x="90721" y="28741"/>
                  </a:cubicBezTo>
                  <a:lnTo>
                    <a:pt x="90721" y="81420"/>
                  </a:lnTo>
                  <a:cubicBezTo>
                    <a:pt x="90711" y="85790"/>
                    <a:pt x="90964" y="90156"/>
                    <a:pt x="91479" y="94495"/>
                  </a:cubicBezTo>
                  <a:cubicBezTo>
                    <a:pt x="91673" y="97779"/>
                    <a:pt x="92555" y="100986"/>
                    <a:pt x="94069" y="103907"/>
                  </a:cubicBezTo>
                  <a:lnTo>
                    <a:pt x="67098" y="103907"/>
                  </a:lnTo>
                  <a:cubicBezTo>
                    <a:pt x="66602" y="102332"/>
                    <a:pt x="66201" y="100729"/>
                    <a:pt x="65898" y="99106"/>
                  </a:cubicBezTo>
                  <a:cubicBezTo>
                    <a:pt x="65590" y="97456"/>
                    <a:pt x="65379" y="95790"/>
                    <a:pt x="65266" y="94116"/>
                  </a:cubicBezTo>
                  <a:cubicBezTo>
                    <a:pt x="61177" y="98541"/>
                    <a:pt x="56024" y="101846"/>
                    <a:pt x="50296" y="103717"/>
                  </a:cubicBezTo>
                  <a:cubicBezTo>
                    <a:pt x="44598" y="105530"/>
                    <a:pt x="38653" y="106447"/>
                    <a:pt x="32673" y="106433"/>
                  </a:cubicBezTo>
                  <a:cubicBezTo>
                    <a:pt x="28400" y="106444"/>
                    <a:pt x="24147" y="105849"/>
                    <a:pt x="20040" y="104664"/>
                  </a:cubicBezTo>
                  <a:cubicBezTo>
                    <a:pt x="16225" y="103603"/>
                    <a:pt x="12674" y="101752"/>
                    <a:pt x="9618" y="99232"/>
                  </a:cubicBezTo>
                  <a:cubicBezTo>
                    <a:pt x="6564" y="96685"/>
                    <a:pt x="4142" y="93463"/>
                    <a:pt x="2544" y="89821"/>
                  </a:cubicBezTo>
                  <a:cubicBezTo>
                    <a:pt x="782" y="85536"/>
                    <a:pt x="-78" y="80935"/>
                    <a:pt x="17" y="76303"/>
                  </a:cubicBezTo>
                  <a:cubicBezTo>
                    <a:pt x="-145" y="71404"/>
                    <a:pt x="851" y="66535"/>
                    <a:pt x="2923" y="62091"/>
                  </a:cubicBezTo>
                  <a:cubicBezTo>
                    <a:pt x="4669" y="58738"/>
                    <a:pt x="7126" y="55806"/>
                    <a:pt x="10124" y="53501"/>
                  </a:cubicBezTo>
                  <a:cubicBezTo>
                    <a:pt x="13302" y="51241"/>
                    <a:pt x="16850" y="49552"/>
                    <a:pt x="20609" y="48511"/>
                  </a:cubicBezTo>
                  <a:cubicBezTo>
                    <a:pt x="24516" y="47431"/>
                    <a:pt x="28481" y="46566"/>
                    <a:pt x="32484" y="45921"/>
                  </a:cubicBezTo>
                  <a:cubicBezTo>
                    <a:pt x="36463" y="45227"/>
                    <a:pt x="40379" y="44721"/>
                    <a:pt x="44296" y="44342"/>
                  </a:cubicBezTo>
                  <a:cubicBezTo>
                    <a:pt x="47766" y="44007"/>
                    <a:pt x="51208" y="43416"/>
                    <a:pt x="54591" y="42574"/>
                  </a:cubicBezTo>
                  <a:cubicBezTo>
                    <a:pt x="57166" y="41956"/>
                    <a:pt x="59579" y="40793"/>
                    <a:pt x="61666" y="39163"/>
                  </a:cubicBezTo>
                  <a:cubicBezTo>
                    <a:pt x="63419" y="37551"/>
                    <a:pt x="64328" y="35219"/>
                    <a:pt x="64129" y="32846"/>
                  </a:cubicBezTo>
                  <a:cubicBezTo>
                    <a:pt x="64223" y="30392"/>
                    <a:pt x="63747" y="27949"/>
                    <a:pt x="62740" y="25708"/>
                  </a:cubicBezTo>
                  <a:cubicBezTo>
                    <a:pt x="61876" y="24019"/>
                    <a:pt x="60566" y="22598"/>
                    <a:pt x="58950" y="21603"/>
                  </a:cubicBezTo>
                  <a:cubicBezTo>
                    <a:pt x="57305" y="20559"/>
                    <a:pt x="55450" y="19891"/>
                    <a:pt x="53518" y="19645"/>
                  </a:cubicBezTo>
                  <a:cubicBezTo>
                    <a:pt x="51324" y="19305"/>
                    <a:pt x="49106" y="19136"/>
                    <a:pt x="46886" y="19139"/>
                  </a:cubicBezTo>
                  <a:cubicBezTo>
                    <a:pt x="42648" y="18713"/>
                    <a:pt x="38388" y="19690"/>
                    <a:pt x="34758" y="21919"/>
                  </a:cubicBezTo>
                  <a:cubicBezTo>
                    <a:pt x="31409" y="24903"/>
                    <a:pt x="29500" y="29181"/>
                    <a:pt x="29516" y="33667"/>
                  </a:cubicBezTo>
                  <a:close/>
                  <a:moveTo>
                    <a:pt x="64129" y="54386"/>
                  </a:moveTo>
                  <a:cubicBezTo>
                    <a:pt x="62902" y="55487"/>
                    <a:pt x="61461" y="56326"/>
                    <a:pt x="59897" y="56849"/>
                  </a:cubicBezTo>
                  <a:cubicBezTo>
                    <a:pt x="58123" y="57461"/>
                    <a:pt x="56308" y="57946"/>
                    <a:pt x="54465" y="58302"/>
                  </a:cubicBezTo>
                  <a:cubicBezTo>
                    <a:pt x="52570" y="58681"/>
                    <a:pt x="50465" y="58996"/>
                    <a:pt x="48148" y="59249"/>
                  </a:cubicBezTo>
                  <a:lnTo>
                    <a:pt x="41832" y="60260"/>
                  </a:lnTo>
                  <a:cubicBezTo>
                    <a:pt x="39835" y="60630"/>
                    <a:pt x="37871" y="61158"/>
                    <a:pt x="35958" y="61839"/>
                  </a:cubicBezTo>
                  <a:cubicBezTo>
                    <a:pt x="34128" y="62414"/>
                    <a:pt x="32417" y="63313"/>
                    <a:pt x="30905" y="64492"/>
                  </a:cubicBezTo>
                  <a:cubicBezTo>
                    <a:pt x="29439" y="65593"/>
                    <a:pt x="28249" y="67020"/>
                    <a:pt x="27431" y="68661"/>
                  </a:cubicBezTo>
                  <a:cubicBezTo>
                    <a:pt x="26499" y="70633"/>
                    <a:pt x="26044" y="72797"/>
                    <a:pt x="26104" y="74977"/>
                  </a:cubicBezTo>
                  <a:cubicBezTo>
                    <a:pt x="26032" y="77159"/>
                    <a:pt x="26487" y="79325"/>
                    <a:pt x="27431" y="81294"/>
                  </a:cubicBezTo>
                  <a:cubicBezTo>
                    <a:pt x="28259" y="82895"/>
                    <a:pt x="29475" y="84263"/>
                    <a:pt x="30968" y="85273"/>
                  </a:cubicBezTo>
                  <a:cubicBezTo>
                    <a:pt x="32573" y="86283"/>
                    <a:pt x="34350" y="86990"/>
                    <a:pt x="36211" y="87358"/>
                  </a:cubicBezTo>
                  <a:cubicBezTo>
                    <a:pt x="38293" y="87748"/>
                    <a:pt x="40408" y="87939"/>
                    <a:pt x="42527" y="87926"/>
                  </a:cubicBezTo>
                  <a:cubicBezTo>
                    <a:pt x="46771" y="88157"/>
                    <a:pt x="50994" y="87194"/>
                    <a:pt x="54718" y="85147"/>
                  </a:cubicBezTo>
                  <a:cubicBezTo>
                    <a:pt x="57342" y="83633"/>
                    <a:pt x="59520" y="81454"/>
                    <a:pt x="61034" y="78830"/>
                  </a:cubicBezTo>
                  <a:cubicBezTo>
                    <a:pt x="62392" y="76437"/>
                    <a:pt x="63251" y="73795"/>
                    <a:pt x="63561" y="71061"/>
                  </a:cubicBezTo>
                  <a:cubicBezTo>
                    <a:pt x="63850" y="68967"/>
                    <a:pt x="64019" y="66858"/>
                    <a:pt x="64066" y="64744"/>
                  </a:cubicBezTo>
                  <a:lnTo>
                    <a:pt x="64066" y="543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98" name="Google Shape;1398;p51"/>
            <p:cNvSpPr/>
            <p:nvPr/>
          </p:nvSpPr>
          <p:spPr>
            <a:xfrm>
              <a:off x="6100769" y="4746383"/>
              <a:ext cx="95508" cy="106554"/>
            </a:xfrm>
            <a:custGeom>
              <a:rect b="b" l="l" r="r" t="t"/>
              <a:pathLst>
                <a:path extrusionOk="0" h="106554" w="95508">
                  <a:moveTo>
                    <a:pt x="49462" y="20919"/>
                  </a:moveTo>
                  <a:cubicBezTo>
                    <a:pt x="45673" y="20776"/>
                    <a:pt x="41936" y="21837"/>
                    <a:pt x="38787" y="23951"/>
                  </a:cubicBezTo>
                  <a:cubicBezTo>
                    <a:pt x="35883" y="25992"/>
                    <a:pt x="33484" y="28671"/>
                    <a:pt x="31776" y="31783"/>
                  </a:cubicBezTo>
                  <a:cubicBezTo>
                    <a:pt x="29934" y="35070"/>
                    <a:pt x="28633" y="38632"/>
                    <a:pt x="27923" y="42332"/>
                  </a:cubicBezTo>
                  <a:cubicBezTo>
                    <a:pt x="27173" y="46118"/>
                    <a:pt x="26792" y="49968"/>
                    <a:pt x="26786" y="53828"/>
                  </a:cubicBezTo>
                  <a:cubicBezTo>
                    <a:pt x="26795" y="57562"/>
                    <a:pt x="27176" y="61286"/>
                    <a:pt x="27923" y="64945"/>
                  </a:cubicBezTo>
                  <a:cubicBezTo>
                    <a:pt x="28607" y="68545"/>
                    <a:pt x="29842" y="72018"/>
                    <a:pt x="31587" y="75241"/>
                  </a:cubicBezTo>
                  <a:cubicBezTo>
                    <a:pt x="33213" y="78266"/>
                    <a:pt x="35555" y="80847"/>
                    <a:pt x="38409" y="82758"/>
                  </a:cubicBezTo>
                  <a:cubicBezTo>
                    <a:pt x="41516" y="84799"/>
                    <a:pt x="45177" y="85836"/>
                    <a:pt x="48894" y="85726"/>
                  </a:cubicBezTo>
                  <a:cubicBezTo>
                    <a:pt x="54361" y="86059"/>
                    <a:pt x="59705" y="84009"/>
                    <a:pt x="63548" y="80105"/>
                  </a:cubicBezTo>
                  <a:cubicBezTo>
                    <a:pt x="67175" y="75903"/>
                    <a:pt x="69385" y="70664"/>
                    <a:pt x="69864" y="65135"/>
                  </a:cubicBezTo>
                  <a:lnTo>
                    <a:pt x="95509" y="65134"/>
                  </a:lnTo>
                  <a:cubicBezTo>
                    <a:pt x="94313" y="89175"/>
                    <a:pt x="73855" y="107695"/>
                    <a:pt x="49814" y="106500"/>
                  </a:cubicBezTo>
                  <a:cubicBezTo>
                    <a:pt x="49507" y="106484"/>
                    <a:pt x="49200" y="106466"/>
                    <a:pt x="48893" y="106444"/>
                  </a:cubicBezTo>
                  <a:cubicBezTo>
                    <a:pt x="42054" y="106524"/>
                    <a:pt x="35267" y="105236"/>
                    <a:pt x="28933" y="102654"/>
                  </a:cubicBezTo>
                  <a:cubicBezTo>
                    <a:pt x="23099" y="100227"/>
                    <a:pt x="17845" y="96588"/>
                    <a:pt x="13521" y="91979"/>
                  </a:cubicBezTo>
                  <a:cubicBezTo>
                    <a:pt x="9142" y="87254"/>
                    <a:pt x="5768" y="81688"/>
                    <a:pt x="3604" y="75620"/>
                  </a:cubicBezTo>
                  <a:cubicBezTo>
                    <a:pt x="1142" y="68950"/>
                    <a:pt x="-78" y="61885"/>
                    <a:pt x="4" y="54775"/>
                  </a:cubicBezTo>
                  <a:cubicBezTo>
                    <a:pt x="-42" y="47385"/>
                    <a:pt x="1066" y="40032"/>
                    <a:pt x="3289" y="32984"/>
                  </a:cubicBezTo>
                  <a:cubicBezTo>
                    <a:pt x="5301" y="26580"/>
                    <a:pt x="8589" y="20650"/>
                    <a:pt x="12953" y="15550"/>
                  </a:cubicBezTo>
                  <a:cubicBezTo>
                    <a:pt x="17206" y="10618"/>
                    <a:pt x="22518" y="6710"/>
                    <a:pt x="28492" y="4117"/>
                  </a:cubicBezTo>
                  <a:cubicBezTo>
                    <a:pt x="35105" y="1256"/>
                    <a:pt x="42258" y="-144"/>
                    <a:pt x="49462" y="12"/>
                  </a:cubicBezTo>
                  <a:cubicBezTo>
                    <a:pt x="55063" y="-18"/>
                    <a:pt x="60638" y="769"/>
                    <a:pt x="66012" y="2349"/>
                  </a:cubicBezTo>
                  <a:cubicBezTo>
                    <a:pt x="71151" y="3824"/>
                    <a:pt x="75971" y="6245"/>
                    <a:pt x="80224" y="9486"/>
                  </a:cubicBezTo>
                  <a:cubicBezTo>
                    <a:pt x="84439" y="12698"/>
                    <a:pt x="87927" y="16767"/>
                    <a:pt x="90456" y="21425"/>
                  </a:cubicBezTo>
                  <a:cubicBezTo>
                    <a:pt x="93188" y="26665"/>
                    <a:pt x="94719" y="32447"/>
                    <a:pt x="94941" y="38353"/>
                  </a:cubicBezTo>
                  <a:lnTo>
                    <a:pt x="68917" y="38353"/>
                  </a:lnTo>
                  <a:cubicBezTo>
                    <a:pt x="68569" y="28347"/>
                    <a:pt x="60175" y="20518"/>
                    <a:pt x="50169" y="20866"/>
                  </a:cubicBezTo>
                  <a:cubicBezTo>
                    <a:pt x="49870" y="20876"/>
                    <a:pt x="49571" y="20894"/>
                    <a:pt x="49273" y="209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99" name="Google Shape;1399;p51"/>
            <p:cNvSpPr/>
            <p:nvPr/>
          </p:nvSpPr>
          <p:spPr>
            <a:xfrm>
              <a:off x="6212195" y="4710580"/>
              <a:ext cx="26529" cy="139594"/>
            </a:xfrm>
            <a:custGeom>
              <a:rect b="b" l="l" r="r" t="t"/>
              <a:pathLst>
                <a:path extrusionOk="0" h="139594" w="26529">
                  <a:moveTo>
                    <a:pt x="0" y="22866"/>
                  </a:moveTo>
                  <a:lnTo>
                    <a:pt x="0" y="0"/>
                  </a:lnTo>
                  <a:lnTo>
                    <a:pt x="26529" y="0"/>
                  </a:lnTo>
                  <a:lnTo>
                    <a:pt x="26529" y="22866"/>
                  </a:lnTo>
                  <a:close/>
                  <a:moveTo>
                    <a:pt x="26529" y="38531"/>
                  </a:moveTo>
                  <a:lnTo>
                    <a:pt x="26529" y="139594"/>
                  </a:lnTo>
                  <a:lnTo>
                    <a:pt x="0" y="139594"/>
                  </a:lnTo>
                  <a:lnTo>
                    <a:pt x="0" y="387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00" name="Google Shape;1400;p51"/>
            <p:cNvSpPr/>
            <p:nvPr/>
          </p:nvSpPr>
          <p:spPr>
            <a:xfrm>
              <a:off x="6256721" y="4696684"/>
              <a:ext cx="100130" cy="156151"/>
            </a:xfrm>
            <a:custGeom>
              <a:rect b="b" l="l" r="r" t="t"/>
              <a:pathLst>
                <a:path extrusionOk="0" h="156151" w="100130">
                  <a:moveTo>
                    <a:pt x="3543" y="81104"/>
                  </a:moveTo>
                  <a:cubicBezTo>
                    <a:pt x="5738" y="74857"/>
                    <a:pt x="9176" y="69120"/>
                    <a:pt x="13649" y="64239"/>
                  </a:cubicBezTo>
                  <a:cubicBezTo>
                    <a:pt x="18065" y="59578"/>
                    <a:pt x="23428" y="55916"/>
                    <a:pt x="29377" y="53501"/>
                  </a:cubicBezTo>
                  <a:cubicBezTo>
                    <a:pt x="35925" y="50897"/>
                    <a:pt x="42923" y="49609"/>
                    <a:pt x="49969" y="49711"/>
                  </a:cubicBezTo>
                  <a:cubicBezTo>
                    <a:pt x="57056" y="49609"/>
                    <a:pt x="64095" y="50896"/>
                    <a:pt x="70687" y="53501"/>
                  </a:cubicBezTo>
                  <a:cubicBezTo>
                    <a:pt x="76655" y="55915"/>
                    <a:pt x="82039" y="59576"/>
                    <a:pt x="86478" y="64239"/>
                  </a:cubicBezTo>
                  <a:cubicBezTo>
                    <a:pt x="90973" y="69104"/>
                    <a:pt x="94414" y="74846"/>
                    <a:pt x="96585" y="81104"/>
                  </a:cubicBezTo>
                  <a:cubicBezTo>
                    <a:pt x="99045" y="88166"/>
                    <a:pt x="100243" y="95607"/>
                    <a:pt x="100122" y="103085"/>
                  </a:cubicBezTo>
                  <a:cubicBezTo>
                    <a:pt x="100246" y="110543"/>
                    <a:pt x="99049" y="117963"/>
                    <a:pt x="96585" y="125003"/>
                  </a:cubicBezTo>
                  <a:cubicBezTo>
                    <a:pt x="94428" y="131230"/>
                    <a:pt x="90985" y="136934"/>
                    <a:pt x="86478" y="141742"/>
                  </a:cubicBezTo>
                  <a:cubicBezTo>
                    <a:pt x="82070" y="146425"/>
                    <a:pt x="76676" y="150071"/>
                    <a:pt x="70687" y="152417"/>
                  </a:cubicBezTo>
                  <a:cubicBezTo>
                    <a:pt x="64091" y="154999"/>
                    <a:pt x="57052" y="156266"/>
                    <a:pt x="49969" y="156143"/>
                  </a:cubicBezTo>
                  <a:cubicBezTo>
                    <a:pt x="42927" y="156265"/>
                    <a:pt x="35930" y="154999"/>
                    <a:pt x="29377" y="152417"/>
                  </a:cubicBezTo>
                  <a:cubicBezTo>
                    <a:pt x="23407" y="150070"/>
                    <a:pt x="18034" y="146424"/>
                    <a:pt x="13649" y="141742"/>
                  </a:cubicBezTo>
                  <a:cubicBezTo>
                    <a:pt x="9165" y="136917"/>
                    <a:pt x="5724" y="131218"/>
                    <a:pt x="3543" y="125003"/>
                  </a:cubicBezTo>
                  <a:cubicBezTo>
                    <a:pt x="1102" y="117957"/>
                    <a:pt x="-95" y="110541"/>
                    <a:pt x="6" y="103085"/>
                  </a:cubicBezTo>
                  <a:cubicBezTo>
                    <a:pt x="-83" y="95609"/>
                    <a:pt x="1113" y="88174"/>
                    <a:pt x="3543" y="81104"/>
                  </a:cubicBezTo>
                  <a:close/>
                  <a:moveTo>
                    <a:pt x="27735" y="114960"/>
                  </a:moveTo>
                  <a:cubicBezTo>
                    <a:pt x="28381" y="118608"/>
                    <a:pt x="29664" y="122115"/>
                    <a:pt x="31525" y="125319"/>
                  </a:cubicBezTo>
                  <a:cubicBezTo>
                    <a:pt x="33283" y="128319"/>
                    <a:pt x="35757" y="130836"/>
                    <a:pt x="38726" y="132646"/>
                  </a:cubicBezTo>
                  <a:cubicBezTo>
                    <a:pt x="42146" y="134591"/>
                    <a:pt x="46037" y="135553"/>
                    <a:pt x="49969" y="135425"/>
                  </a:cubicBezTo>
                  <a:cubicBezTo>
                    <a:pt x="53921" y="135551"/>
                    <a:pt x="57833" y="134590"/>
                    <a:pt x="61276" y="132646"/>
                  </a:cubicBezTo>
                  <a:cubicBezTo>
                    <a:pt x="64310" y="130877"/>
                    <a:pt x="66834" y="128353"/>
                    <a:pt x="68603" y="125319"/>
                  </a:cubicBezTo>
                  <a:cubicBezTo>
                    <a:pt x="70486" y="122119"/>
                    <a:pt x="71790" y="118612"/>
                    <a:pt x="72456" y="114960"/>
                  </a:cubicBezTo>
                  <a:cubicBezTo>
                    <a:pt x="73319" y="111100"/>
                    <a:pt x="73806" y="107165"/>
                    <a:pt x="73908" y="103211"/>
                  </a:cubicBezTo>
                  <a:cubicBezTo>
                    <a:pt x="73912" y="99205"/>
                    <a:pt x="73531" y="95207"/>
                    <a:pt x="72771" y="91273"/>
                  </a:cubicBezTo>
                  <a:cubicBezTo>
                    <a:pt x="72106" y="87620"/>
                    <a:pt x="70802" y="84114"/>
                    <a:pt x="68918" y="80914"/>
                  </a:cubicBezTo>
                  <a:cubicBezTo>
                    <a:pt x="67095" y="77923"/>
                    <a:pt x="64583" y="75410"/>
                    <a:pt x="61592" y="73587"/>
                  </a:cubicBezTo>
                  <a:cubicBezTo>
                    <a:pt x="58166" y="71593"/>
                    <a:pt x="54246" y="70608"/>
                    <a:pt x="50285" y="70744"/>
                  </a:cubicBezTo>
                  <a:cubicBezTo>
                    <a:pt x="46344" y="70606"/>
                    <a:pt x="42444" y="71592"/>
                    <a:pt x="39042" y="73587"/>
                  </a:cubicBezTo>
                  <a:cubicBezTo>
                    <a:pt x="36115" y="75450"/>
                    <a:pt x="33652" y="77956"/>
                    <a:pt x="31841" y="80914"/>
                  </a:cubicBezTo>
                  <a:cubicBezTo>
                    <a:pt x="29979" y="84118"/>
                    <a:pt x="28697" y="87624"/>
                    <a:pt x="28051" y="91273"/>
                  </a:cubicBezTo>
                  <a:cubicBezTo>
                    <a:pt x="27291" y="95207"/>
                    <a:pt x="26911" y="99205"/>
                    <a:pt x="26914" y="103211"/>
                  </a:cubicBezTo>
                  <a:cubicBezTo>
                    <a:pt x="26905" y="107197"/>
                    <a:pt x="27285" y="111174"/>
                    <a:pt x="28051" y="115086"/>
                  </a:cubicBezTo>
                  <a:close/>
                  <a:moveTo>
                    <a:pt x="55780" y="0"/>
                  </a:moveTo>
                  <a:lnTo>
                    <a:pt x="36010" y="34614"/>
                  </a:lnTo>
                  <a:lnTo>
                    <a:pt x="54517" y="34614"/>
                  </a:lnTo>
                  <a:lnTo>
                    <a:pt x="850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01" name="Google Shape;1401;p51"/>
            <p:cNvSpPr/>
            <p:nvPr/>
          </p:nvSpPr>
          <p:spPr>
            <a:xfrm>
              <a:off x="6374276" y="4746810"/>
              <a:ext cx="90773" cy="103616"/>
            </a:xfrm>
            <a:custGeom>
              <a:rect b="b" l="l" r="r" t="t"/>
              <a:pathLst>
                <a:path extrusionOk="0" h="103616" w="90773">
                  <a:moveTo>
                    <a:pt x="25077" y="2553"/>
                  </a:moveTo>
                  <a:lnTo>
                    <a:pt x="25077" y="16639"/>
                  </a:lnTo>
                  <a:lnTo>
                    <a:pt x="25835" y="16639"/>
                  </a:lnTo>
                  <a:cubicBezTo>
                    <a:pt x="28844" y="11202"/>
                    <a:pt x="33423" y="6800"/>
                    <a:pt x="38973" y="4006"/>
                  </a:cubicBezTo>
                  <a:cubicBezTo>
                    <a:pt x="44062" y="1416"/>
                    <a:pt x="49686" y="53"/>
                    <a:pt x="55396" y="27"/>
                  </a:cubicBezTo>
                  <a:cubicBezTo>
                    <a:pt x="61375" y="-183"/>
                    <a:pt x="67332" y="849"/>
                    <a:pt x="72892" y="3059"/>
                  </a:cubicBezTo>
                  <a:cubicBezTo>
                    <a:pt x="77181" y="4840"/>
                    <a:pt x="80911" y="7741"/>
                    <a:pt x="83694" y="11459"/>
                  </a:cubicBezTo>
                  <a:cubicBezTo>
                    <a:pt x="86433" y="15402"/>
                    <a:pt x="88306" y="19879"/>
                    <a:pt x="89189" y="24598"/>
                  </a:cubicBezTo>
                  <a:cubicBezTo>
                    <a:pt x="90302" y="30234"/>
                    <a:pt x="90832" y="35970"/>
                    <a:pt x="90768" y="41715"/>
                  </a:cubicBezTo>
                  <a:lnTo>
                    <a:pt x="90768" y="103617"/>
                  </a:lnTo>
                  <a:lnTo>
                    <a:pt x="64239" y="103617"/>
                  </a:lnTo>
                  <a:lnTo>
                    <a:pt x="64239" y="46453"/>
                  </a:lnTo>
                  <a:cubicBezTo>
                    <a:pt x="64704" y="39910"/>
                    <a:pt x="63394" y="33364"/>
                    <a:pt x="60449" y="27503"/>
                  </a:cubicBezTo>
                  <a:cubicBezTo>
                    <a:pt x="57553" y="23087"/>
                    <a:pt x="52438" y="20652"/>
                    <a:pt x="47185" y="21187"/>
                  </a:cubicBezTo>
                  <a:cubicBezTo>
                    <a:pt x="41134" y="20620"/>
                    <a:pt x="35209" y="23166"/>
                    <a:pt x="31457" y="27946"/>
                  </a:cubicBezTo>
                  <a:cubicBezTo>
                    <a:pt x="27668" y="34688"/>
                    <a:pt x="25975" y="42407"/>
                    <a:pt x="26593" y="50117"/>
                  </a:cubicBezTo>
                  <a:lnTo>
                    <a:pt x="26593" y="103617"/>
                  </a:lnTo>
                  <a:lnTo>
                    <a:pt x="0" y="103617"/>
                  </a:lnTo>
                  <a:lnTo>
                    <a:pt x="0" y="25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02" name="Google Shape;1402;p51"/>
            <p:cNvSpPr/>
            <p:nvPr/>
          </p:nvSpPr>
          <p:spPr>
            <a:xfrm>
              <a:off x="6525871" y="4710580"/>
              <a:ext cx="130687" cy="139846"/>
            </a:xfrm>
            <a:custGeom>
              <a:rect b="b" l="l" r="r" t="t"/>
              <a:pathLst>
                <a:path extrusionOk="0" h="139846" w="130687">
                  <a:moveTo>
                    <a:pt x="80662" y="0"/>
                  </a:moveTo>
                  <a:lnTo>
                    <a:pt x="130688" y="139847"/>
                  </a:lnTo>
                  <a:lnTo>
                    <a:pt x="100180" y="139847"/>
                  </a:lnTo>
                  <a:lnTo>
                    <a:pt x="90073" y="108707"/>
                  </a:lnTo>
                  <a:lnTo>
                    <a:pt x="40047" y="108707"/>
                  </a:lnTo>
                  <a:lnTo>
                    <a:pt x="29561" y="139847"/>
                  </a:lnTo>
                  <a:lnTo>
                    <a:pt x="0" y="139847"/>
                  </a:lnTo>
                  <a:lnTo>
                    <a:pt x="50532" y="126"/>
                  </a:lnTo>
                  <a:close/>
                  <a:moveTo>
                    <a:pt x="82367" y="85715"/>
                  </a:moveTo>
                  <a:lnTo>
                    <a:pt x="65502" y="34425"/>
                  </a:lnTo>
                  <a:lnTo>
                    <a:pt x="65123" y="34425"/>
                  </a:lnTo>
                  <a:lnTo>
                    <a:pt x="47753" y="857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03" name="Google Shape;1403;p51"/>
            <p:cNvSpPr/>
            <p:nvPr/>
          </p:nvSpPr>
          <p:spPr>
            <a:xfrm>
              <a:off x="6666097" y="4710517"/>
              <a:ext cx="26592" cy="139783"/>
            </a:xfrm>
            <a:custGeom>
              <a:rect b="b" l="l" r="r" t="t"/>
              <a:pathLst>
                <a:path extrusionOk="0" h="139783" w="26592">
                  <a:moveTo>
                    <a:pt x="26593" y="0"/>
                  </a:moveTo>
                  <a:lnTo>
                    <a:pt x="26593" y="139784"/>
                  </a:lnTo>
                  <a:lnTo>
                    <a:pt x="0" y="139784"/>
                  </a:lnTo>
                  <a:lnTo>
                    <a:pt x="0" y="0"/>
                  </a:lnTo>
                  <a:lnTo>
                    <a:pt x="26593" y="0"/>
                  </a:lnTo>
                  <a:lnTo>
                    <a:pt x="265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04" name="Google Shape;1404;p51"/>
            <p:cNvSpPr/>
            <p:nvPr/>
          </p:nvSpPr>
          <p:spPr>
            <a:xfrm>
              <a:off x="6710688" y="4746382"/>
              <a:ext cx="95508" cy="106555"/>
            </a:xfrm>
            <a:custGeom>
              <a:rect b="b" l="l" r="r" t="t"/>
              <a:pathLst>
                <a:path extrusionOk="0" h="106555" w="95508">
                  <a:moveTo>
                    <a:pt x="49462" y="20920"/>
                  </a:moveTo>
                  <a:cubicBezTo>
                    <a:pt x="45673" y="20777"/>
                    <a:pt x="41936" y="21838"/>
                    <a:pt x="38787" y="23952"/>
                  </a:cubicBezTo>
                  <a:cubicBezTo>
                    <a:pt x="35883" y="25993"/>
                    <a:pt x="33484" y="28672"/>
                    <a:pt x="31776" y="31784"/>
                  </a:cubicBezTo>
                  <a:cubicBezTo>
                    <a:pt x="29934" y="35071"/>
                    <a:pt x="28633" y="38633"/>
                    <a:pt x="27923" y="42333"/>
                  </a:cubicBezTo>
                  <a:cubicBezTo>
                    <a:pt x="27173" y="46119"/>
                    <a:pt x="26792" y="49969"/>
                    <a:pt x="26786" y="53829"/>
                  </a:cubicBezTo>
                  <a:cubicBezTo>
                    <a:pt x="26795" y="57563"/>
                    <a:pt x="27176" y="61287"/>
                    <a:pt x="27923" y="64946"/>
                  </a:cubicBezTo>
                  <a:cubicBezTo>
                    <a:pt x="28606" y="68546"/>
                    <a:pt x="29842" y="72019"/>
                    <a:pt x="31587" y="75242"/>
                  </a:cubicBezTo>
                  <a:cubicBezTo>
                    <a:pt x="33213" y="78267"/>
                    <a:pt x="35555" y="80847"/>
                    <a:pt x="38409" y="82758"/>
                  </a:cubicBezTo>
                  <a:cubicBezTo>
                    <a:pt x="41516" y="84800"/>
                    <a:pt x="45177" y="85837"/>
                    <a:pt x="48894" y="85727"/>
                  </a:cubicBezTo>
                  <a:cubicBezTo>
                    <a:pt x="54361" y="86060"/>
                    <a:pt x="59705" y="84010"/>
                    <a:pt x="63548" y="80105"/>
                  </a:cubicBezTo>
                  <a:cubicBezTo>
                    <a:pt x="67175" y="75903"/>
                    <a:pt x="69385" y="70665"/>
                    <a:pt x="69864" y="65135"/>
                  </a:cubicBezTo>
                  <a:lnTo>
                    <a:pt x="95509" y="65135"/>
                  </a:lnTo>
                  <a:cubicBezTo>
                    <a:pt x="94313" y="89176"/>
                    <a:pt x="73855" y="107696"/>
                    <a:pt x="49814" y="106501"/>
                  </a:cubicBezTo>
                  <a:cubicBezTo>
                    <a:pt x="49507" y="106485"/>
                    <a:pt x="49200" y="106467"/>
                    <a:pt x="48893" y="106445"/>
                  </a:cubicBezTo>
                  <a:cubicBezTo>
                    <a:pt x="42054" y="106525"/>
                    <a:pt x="35267" y="105237"/>
                    <a:pt x="28933" y="102655"/>
                  </a:cubicBezTo>
                  <a:cubicBezTo>
                    <a:pt x="23098" y="100227"/>
                    <a:pt x="17845" y="96589"/>
                    <a:pt x="13521" y="91980"/>
                  </a:cubicBezTo>
                  <a:cubicBezTo>
                    <a:pt x="9144" y="87242"/>
                    <a:pt x="5752" y="81681"/>
                    <a:pt x="3541" y="75621"/>
                  </a:cubicBezTo>
                  <a:cubicBezTo>
                    <a:pt x="1130" y="68939"/>
                    <a:pt x="-68" y="61880"/>
                    <a:pt x="4" y="54776"/>
                  </a:cubicBezTo>
                  <a:cubicBezTo>
                    <a:pt x="-74" y="47383"/>
                    <a:pt x="1035" y="40026"/>
                    <a:pt x="3289" y="32985"/>
                  </a:cubicBezTo>
                  <a:cubicBezTo>
                    <a:pt x="5275" y="26570"/>
                    <a:pt x="8565" y="20635"/>
                    <a:pt x="12953" y="15551"/>
                  </a:cubicBezTo>
                  <a:cubicBezTo>
                    <a:pt x="17206" y="10619"/>
                    <a:pt x="22517" y="6711"/>
                    <a:pt x="28492" y="4118"/>
                  </a:cubicBezTo>
                  <a:cubicBezTo>
                    <a:pt x="35103" y="1251"/>
                    <a:pt x="42258" y="-149"/>
                    <a:pt x="49462" y="13"/>
                  </a:cubicBezTo>
                  <a:cubicBezTo>
                    <a:pt x="55063" y="-13"/>
                    <a:pt x="60637" y="775"/>
                    <a:pt x="66011" y="2350"/>
                  </a:cubicBezTo>
                  <a:cubicBezTo>
                    <a:pt x="71151" y="3825"/>
                    <a:pt x="75971" y="6245"/>
                    <a:pt x="80224" y="9487"/>
                  </a:cubicBezTo>
                  <a:cubicBezTo>
                    <a:pt x="84439" y="12699"/>
                    <a:pt x="87927" y="16768"/>
                    <a:pt x="90456" y="21425"/>
                  </a:cubicBezTo>
                  <a:cubicBezTo>
                    <a:pt x="93188" y="26666"/>
                    <a:pt x="94719" y="32448"/>
                    <a:pt x="94941" y="38354"/>
                  </a:cubicBezTo>
                  <a:lnTo>
                    <a:pt x="68917" y="38353"/>
                  </a:lnTo>
                  <a:cubicBezTo>
                    <a:pt x="68569" y="28348"/>
                    <a:pt x="60175" y="20518"/>
                    <a:pt x="50169" y="20867"/>
                  </a:cubicBezTo>
                  <a:cubicBezTo>
                    <a:pt x="49870" y="20877"/>
                    <a:pt x="49571" y="20895"/>
                    <a:pt x="49273" y="209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05" name="Google Shape;1405;p51"/>
            <p:cNvSpPr/>
            <p:nvPr/>
          </p:nvSpPr>
          <p:spPr>
            <a:xfrm>
              <a:off x="6817875" y="4746387"/>
              <a:ext cx="100203" cy="106575"/>
            </a:xfrm>
            <a:custGeom>
              <a:rect b="b" l="l" r="r" t="t"/>
              <a:pathLst>
                <a:path extrusionOk="0" h="106575" w="100203">
                  <a:moveTo>
                    <a:pt x="3797" y="31400"/>
                  </a:moveTo>
                  <a:cubicBezTo>
                    <a:pt x="5943" y="25130"/>
                    <a:pt x="9386" y="19383"/>
                    <a:pt x="13903" y="14535"/>
                  </a:cubicBezTo>
                  <a:cubicBezTo>
                    <a:pt x="18320" y="9874"/>
                    <a:pt x="23682" y="6212"/>
                    <a:pt x="29631" y="3797"/>
                  </a:cubicBezTo>
                  <a:cubicBezTo>
                    <a:pt x="36176" y="1182"/>
                    <a:pt x="43176" y="-107"/>
                    <a:pt x="50223" y="7"/>
                  </a:cubicBezTo>
                  <a:cubicBezTo>
                    <a:pt x="57289" y="-89"/>
                    <a:pt x="64306" y="1199"/>
                    <a:pt x="70878" y="3797"/>
                  </a:cubicBezTo>
                  <a:cubicBezTo>
                    <a:pt x="76855" y="6196"/>
                    <a:pt x="82242" y="9859"/>
                    <a:pt x="86669" y="14535"/>
                  </a:cubicBezTo>
                  <a:cubicBezTo>
                    <a:pt x="91187" y="19383"/>
                    <a:pt x="94630" y="25130"/>
                    <a:pt x="96776" y="31400"/>
                  </a:cubicBezTo>
                  <a:cubicBezTo>
                    <a:pt x="99208" y="38510"/>
                    <a:pt x="100363" y="45995"/>
                    <a:pt x="100186" y="53507"/>
                  </a:cubicBezTo>
                  <a:cubicBezTo>
                    <a:pt x="100298" y="60969"/>
                    <a:pt x="99079" y="68392"/>
                    <a:pt x="96586" y="75426"/>
                  </a:cubicBezTo>
                  <a:cubicBezTo>
                    <a:pt x="94454" y="81664"/>
                    <a:pt x="91008" y="87373"/>
                    <a:pt x="86480" y="92164"/>
                  </a:cubicBezTo>
                  <a:cubicBezTo>
                    <a:pt x="82083" y="96862"/>
                    <a:pt x="76686" y="100510"/>
                    <a:pt x="70688" y="102839"/>
                  </a:cubicBezTo>
                  <a:cubicBezTo>
                    <a:pt x="64112" y="105415"/>
                    <a:pt x="57096" y="106681"/>
                    <a:pt x="50033" y="106566"/>
                  </a:cubicBezTo>
                  <a:cubicBezTo>
                    <a:pt x="42991" y="106700"/>
                    <a:pt x="35991" y="105433"/>
                    <a:pt x="29442" y="102839"/>
                  </a:cubicBezTo>
                  <a:cubicBezTo>
                    <a:pt x="23471" y="100493"/>
                    <a:pt x="18099" y="96846"/>
                    <a:pt x="13714" y="92164"/>
                  </a:cubicBezTo>
                  <a:cubicBezTo>
                    <a:pt x="9185" y="87373"/>
                    <a:pt x="5739" y="81664"/>
                    <a:pt x="3607" y="75426"/>
                  </a:cubicBezTo>
                  <a:cubicBezTo>
                    <a:pt x="1114" y="68392"/>
                    <a:pt x="-105" y="60970"/>
                    <a:pt x="7" y="53507"/>
                  </a:cubicBezTo>
                  <a:cubicBezTo>
                    <a:pt x="-94" y="46026"/>
                    <a:pt x="1125" y="38585"/>
                    <a:pt x="3607" y="31526"/>
                  </a:cubicBezTo>
                  <a:close/>
                  <a:moveTo>
                    <a:pt x="27926" y="65256"/>
                  </a:moveTo>
                  <a:cubicBezTo>
                    <a:pt x="28592" y="68909"/>
                    <a:pt x="29896" y="72415"/>
                    <a:pt x="31779" y="75615"/>
                  </a:cubicBezTo>
                  <a:cubicBezTo>
                    <a:pt x="33501" y="78642"/>
                    <a:pt x="35983" y="81168"/>
                    <a:pt x="38980" y="82942"/>
                  </a:cubicBezTo>
                  <a:cubicBezTo>
                    <a:pt x="42394" y="84902"/>
                    <a:pt x="46289" y="85866"/>
                    <a:pt x="50224" y="85722"/>
                  </a:cubicBezTo>
                  <a:cubicBezTo>
                    <a:pt x="54175" y="85841"/>
                    <a:pt x="58084" y="84880"/>
                    <a:pt x="61530" y="82942"/>
                  </a:cubicBezTo>
                  <a:cubicBezTo>
                    <a:pt x="64544" y="81169"/>
                    <a:pt x="67047" y="78645"/>
                    <a:pt x="68794" y="75615"/>
                  </a:cubicBezTo>
                  <a:cubicBezTo>
                    <a:pt x="70677" y="72415"/>
                    <a:pt x="71981" y="68909"/>
                    <a:pt x="72647" y="65256"/>
                  </a:cubicBezTo>
                  <a:cubicBezTo>
                    <a:pt x="73413" y="61344"/>
                    <a:pt x="73793" y="57367"/>
                    <a:pt x="73784" y="53381"/>
                  </a:cubicBezTo>
                  <a:cubicBezTo>
                    <a:pt x="73787" y="49374"/>
                    <a:pt x="73407" y="45377"/>
                    <a:pt x="72647" y="41443"/>
                  </a:cubicBezTo>
                  <a:cubicBezTo>
                    <a:pt x="71981" y="37790"/>
                    <a:pt x="70677" y="34283"/>
                    <a:pt x="68794" y="31084"/>
                  </a:cubicBezTo>
                  <a:cubicBezTo>
                    <a:pt x="66994" y="28095"/>
                    <a:pt x="64503" y="25582"/>
                    <a:pt x="61530" y="23757"/>
                  </a:cubicBezTo>
                  <a:cubicBezTo>
                    <a:pt x="58101" y="21769"/>
                    <a:pt x="54184" y="20784"/>
                    <a:pt x="50224" y="20914"/>
                  </a:cubicBezTo>
                  <a:cubicBezTo>
                    <a:pt x="46280" y="20758"/>
                    <a:pt x="42375" y="21745"/>
                    <a:pt x="38980" y="23757"/>
                  </a:cubicBezTo>
                  <a:cubicBezTo>
                    <a:pt x="36025" y="25584"/>
                    <a:pt x="33555" y="28098"/>
                    <a:pt x="31779" y="31084"/>
                  </a:cubicBezTo>
                  <a:cubicBezTo>
                    <a:pt x="29896" y="34283"/>
                    <a:pt x="28592" y="37790"/>
                    <a:pt x="27926" y="41443"/>
                  </a:cubicBezTo>
                  <a:cubicBezTo>
                    <a:pt x="27166" y="45377"/>
                    <a:pt x="26786" y="49374"/>
                    <a:pt x="26789" y="53381"/>
                  </a:cubicBezTo>
                  <a:cubicBezTo>
                    <a:pt x="26780" y="57367"/>
                    <a:pt x="27160" y="61344"/>
                    <a:pt x="27926" y="652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06" name="Google Shape;1406;p51"/>
            <p:cNvSpPr/>
            <p:nvPr/>
          </p:nvSpPr>
          <p:spPr>
            <a:xfrm>
              <a:off x="6935432" y="4746836"/>
              <a:ext cx="62345" cy="103590"/>
            </a:xfrm>
            <a:custGeom>
              <a:rect b="b" l="l" r="r" t="t"/>
              <a:pathLst>
                <a:path extrusionOk="0" h="103590" w="62345">
                  <a:moveTo>
                    <a:pt x="25266" y="2527"/>
                  </a:moveTo>
                  <a:lnTo>
                    <a:pt x="25266" y="21476"/>
                  </a:lnTo>
                  <a:lnTo>
                    <a:pt x="25645" y="21476"/>
                  </a:lnTo>
                  <a:cubicBezTo>
                    <a:pt x="26919" y="18370"/>
                    <a:pt x="28619" y="15458"/>
                    <a:pt x="30699" y="12822"/>
                  </a:cubicBezTo>
                  <a:cubicBezTo>
                    <a:pt x="32790" y="10180"/>
                    <a:pt x="35259" y="7860"/>
                    <a:pt x="38026" y="5938"/>
                  </a:cubicBezTo>
                  <a:cubicBezTo>
                    <a:pt x="40736" y="4067"/>
                    <a:pt x="43690" y="2579"/>
                    <a:pt x="46806" y="1516"/>
                  </a:cubicBezTo>
                  <a:cubicBezTo>
                    <a:pt x="49950" y="505"/>
                    <a:pt x="53232" y="-6"/>
                    <a:pt x="56534" y="0"/>
                  </a:cubicBezTo>
                  <a:cubicBezTo>
                    <a:pt x="58507" y="31"/>
                    <a:pt x="60465" y="350"/>
                    <a:pt x="62345" y="947"/>
                  </a:cubicBezTo>
                  <a:lnTo>
                    <a:pt x="62344" y="26782"/>
                  </a:lnTo>
                  <a:cubicBezTo>
                    <a:pt x="61144" y="26782"/>
                    <a:pt x="59627" y="26277"/>
                    <a:pt x="57859" y="26087"/>
                  </a:cubicBezTo>
                  <a:cubicBezTo>
                    <a:pt x="56176" y="25994"/>
                    <a:pt x="54489" y="25994"/>
                    <a:pt x="52806" y="26087"/>
                  </a:cubicBezTo>
                  <a:cubicBezTo>
                    <a:pt x="48558" y="25945"/>
                    <a:pt x="44337" y="26811"/>
                    <a:pt x="40489" y="28614"/>
                  </a:cubicBezTo>
                  <a:cubicBezTo>
                    <a:pt x="37214" y="30181"/>
                    <a:pt x="34405" y="32576"/>
                    <a:pt x="32340" y="35562"/>
                  </a:cubicBezTo>
                  <a:cubicBezTo>
                    <a:pt x="30191" y="38662"/>
                    <a:pt x="28687" y="42164"/>
                    <a:pt x="27919" y="45858"/>
                  </a:cubicBezTo>
                  <a:cubicBezTo>
                    <a:pt x="27009" y="50006"/>
                    <a:pt x="26564" y="54243"/>
                    <a:pt x="26593" y="58490"/>
                  </a:cubicBezTo>
                  <a:lnTo>
                    <a:pt x="26592" y="103590"/>
                  </a:lnTo>
                  <a:lnTo>
                    <a:pt x="0" y="103590"/>
                  </a:lnTo>
                  <a:lnTo>
                    <a:pt x="0" y="25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07" name="Google Shape;1407;p51"/>
            <p:cNvSpPr/>
            <p:nvPr/>
          </p:nvSpPr>
          <p:spPr>
            <a:xfrm>
              <a:off x="7005225" y="4746385"/>
              <a:ext cx="95382" cy="106478"/>
            </a:xfrm>
            <a:custGeom>
              <a:rect b="b" l="l" r="r" t="t"/>
              <a:pathLst>
                <a:path extrusionOk="0" h="106478" w="95382">
                  <a:moveTo>
                    <a:pt x="49272" y="20917"/>
                  </a:moveTo>
                  <a:cubicBezTo>
                    <a:pt x="45484" y="20791"/>
                    <a:pt x="41753" y="21851"/>
                    <a:pt x="38597" y="23949"/>
                  </a:cubicBezTo>
                  <a:cubicBezTo>
                    <a:pt x="35724" y="26025"/>
                    <a:pt x="33333" y="28697"/>
                    <a:pt x="31586" y="31782"/>
                  </a:cubicBezTo>
                  <a:cubicBezTo>
                    <a:pt x="29772" y="35081"/>
                    <a:pt x="28473" y="38638"/>
                    <a:pt x="27733" y="42330"/>
                  </a:cubicBezTo>
                  <a:cubicBezTo>
                    <a:pt x="27035" y="46123"/>
                    <a:pt x="26675" y="49970"/>
                    <a:pt x="26659" y="53826"/>
                  </a:cubicBezTo>
                  <a:cubicBezTo>
                    <a:pt x="26678" y="57557"/>
                    <a:pt x="27038" y="61278"/>
                    <a:pt x="27733" y="64943"/>
                  </a:cubicBezTo>
                  <a:cubicBezTo>
                    <a:pt x="28446" y="68536"/>
                    <a:pt x="29679" y="72004"/>
                    <a:pt x="31397" y="75239"/>
                  </a:cubicBezTo>
                  <a:cubicBezTo>
                    <a:pt x="33060" y="78237"/>
                    <a:pt x="35395" y="80810"/>
                    <a:pt x="38218" y="82756"/>
                  </a:cubicBezTo>
                  <a:cubicBezTo>
                    <a:pt x="41331" y="84786"/>
                    <a:pt x="44988" y="85821"/>
                    <a:pt x="48704" y="85724"/>
                  </a:cubicBezTo>
                  <a:cubicBezTo>
                    <a:pt x="54193" y="86075"/>
                    <a:pt x="59564" y="84024"/>
                    <a:pt x="63421" y="80103"/>
                  </a:cubicBezTo>
                  <a:cubicBezTo>
                    <a:pt x="67025" y="75887"/>
                    <a:pt x="69233" y="70656"/>
                    <a:pt x="69737" y="65133"/>
                  </a:cubicBezTo>
                  <a:lnTo>
                    <a:pt x="95382" y="65132"/>
                  </a:lnTo>
                  <a:cubicBezTo>
                    <a:pt x="94503" y="76921"/>
                    <a:pt x="89146" y="87927"/>
                    <a:pt x="80412" y="95894"/>
                  </a:cubicBezTo>
                  <a:cubicBezTo>
                    <a:pt x="71522" y="103141"/>
                    <a:pt x="60291" y="106893"/>
                    <a:pt x="48830" y="106442"/>
                  </a:cubicBezTo>
                  <a:cubicBezTo>
                    <a:pt x="42012" y="106516"/>
                    <a:pt x="35247" y="105227"/>
                    <a:pt x="28933" y="102652"/>
                  </a:cubicBezTo>
                  <a:cubicBezTo>
                    <a:pt x="23079" y="100226"/>
                    <a:pt x="17805" y="96588"/>
                    <a:pt x="13458" y="91978"/>
                  </a:cubicBezTo>
                  <a:cubicBezTo>
                    <a:pt x="9122" y="87220"/>
                    <a:pt x="5754" y="81663"/>
                    <a:pt x="3541" y="75618"/>
                  </a:cubicBezTo>
                  <a:cubicBezTo>
                    <a:pt x="1130" y="68936"/>
                    <a:pt x="-68" y="61877"/>
                    <a:pt x="4" y="54774"/>
                  </a:cubicBezTo>
                  <a:cubicBezTo>
                    <a:pt x="-74" y="47381"/>
                    <a:pt x="1035" y="40023"/>
                    <a:pt x="3289" y="32982"/>
                  </a:cubicBezTo>
                  <a:cubicBezTo>
                    <a:pt x="5255" y="26572"/>
                    <a:pt x="8523" y="20637"/>
                    <a:pt x="12890" y="15548"/>
                  </a:cubicBezTo>
                  <a:cubicBezTo>
                    <a:pt x="17143" y="10617"/>
                    <a:pt x="22455" y="6708"/>
                    <a:pt x="28428" y="4115"/>
                  </a:cubicBezTo>
                  <a:cubicBezTo>
                    <a:pt x="35046" y="1268"/>
                    <a:pt x="42196" y="-132"/>
                    <a:pt x="49398" y="10"/>
                  </a:cubicBezTo>
                  <a:cubicBezTo>
                    <a:pt x="54999" y="-24"/>
                    <a:pt x="60575" y="763"/>
                    <a:pt x="65947" y="2347"/>
                  </a:cubicBezTo>
                  <a:cubicBezTo>
                    <a:pt x="71107" y="3822"/>
                    <a:pt x="75947" y="6242"/>
                    <a:pt x="80223" y="9485"/>
                  </a:cubicBezTo>
                  <a:cubicBezTo>
                    <a:pt x="84436" y="12682"/>
                    <a:pt x="87906" y="16755"/>
                    <a:pt x="90392" y="21423"/>
                  </a:cubicBezTo>
                  <a:cubicBezTo>
                    <a:pt x="93152" y="26652"/>
                    <a:pt x="94685" y="32441"/>
                    <a:pt x="94877" y="38351"/>
                  </a:cubicBezTo>
                  <a:lnTo>
                    <a:pt x="68853" y="38351"/>
                  </a:lnTo>
                  <a:cubicBezTo>
                    <a:pt x="68543" y="28378"/>
                    <a:pt x="60207" y="20546"/>
                    <a:pt x="50235" y="20856"/>
                  </a:cubicBezTo>
                  <a:cubicBezTo>
                    <a:pt x="49893" y="20867"/>
                    <a:pt x="49550" y="20887"/>
                    <a:pt x="49209" y="209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08" name="Google Shape;1408;p51"/>
            <p:cNvSpPr/>
            <p:nvPr/>
          </p:nvSpPr>
          <p:spPr>
            <a:xfrm>
              <a:off x="7112729" y="4696684"/>
              <a:ext cx="100131" cy="156151"/>
            </a:xfrm>
            <a:custGeom>
              <a:rect b="b" l="l" r="r" t="t"/>
              <a:pathLst>
                <a:path extrusionOk="0" h="156151" w="100131">
                  <a:moveTo>
                    <a:pt x="3543" y="81104"/>
                  </a:moveTo>
                  <a:cubicBezTo>
                    <a:pt x="5739" y="74857"/>
                    <a:pt x="9177" y="69120"/>
                    <a:pt x="13650" y="64239"/>
                  </a:cubicBezTo>
                  <a:cubicBezTo>
                    <a:pt x="18065" y="59578"/>
                    <a:pt x="23429" y="55916"/>
                    <a:pt x="29378" y="53501"/>
                  </a:cubicBezTo>
                  <a:cubicBezTo>
                    <a:pt x="35926" y="50897"/>
                    <a:pt x="42923" y="49609"/>
                    <a:pt x="49969" y="49711"/>
                  </a:cubicBezTo>
                  <a:cubicBezTo>
                    <a:pt x="57057" y="49609"/>
                    <a:pt x="64095" y="50896"/>
                    <a:pt x="70688" y="53501"/>
                  </a:cubicBezTo>
                  <a:cubicBezTo>
                    <a:pt x="76656" y="55915"/>
                    <a:pt x="82039" y="59576"/>
                    <a:pt x="86479" y="64239"/>
                  </a:cubicBezTo>
                  <a:cubicBezTo>
                    <a:pt x="90973" y="69104"/>
                    <a:pt x="94414" y="74846"/>
                    <a:pt x="96585" y="81104"/>
                  </a:cubicBezTo>
                  <a:cubicBezTo>
                    <a:pt x="99046" y="88166"/>
                    <a:pt x="100244" y="95607"/>
                    <a:pt x="100123" y="103085"/>
                  </a:cubicBezTo>
                  <a:cubicBezTo>
                    <a:pt x="100247" y="110543"/>
                    <a:pt x="99049" y="117963"/>
                    <a:pt x="96585" y="125003"/>
                  </a:cubicBezTo>
                  <a:cubicBezTo>
                    <a:pt x="94429" y="131230"/>
                    <a:pt x="90986" y="136934"/>
                    <a:pt x="86479" y="141742"/>
                  </a:cubicBezTo>
                  <a:cubicBezTo>
                    <a:pt x="82070" y="146425"/>
                    <a:pt x="76676" y="150071"/>
                    <a:pt x="70688" y="152417"/>
                  </a:cubicBezTo>
                  <a:cubicBezTo>
                    <a:pt x="64091" y="154999"/>
                    <a:pt x="57052" y="156266"/>
                    <a:pt x="49969" y="156143"/>
                  </a:cubicBezTo>
                  <a:cubicBezTo>
                    <a:pt x="42927" y="156265"/>
                    <a:pt x="35930" y="154999"/>
                    <a:pt x="29378" y="152417"/>
                  </a:cubicBezTo>
                  <a:cubicBezTo>
                    <a:pt x="23407" y="150070"/>
                    <a:pt x="18035" y="146424"/>
                    <a:pt x="13650" y="141742"/>
                  </a:cubicBezTo>
                  <a:cubicBezTo>
                    <a:pt x="9165" y="136917"/>
                    <a:pt x="5725" y="131218"/>
                    <a:pt x="3543" y="125003"/>
                  </a:cubicBezTo>
                  <a:cubicBezTo>
                    <a:pt x="1102" y="117957"/>
                    <a:pt x="-94" y="110541"/>
                    <a:pt x="6" y="103085"/>
                  </a:cubicBezTo>
                  <a:cubicBezTo>
                    <a:pt x="-83" y="95609"/>
                    <a:pt x="1113" y="88174"/>
                    <a:pt x="3543" y="81104"/>
                  </a:cubicBezTo>
                  <a:close/>
                  <a:moveTo>
                    <a:pt x="27735" y="114960"/>
                  </a:moveTo>
                  <a:cubicBezTo>
                    <a:pt x="28381" y="118608"/>
                    <a:pt x="29664" y="122115"/>
                    <a:pt x="31525" y="125319"/>
                  </a:cubicBezTo>
                  <a:cubicBezTo>
                    <a:pt x="33283" y="128319"/>
                    <a:pt x="35757" y="130836"/>
                    <a:pt x="38726" y="132646"/>
                  </a:cubicBezTo>
                  <a:cubicBezTo>
                    <a:pt x="42146" y="134591"/>
                    <a:pt x="46037" y="135553"/>
                    <a:pt x="49969" y="135425"/>
                  </a:cubicBezTo>
                  <a:cubicBezTo>
                    <a:pt x="53922" y="135551"/>
                    <a:pt x="57833" y="134590"/>
                    <a:pt x="61276" y="132646"/>
                  </a:cubicBezTo>
                  <a:cubicBezTo>
                    <a:pt x="64310" y="130877"/>
                    <a:pt x="66835" y="128353"/>
                    <a:pt x="68603" y="125319"/>
                  </a:cubicBezTo>
                  <a:cubicBezTo>
                    <a:pt x="70486" y="122119"/>
                    <a:pt x="71791" y="118612"/>
                    <a:pt x="72456" y="114960"/>
                  </a:cubicBezTo>
                  <a:cubicBezTo>
                    <a:pt x="73222" y="111048"/>
                    <a:pt x="73603" y="107071"/>
                    <a:pt x="73594" y="103085"/>
                  </a:cubicBezTo>
                  <a:cubicBezTo>
                    <a:pt x="73598" y="99078"/>
                    <a:pt x="73217" y="95080"/>
                    <a:pt x="72456" y="91147"/>
                  </a:cubicBezTo>
                  <a:cubicBezTo>
                    <a:pt x="71791" y="87494"/>
                    <a:pt x="70486" y="83987"/>
                    <a:pt x="68603" y="80788"/>
                  </a:cubicBezTo>
                  <a:cubicBezTo>
                    <a:pt x="66780" y="77796"/>
                    <a:pt x="64268" y="75284"/>
                    <a:pt x="61276" y="73460"/>
                  </a:cubicBezTo>
                  <a:cubicBezTo>
                    <a:pt x="57850" y="71467"/>
                    <a:pt x="53931" y="70481"/>
                    <a:pt x="49969" y="70618"/>
                  </a:cubicBezTo>
                  <a:cubicBezTo>
                    <a:pt x="46028" y="70479"/>
                    <a:pt x="42129" y="71465"/>
                    <a:pt x="38726" y="73460"/>
                  </a:cubicBezTo>
                  <a:cubicBezTo>
                    <a:pt x="35800" y="75323"/>
                    <a:pt x="33337" y="77829"/>
                    <a:pt x="31525" y="80788"/>
                  </a:cubicBezTo>
                  <a:cubicBezTo>
                    <a:pt x="29664" y="83991"/>
                    <a:pt x="28381" y="87498"/>
                    <a:pt x="27735" y="91147"/>
                  </a:cubicBezTo>
                  <a:cubicBezTo>
                    <a:pt x="26904" y="95116"/>
                    <a:pt x="26459" y="99156"/>
                    <a:pt x="26409" y="103211"/>
                  </a:cubicBezTo>
                  <a:cubicBezTo>
                    <a:pt x="26400" y="107197"/>
                    <a:pt x="26781" y="111174"/>
                    <a:pt x="27546" y="115086"/>
                  </a:cubicBezTo>
                  <a:close/>
                  <a:moveTo>
                    <a:pt x="55781" y="0"/>
                  </a:moveTo>
                  <a:lnTo>
                    <a:pt x="35947" y="34614"/>
                  </a:lnTo>
                  <a:lnTo>
                    <a:pt x="54454" y="34614"/>
                  </a:lnTo>
                  <a:lnTo>
                    <a:pt x="849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09" name="Google Shape;1409;p51"/>
            <p:cNvSpPr/>
            <p:nvPr/>
          </p:nvSpPr>
          <p:spPr>
            <a:xfrm>
              <a:off x="7230096" y="4746810"/>
              <a:ext cx="90832" cy="103616"/>
            </a:xfrm>
            <a:custGeom>
              <a:rect b="b" l="l" r="r" t="t"/>
              <a:pathLst>
                <a:path extrusionOk="0" h="103616" w="90832">
                  <a:moveTo>
                    <a:pt x="25266" y="2553"/>
                  </a:moveTo>
                  <a:lnTo>
                    <a:pt x="25266" y="16639"/>
                  </a:lnTo>
                  <a:lnTo>
                    <a:pt x="25834" y="16639"/>
                  </a:lnTo>
                  <a:cubicBezTo>
                    <a:pt x="28843" y="11202"/>
                    <a:pt x="33422" y="6800"/>
                    <a:pt x="38972" y="4006"/>
                  </a:cubicBezTo>
                  <a:cubicBezTo>
                    <a:pt x="44061" y="1416"/>
                    <a:pt x="49685" y="53"/>
                    <a:pt x="55395" y="27"/>
                  </a:cubicBezTo>
                  <a:cubicBezTo>
                    <a:pt x="61374" y="-183"/>
                    <a:pt x="67332" y="849"/>
                    <a:pt x="72892" y="3059"/>
                  </a:cubicBezTo>
                  <a:cubicBezTo>
                    <a:pt x="77180" y="4840"/>
                    <a:pt x="80911" y="7741"/>
                    <a:pt x="83693" y="11459"/>
                  </a:cubicBezTo>
                  <a:cubicBezTo>
                    <a:pt x="86431" y="15402"/>
                    <a:pt x="88305" y="19879"/>
                    <a:pt x="89188" y="24598"/>
                  </a:cubicBezTo>
                  <a:cubicBezTo>
                    <a:pt x="90324" y="30232"/>
                    <a:pt x="90875" y="35968"/>
                    <a:pt x="90830" y="41715"/>
                  </a:cubicBezTo>
                  <a:lnTo>
                    <a:pt x="90831" y="103617"/>
                  </a:lnTo>
                  <a:lnTo>
                    <a:pt x="64238" y="103617"/>
                  </a:lnTo>
                  <a:lnTo>
                    <a:pt x="64238" y="46453"/>
                  </a:lnTo>
                  <a:cubicBezTo>
                    <a:pt x="64703" y="39910"/>
                    <a:pt x="63394" y="33364"/>
                    <a:pt x="60448" y="27503"/>
                  </a:cubicBezTo>
                  <a:cubicBezTo>
                    <a:pt x="57552" y="23087"/>
                    <a:pt x="52438" y="20652"/>
                    <a:pt x="47184" y="21187"/>
                  </a:cubicBezTo>
                  <a:cubicBezTo>
                    <a:pt x="41133" y="20620"/>
                    <a:pt x="35209" y="23166"/>
                    <a:pt x="31456" y="27946"/>
                  </a:cubicBezTo>
                  <a:cubicBezTo>
                    <a:pt x="27667" y="34688"/>
                    <a:pt x="25974" y="42407"/>
                    <a:pt x="26592" y="50117"/>
                  </a:cubicBezTo>
                  <a:lnTo>
                    <a:pt x="26592" y="103617"/>
                  </a:lnTo>
                  <a:lnTo>
                    <a:pt x="0" y="103617"/>
                  </a:lnTo>
                  <a:lnTo>
                    <a:pt x="0" y="25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1410" name="Google Shape;1410;p51">
            <a:hlinkClick r:id="rId4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770" y="3710934"/>
            <a:ext cx="2911956" cy="1637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51"/>
          <p:cNvSpPr/>
          <p:nvPr/>
        </p:nvSpPr>
        <p:spPr>
          <a:xfrm>
            <a:off x="8151108" y="3473782"/>
            <a:ext cx="3328972" cy="2711536"/>
          </a:xfrm>
          <a:custGeom>
            <a:rect b="b" l="l" r="r" t="t"/>
            <a:pathLst>
              <a:path extrusionOk="0" h="2711536" w="3328972">
                <a:moveTo>
                  <a:pt x="6316" y="6316"/>
                </a:moveTo>
                <a:lnTo>
                  <a:pt x="0" y="6316"/>
                </a:lnTo>
                <a:lnTo>
                  <a:pt x="0" y="2711537"/>
                </a:lnTo>
                <a:lnTo>
                  <a:pt x="3328972" y="2711537"/>
                </a:lnTo>
                <a:lnTo>
                  <a:pt x="3328972" y="0"/>
                </a:lnTo>
                <a:lnTo>
                  <a:pt x="0" y="0"/>
                </a:lnTo>
                <a:lnTo>
                  <a:pt x="0" y="6316"/>
                </a:lnTo>
                <a:lnTo>
                  <a:pt x="6316" y="6316"/>
                </a:lnTo>
                <a:lnTo>
                  <a:pt x="6316" y="12570"/>
                </a:lnTo>
                <a:lnTo>
                  <a:pt x="3316339" y="12570"/>
                </a:lnTo>
                <a:lnTo>
                  <a:pt x="3316339" y="2698904"/>
                </a:lnTo>
                <a:lnTo>
                  <a:pt x="12633" y="2698904"/>
                </a:lnTo>
                <a:lnTo>
                  <a:pt x="12633" y="6316"/>
                </a:lnTo>
                <a:lnTo>
                  <a:pt x="6316" y="6316"/>
                </a:lnTo>
                <a:lnTo>
                  <a:pt x="6316" y="12570"/>
                </a:lnTo>
                <a:lnTo>
                  <a:pt x="6316" y="6316"/>
                </a:lnTo>
                <a:lnTo>
                  <a:pt x="6316" y="6316"/>
                </a:lnTo>
                <a:close/>
              </a:path>
            </a:pathLst>
          </a:custGeom>
          <a:solidFill>
            <a:srgbClr val="A4A7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12" name="Google Shape;1412;p51"/>
          <p:cNvSpPr/>
          <p:nvPr/>
        </p:nvSpPr>
        <p:spPr>
          <a:xfrm>
            <a:off x="4433018" y="3470607"/>
            <a:ext cx="3328909" cy="2711536"/>
          </a:xfrm>
          <a:custGeom>
            <a:rect b="b" l="l" r="r" t="t"/>
            <a:pathLst>
              <a:path extrusionOk="0" h="2711536" w="3328909">
                <a:moveTo>
                  <a:pt x="6316" y="6316"/>
                </a:moveTo>
                <a:lnTo>
                  <a:pt x="0" y="6316"/>
                </a:lnTo>
                <a:lnTo>
                  <a:pt x="0" y="2711537"/>
                </a:lnTo>
                <a:lnTo>
                  <a:pt x="3328909" y="2711537"/>
                </a:lnTo>
                <a:lnTo>
                  <a:pt x="3328909" y="0"/>
                </a:lnTo>
                <a:lnTo>
                  <a:pt x="0" y="0"/>
                </a:lnTo>
                <a:lnTo>
                  <a:pt x="0" y="6316"/>
                </a:lnTo>
                <a:lnTo>
                  <a:pt x="6316" y="6316"/>
                </a:lnTo>
                <a:lnTo>
                  <a:pt x="6316" y="12570"/>
                </a:lnTo>
                <a:lnTo>
                  <a:pt x="3316276" y="12570"/>
                </a:lnTo>
                <a:lnTo>
                  <a:pt x="3316276" y="2698904"/>
                </a:lnTo>
                <a:lnTo>
                  <a:pt x="12633" y="2698904"/>
                </a:lnTo>
                <a:lnTo>
                  <a:pt x="12633" y="6316"/>
                </a:lnTo>
                <a:lnTo>
                  <a:pt x="6316" y="6316"/>
                </a:lnTo>
                <a:lnTo>
                  <a:pt x="6316" y="12570"/>
                </a:lnTo>
                <a:lnTo>
                  <a:pt x="6316" y="6316"/>
                </a:lnTo>
                <a:lnTo>
                  <a:pt x="6316" y="6316"/>
                </a:lnTo>
                <a:close/>
              </a:path>
            </a:pathLst>
          </a:custGeom>
          <a:solidFill>
            <a:srgbClr val="A4A7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413" name="Google Shape;1413;p51"/>
          <p:cNvGrpSpPr/>
          <p:nvPr/>
        </p:nvGrpSpPr>
        <p:grpSpPr>
          <a:xfrm>
            <a:off x="1584935" y="4154896"/>
            <a:ext cx="1574065" cy="777519"/>
            <a:chOff x="1715622" y="4329823"/>
            <a:chExt cx="1574065" cy="777519"/>
          </a:xfrm>
        </p:grpSpPr>
        <p:sp>
          <p:nvSpPr>
            <p:cNvPr id="1414" name="Google Shape;1414;p51"/>
            <p:cNvSpPr/>
            <p:nvPr/>
          </p:nvSpPr>
          <p:spPr>
            <a:xfrm>
              <a:off x="1715622" y="4898937"/>
              <a:ext cx="77629" cy="149068"/>
            </a:xfrm>
            <a:custGeom>
              <a:rect b="b" l="l" r="r" t="t"/>
              <a:pathLst>
                <a:path extrusionOk="0" h="149068" w="77629">
                  <a:moveTo>
                    <a:pt x="0" y="148753"/>
                  </a:moveTo>
                  <a:cubicBezTo>
                    <a:pt x="758" y="141300"/>
                    <a:pt x="758" y="132393"/>
                    <a:pt x="1516" y="123487"/>
                  </a:cubicBezTo>
                  <a:lnTo>
                    <a:pt x="1516" y="46868"/>
                  </a:lnTo>
                  <a:cubicBezTo>
                    <a:pt x="758" y="31203"/>
                    <a:pt x="758" y="15665"/>
                    <a:pt x="0" y="0"/>
                  </a:cubicBezTo>
                  <a:lnTo>
                    <a:pt x="9727" y="0"/>
                  </a:lnTo>
                  <a:cubicBezTo>
                    <a:pt x="16421" y="686"/>
                    <a:pt x="23152" y="918"/>
                    <a:pt x="29877" y="695"/>
                  </a:cubicBezTo>
                  <a:cubicBezTo>
                    <a:pt x="40299" y="695"/>
                    <a:pt x="49269" y="695"/>
                    <a:pt x="56785" y="0"/>
                  </a:cubicBezTo>
                  <a:lnTo>
                    <a:pt x="77630" y="0"/>
                  </a:lnTo>
                  <a:lnTo>
                    <a:pt x="77630" y="14149"/>
                  </a:lnTo>
                  <a:cubicBezTo>
                    <a:pt x="73145" y="13391"/>
                    <a:pt x="66449" y="12633"/>
                    <a:pt x="58238" y="11875"/>
                  </a:cubicBezTo>
                  <a:cubicBezTo>
                    <a:pt x="50026" y="11117"/>
                    <a:pt x="39288" y="10422"/>
                    <a:pt x="25392" y="10422"/>
                  </a:cubicBezTo>
                  <a:lnTo>
                    <a:pt x="20150" y="10422"/>
                  </a:lnTo>
                  <a:cubicBezTo>
                    <a:pt x="20150" y="14844"/>
                    <a:pt x="19455" y="19328"/>
                    <a:pt x="19455" y="23813"/>
                  </a:cubicBezTo>
                  <a:lnTo>
                    <a:pt x="19455" y="65502"/>
                  </a:lnTo>
                  <a:lnTo>
                    <a:pt x="36572" y="65502"/>
                  </a:lnTo>
                  <a:cubicBezTo>
                    <a:pt x="44089" y="65502"/>
                    <a:pt x="50026" y="64744"/>
                    <a:pt x="56027" y="64744"/>
                  </a:cubicBezTo>
                  <a:cubicBezTo>
                    <a:pt x="62012" y="64618"/>
                    <a:pt x="67983" y="64112"/>
                    <a:pt x="73903" y="63228"/>
                  </a:cubicBezTo>
                  <a:lnTo>
                    <a:pt x="73903" y="65502"/>
                  </a:lnTo>
                  <a:cubicBezTo>
                    <a:pt x="73336" y="66904"/>
                    <a:pt x="73078" y="68412"/>
                    <a:pt x="73145" y="69923"/>
                  </a:cubicBezTo>
                  <a:cubicBezTo>
                    <a:pt x="73145" y="71439"/>
                    <a:pt x="73145" y="72955"/>
                    <a:pt x="73903" y="73650"/>
                  </a:cubicBezTo>
                  <a:lnTo>
                    <a:pt x="73903" y="75924"/>
                  </a:lnTo>
                  <a:cubicBezTo>
                    <a:pt x="61965" y="75166"/>
                    <a:pt x="52300" y="75166"/>
                    <a:pt x="44089" y="74408"/>
                  </a:cubicBezTo>
                  <a:lnTo>
                    <a:pt x="19455" y="74408"/>
                  </a:lnTo>
                  <a:lnTo>
                    <a:pt x="19455" y="140984"/>
                  </a:lnTo>
                  <a:cubicBezTo>
                    <a:pt x="19455" y="144647"/>
                    <a:pt x="20150" y="146858"/>
                    <a:pt x="20150" y="149069"/>
                  </a:cubicBezTo>
                  <a:cubicBezTo>
                    <a:pt x="18484" y="148501"/>
                    <a:pt x="16728" y="148244"/>
                    <a:pt x="14970" y="148311"/>
                  </a:cubicBezTo>
                  <a:lnTo>
                    <a:pt x="4548" y="148311"/>
                  </a:lnTo>
                  <a:cubicBezTo>
                    <a:pt x="2996" y="148243"/>
                    <a:pt x="1446" y="148501"/>
                    <a:pt x="0" y="1490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15" name="Google Shape;1415;p51"/>
            <p:cNvSpPr/>
            <p:nvPr/>
          </p:nvSpPr>
          <p:spPr>
            <a:xfrm>
              <a:off x="1807566" y="4945017"/>
              <a:ext cx="86623" cy="105019"/>
            </a:xfrm>
            <a:custGeom>
              <a:rect b="b" l="l" r="r" t="t"/>
              <a:pathLst>
                <a:path extrusionOk="0" h="105019" w="86623">
                  <a:moveTo>
                    <a:pt x="69316" y="102673"/>
                  </a:moveTo>
                  <a:lnTo>
                    <a:pt x="69316" y="98946"/>
                  </a:lnTo>
                  <a:cubicBezTo>
                    <a:pt x="69317" y="94976"/>
                    <a:pt x="69064" y="91009"/>
                    <a:pt x="68558" y="87071"/>
                  </a:cubicBezTo>
                  <a:lnTo>
                    <a:pt x="68558" y="84861"/>
                  </a:lnTo>
                  <a:cubicBezTo>
                    <a:pt x="65443" y="91156"/>
                    <a:pt x="60486" y="96356"/>
                    <a:pt x="54346" y="99767"/>
                  </a:cubicBezTo>
                  <a:cubicBezTo>
                    <a:pt x="48087" y="103574"/>
                    <a:pt x="40815" y="105381"/>
                    <a:pt x="33502" y="104947"/>
                  </a:cubicBezTo>
                  <a:cubicBezTo>
                    <a:pt x="24216" y="105556"/>
                    <a:pt x="15087" y="102337"/>
                    <a:pt x="8236" y="96041"/>
                  </a:cubicBezTo>
                  <a:cubicBezTo>
                    <a:pt x="2345" y="88406"/>
                    <a:pt x="-553" y="78881"/>
                    <a:pt x="87" y="69259"/>
                  </a:cubicBezTo>
                  <a:lnTo>
                    <a:pt x="87" y="50688"/>
                  </a:lnTo>
                  <a:cubicBezTo>
                    <a:pt x="782" y="39508"/>
                    <a:pt x="782" y="28328"/>
                    <a:pt x="782" y="18664"/>
                  </a:cubicBezTo>
                  <a:lnTo>
                    <a:pt x="782" y="11274"/>
                  </a:lnTo>
                  <a:cubicBezTo>
                    <a:pt x="899" y="7533"/>
                    <a:pt x="666" y="3790"/>
                    <a:pt x="87" y="94"/>
                  </a:cubicBezTo>
                  <a:cubicBezTo>
                    <a:pt x="1540" y="93"/>
                    <a:pt x="3056" y="851"/>
                    <a:pt x="4509" y="851"/>
                  </a:cubicBezTo>
                  <a:lnTo>
                    <a:pt x="14173" y="851"/>
                  </a:lnTo>
                  <a:cubicBezTo>
                    <a:pt x="15689" y="851"/>
                    <a:pt x="17205" y="93"/>
                    <a:pt x="18658" y="93"/>
                  </a:cubicBezTo>
                  <a:cubicBezTo>
                    <a:pt x="17205" y="10516"/>
                    <a:pt x="16447" y="20180"/>
                    <a:pt x="15689" y="30602"/>
                  </a:cubicBezTo>
                  <a:cubicBezTo>
                    <a:pt x="14931" y="41024"/>
                    <a:pt x="14931" y="51446"/>
                    <a:pt x="14931" y="61047"/>
                  </a:cubicBezTo>
                  <a:cubicBezTo>
                    <a:pt x="14151" y="69992"/>
                    <a:pt x="16519" y="78929"/>
                    <a:pt x="21627" y="86313"/>
                  </a:cubicBezTo>
                  <a:cubicBezTo>
                    <a:pt x="26191" y="92309"/>
                    <a:pt x="33607" y="95415"/>
                    <a:pt x="41081" y="94462"/>
                  </a:cubicBezTo>
                  <a:cubicBezTo>
                    <a:pt x="46289" y="94366"/>
                    <a:pt x="51407" y="93092"/>
                    <a:pt x="56051" y="90735"/>
                  </a:cubicBezTo>
                  <a:cubicBezTo>
                    <a:pt x="60403" y="87833"/>
                    <a:pt x="63790" y="83698"/>
                    <a:pt x="65779" y="78860"/>
                  </a:cubicBezTo>
                  <a:cubicBezTo>
                    <a:pt x="67492" y="74303"/>
                    <a:pt x="68493" y="69510"/>
                    <a:pt x="68747" y="64648"/>
                  </a:cubicBezTo>
                  <a:cubicBezTo>
                    <a:pt x="69505" y="58710"/>
                    <a:pt x="69505" y="46077"/>
                    <a:pt x="69505" y="26749"/>
                  </a:cubicBezTo>
                  <a:lnTo>
                    <a:pt x="69505" y="13358"/>
                  </a:lnTo>
                  <a:cubicBezTo>
                    <a:pt x="69505" y="8937"/>
                    <a:pt x="68747" y="4452"/>
                    <a:pt x="68747" y="30"/>
                  </a:cubicBezTo>
                  <a:cubicBezTo>
                    <a:pt x="70276" y="-86"/>
                    <a:pt x="71810" y="152"/>
                    <a:pt x="73232" y="725"/>
                  </a:cubicBezTo>
                  <a:lnTo>
                    <a:pt x="82202" y="725"/>
                  </a:lnTo>
                  <a:cubicBezTo>
                    <a:pt x="83600" y="148"/>
                    <a:pt x="85115" y="-90"/>
                    <a:pt x="86623" y="30"/>
                  </a:cubicBezTo>
                  <a:cubicBezTo>
                    <a:pt x="85917" y="7694"/>
                    <a:pt x="85685" y="15393"/>
                    <a:pt x="85928" y="23085"/>
                  </a:cubicBezTo>
                  <a:cubicBezTo>
                    <a:pt x="85170" y="32750"/>
                    <a:pt x="85170" y="45383"/>
                    <a:pt x="85170" y="60984"/>
                  </a:cubicBezTo>
                  <a:cubicBezTo>
                    <a:pt x="84982" y="68930"/>
                    <a:pt x="85235" y="76880"/>
                    <a:pt x="85928" y="84797"/>
                  </a:cubicBezTo>
                  <a:cubicBezTo>
                    <a:pt x="85813" y="90743"/>
                    <a:pt x="86045" y="96691"/>
                    <a:pt x="86623" y="102610"/>
                  </a:cubicBezTo>
                  <a:cubicBezTo>
                    <a:pt x="85586" y="102605"/>
                    <a:pt x="84567" y="102344"/>
                    <a:pt x="83654" y="101852"/>
                  </a:cubicBezTo>
                  <a:lnTo>
                    <a:pt x="75506" y="101852"/>
                  </a:lnTo>
                  <a:cubicBezTo>
                    <a:pt x="73990" y="101852"/>
                    <a:pt x="71779" y="102610"/>
                    <a:pt x="69190" y="1026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16" name="Google Shape;1416;p51"/>
            <p:cNvSpPr/>
            <p:nvPr/>
          </p:nvSpPr>
          <p:spPr>
            <a:xfrm>
              <a:off x="1923624" y="4942648"/>
              <a:ext cx="87010" cy="105042"/>
            </a:xfrm>
            <a:custGeom>
              <a:rect b="b" l="l" r="r" t="t"/>
              <a:pathLst>
                <a:path extrusionOk="0" h="105042" w="87010">
                  <a:moveTo>
                    <a:pt x="253" y="105042"/>
                  </a:moveTo>
                  <a:cubicBezTo>
                    <a:pt x="883" y="100354"/>
                    <a:pt x="1137" y="95622"/>
                    <a:pt x="1011" y="90894"/>
                  </a:cubicBezTo>
                  <a:lnTo>
                    <a:pt x="1011" y="20212"/>
                  </a:lnTo>
                  <a:cubicBezTo>
                    <a:pt x="1200" y="14264"/>
                    <a:pt x="947" y="8310"/>
                    <a:pt x="253" y="2400"/>
                  </a:cubicBezTo>
                  <a:cubicBezTo>
                    <a:pt x="1788" y="2263"/>
                    <a:pt x="3333" y="2524"/>
                    <a:pt x="4738" y="3157"/>
                  </a:cubicBezTo>
                  <a:lnTo>
                    <a:pt x="13707" y="3158"/>
                  </a:lnTo>
                  <a:cubicBezTo>
                    <a:pt x="14962" y="2972"/>
                    <a:pt x="16206" y="2719"/>
                    <a:pt x="17434" y="2400"/>
                  </a:cubicBezTo>
                  <a:lnTo>
                    <a:pt x="17434" y="20970"/>
                  </a:lnTo>
                  <a:cubicBezTo>
                    <a:pt x="21227" y="14740"/>
                    <a:pt x="26336" y="9416"/>
                    <a:pt x="32404" y="5368"/>
                  </a:cubicBezTo>
                  <a:cubicBezTo>
                    <a:pt x="38165" y="1647"/>
                    <a:pt x="44943" y="-186"/>
                    <a:pt x="51795" y="126"/>
                  </a:cubicBezTo>
                  <a:cubicBezTo>
                    <a:pt x="61532" y="-733"/>
                    <a:pt x="71137" y="2840"/>
                    <a:pt x="77945" y="9853"/>
                  </a:cubicBezTo>
                  <a:cubicBezTo>
                    <a:pt x="84422" y="18074"/>
                    <a:pt x="87618" y="28404"/>
                    <a:pt x="86915" y="38846"/>
                  </a:cubicBezTo>
                  <a:lnTo>
                    <a:pt x="86915" y="55205"/>
                  </a:lnTo>
                  <a:cubicBezTo>
                    <a:pt x="86347" y="60386"/>
                    <a:pt x="86094" y="65596"/>
                    <a:pt x="86157" y="70807"/>
                  </a:cubicBezTo>
                  <a:cubicBezTo>
                    <a:pt x="86031" y="76292"/>
                    <a:pt x="86284" y="81780"/>
                    <a:pt x="86915" y="87230"/>
                  </a:cubicBezTo>
                  <a:lnTo>
                    <a:pt x="86915" y="105042"/>
                  </a:lnTo>
                  <a:cubicBezTo>
                    <a:pt x="85507" y="104419"/>
                    <a:pt x="83965" y="104159"/>
                    <a:pt x="82430" y="104285"/>
                  </a:cubicBezTo>
                  <a:cubicBezTo>
                    <a:pt x="81004" y="103722"/>
                    <a:pt x="79477" y="103464"/>
                    <a:pt x="77945" y="103527"/>
                  </a:cubicBezTo>
                  <a:cubicBezTo>
                    <a:pt x="76652" y="103328"/>
                    <a:pt x="75331" y="103596"/>
                    <a:pt x="74219" y="104285"/>
                  </a:cubicBezTo>
                  <a:cubicBezTo>
                    <a:pt x="72440" y="104221"/>
                    <a:pt x="70664" y="104477"/>
                    <a:pt x="68976" y="105042"/>
                  </a:cubicBezTo>
                  <a:cubicBezTo>
                    <a:pt x="69734" y="97589"/>
                    <a:pt x="69734" y="88683"/>
                    <a:pt x="70492" y="78260"/>
                  </a:cubicBezTo>
                  <a:lnTo>
                    <a:pt x="70492" y="43330"/>
                  </a:lnTo>
                  <a:cubicBezTo>
                    <a:pt x="70854" y="34935"/>
                    <a:pt x="68650" y="26629"/>
                    <a:pt x="64176" y="19517"/>
                  </a:cubicBezTo>
                  <a:cubicBezTo>
                    <a:pt x="59762" y="13799"/>
                    <a:pt x="52737" y="10727"/>
                    <a:pt x="45542" y="11369"/>
                  </a:cubicBezTo>
                  <a:cubicBezTo>
                    <a:pt x="41455" y="11307"/>
                    <a:pt x="37397" y="12059"/>
                    <a:pt x="33604" y="13580"/>
                  </a:cubicBezTo>
                  <a:cubicBezTo>
                    <a:pt x="30271" y="15311"/>
                    <a:pt x="27242" y="17573"/>
                    <a:pt x="24634" y="20275"/>
                  </a:cubicBezTo>
                  <a:cubicBezTo>
                    <a:pt x="22028" y="24076"/>
                    <a:pt x="20242" y="28379"/>
                    <a:pt x="19392" y="32908"/>
                  </a:cubicBezTo>
                  <a:cubicBezTo>
                    <a:pt x="17647" y="39970"/>
                    <a:pt x="16903" y="47242"/>
                    <a:pt x="17181" y="54511"/>
                  </a:cubicBezTo>
                  <a:lnTo>
                    <a:pt x="17181" y="64175"/>
                  </a:lnTo>
                  <a:cubicBezTo>
                    <a:pt x="16929" y="73109"/>
                    <a:pt x="17182" y="82051"/>
                    <a:pt x="17939" y="90957"/>
                  </a:cubicBezTo>
                  <a:cubicBezTo>
                    <a:pt x="17760" y="95663"/>
                    <a:pt x="17993" y="100376"/>
                    <a:pt x="18634" y="105042"/>
                  </a:cubicBezTo>
                  <a:cubicBezTo>
                    <a:pt x="16968" y="104474"/>
                    <a:pt x="15213" y="104217"/>
                    <a:pt x="13454" y="104285"/>
                  </a:cubicBezTo>
                  <a:cubicBezTo>
                    <a:pt x="10539" y="103338"/>
                    <a:pt x="7400" y="103338"/>
                    <a:pt x="4485" y="104285"/>
                  </a:cubicBezTo>
                  <a:cubicBezTo>
                    <a:pt x="2953" y="104222"/>
                    <a:pt x="1426" y="104480"/>
                    <a:pt x="0" y="1050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17" name="Google Shape;1417;p51"/>
            <p:cNvSpPr/>
            <p:nvPr/>
          </p:nvSpPr>
          <p:spPr>
            <a:xfrm>
              <a:off x="2031372" y="4884788"/>
              <a:ext cx="99305" cy="164394"/>
            </a:xfrm>
            <a:custGeom>
              <a:rect b="b" l="l" r="r" t="t"/>
              <a:pathLst>
                <a:path extrusionOk="0" h="164394" w="99305">
                  <a:moveTo>
                    <a:pt x="50038" y="66197"/>
                  </a:moveTo>
                  <a:lnTo>
                    <a:pt x="50038" y="58048"/>
                  </a:lnTo>
                  <a:cubicBezTo>
                    <a:pt x="55807" y="58683"/>
                    <a:pt x="61390" y="60466"/>
                    <a:pt x="66460" y="63291"/>
                  </a:cubicBezTo>
                  <a:cubicBezTo>
                    <a:pt x="72664" y="66871"/>
                    <a:pt x="77824" y="72010"/>
                    <a:pt x="81430" y="78198"/>
                  </a:cubicBezTo>
                  <a:lnTo>
                    <a:pt x="81430" y="18634"/>
                  </a:lnTo>
                  <a:cubicBezTo>
                    <a:pt x="80798" y="12444"/>
                    <a:pt x="80545" y="6221"/>
                    <a:pt x="80672" y="0"/>
                  </a:cubicBezTo>
                  <a:cubicBezTo>
                    <a:pt x="82883" y="0"/>
                    <a:pt x="84399" y="758"/>
                    <a:pt x="85915" y="758"/>
                  </a:cubicBezTo>
                  <a:lnTo>
                    <a:pt x="89642" y="1516"/>
                  </a:lnTo>
                  <a:cubicBezTo>
                    <a:pt x="91095" y="1516"/>
                    <a:pt x="92611" y="758"/>
                    <a:pt x="94063" y="758"/>
                  </a:cubicBezTo>
                  <a:cubicBezTo>
                    <a:pt x="95516" y="758"/>
                    <a:pt x="97095" y="0"/>
                    <a:pt x="99306" y="0"/>
                  </a:cubicBezTo>
                  <a:cubicBezTo>
                    <a:pt x="98548" y="8148"/>
                    <a:pt x="98548" y="17876"/>
                    <a:pt x="98548" y="29056"/>
                  </a:cubicBezTo>
                  <a:cubicBezTo>
                    <a:pt x="98548" y="40236"/>
                    <a:pt x="97853" y="53564"/>
                    <a:pt x="97853" y="69229"/>
                  </a:cubicBezTo>
                  <a:cubicBezTo>
                    <a:pt x="97853" y="84893"/>
                    <a:pt x="98548" y="100369"/>
                    <a:pt x="98548" y="116034"/>
                  </a:cubicBezTo>
                  <a:cubicBezTo>
                    <a:pt x="98548" y="131699"/>
                    <a:pt x="98548" y="147300"/>
                    <a:pt x="99306" y="162902"/>
                  </a:cubicBezTo>
                  <a:cubicBezTo>
                    <a:pt x="97883" y="162330"/>
                    <a:pt x="96353" y="162072"/>
                    <a:pt x="94821" y="162144"/>
                  </a:cubicBezTo>
                  <a:cubicBezTo>
                    <a:pt x="91928" y="161199"/>
                    <a:pt x="88809" y="161199"/>
                    <a:pt x="85915" y="162144"/>
                  </a:cubicBezTo>
                  <a:cubicBezTo>
                    <a:pt x="84383" y="162072"/>
                    <a:pt x="82853" y="162330"/>
                    <a:pt x="81430" y="162902"/>
                  </a:cubicBezTo>
                  <a:lnTo>
                    <a:pt x="81430" y="141994"/>
                  </a:lnTo>
                  <a:cubicBezTo>
                    <a:pt x="77826" y="148993"/>
                    <a:pt x="72418" y="154902"/>
                    <a:pt x="65766" y="159112"/>
                  </a:cubicBezTo>
                  <a:cubicBezTo>
                    <a:pt x="61001" y="162057"/>
                    <a:pt x="55616" y="163852"/>
                    <a:pt x="50038" y="164355"/>
                  </a:cubicBezTo>
                  <a:lnTo>
                    <a:pt x="50038" y="156207"/>
                  </a:lnTo>
                  <a:cubicBezTo>
                    <a:pt x="59198" y="156168"/>
                    <a:pt x="67789" y="151755"/>
                    <a:pt x="73156" y="144332"/>
                  </a:cubicBezTo>
                  <a:cubicBezTo>
                    <a:pt x="79011" y="133352"/>
                    <a:pt x="81845" y="121014"/>
                    <a:pt x="81367" y="108580"/>
                  </a:cubicBezTo>
                  <a:cubicBezTo>
                    <a:pt x="81890" y="97584"/>
                    <a:pt x="79024" y="86692"/>
                    <a:pt x="73156" y="77377"/>
                  </a:cubicBezTo>
                  <a:cubicBezTo>
                    <a:pt x="68146" y="70023"/>
                    <a:pt x="59684" y="65792"/>
                    <a:pt x="50795" y="66197"/>
                  </a:cubicBezTo>
                  <a:close/>
                  <a:moveTo>
                    <a:pt x="50038" y="66197"/>
                  </a:moveTo>
                  <a:cubicBezTo>
                    <a:pt x="40727" y="66367"/>
                    <a:pt x="32091" y="71086"/>
                    <a:pt x="26919" y="78830"/>
                  </a:cubicBezTo>
                  <a:cubicBezTo>
                    <a:pt x="20603" y="86283"/>
                    <a:pt x="18771" y="98158"/>
                    <a:pt x="18771" y="112307"/>
                  </a:cubicBezTo>
                  <a:cubicBezTo>
                    <a:pt x="18034" y="123725"/>
                    <a:pt x="20623" y="135112"/>
                    <a:pt x="26224" y="145089"/>
                  </a:cubicBezTo>
                  <a:cubicBezTo>
                    <a:pt x="31248" y="152419"/>
                    <a:pt x="39709" y="156625"/>
                    <a:pt x="48585" y="156207"/>
                  </a:cubicBezTo>
                  <a:lnTo>
                    <a:pt x="50101" y="156207"/>
                  </a:lnTo>
                  <a:lnTo>
                    <a:pt x="50101" y="164355"/>
                  </a:lnTo>
                  <a:lnTo>
                    <a:pt x="44100" y="164355"/>
                  </a:lnTo>
                  <a:cubicBezTo>
                    <a:pt x="31781" y="164908"/>
                    <a:pt x="19911" y="159675"/>
                    <a:pt x="12012" y="150206"/>
                  </a:cubicBezTo>
                  <a:cubicBezTo>
                    <a:pt x="3762" y="139604"/>
                    <a:pt x="-467" y="126424"/>
                    <a:pt x="74" y="113002"/>
                  </a:cubicBezTo>
                  <a:cubicBezTo>
                    <a:pt x="-666" y="98624"/>
                    <a:pt x="4151" y="84512"/>
                    <a:pt x="13528" y="73587"/>
                  </a:cubicBezTo>
                  <a:cubicBezTo>
                    <a:pt x="21335" y="63412"/>
                    <a:pt x="33555" y="57608"/>
                    <a:pt x="46374" y="57985"/>
                  </a:cubicBezTo>
                  <a:lnTo>
                    <a:pt x="50101" y="57985"/>
                  </a:lnTo>
                  <a:lnTo>
                    <a:pt x="50101" y="661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18" name="Google Shape;1418;p51"/>
            <p:cNvSpPr/>
            <p:nvPr/>
          </p:nvSpPr>
          <p:spPr>
            <a:xfrm>
              <a:off x="2150607" y="4942626"/>
              <a:ext cx="92693" cy="106562"/>
            </a:xfrm>
            <a:custGeom>
              <a:rect b="b" l="l" r="r" t="t"/>
              <a:pathLst>
                <a:path extrusionOk="0" h="106562" w="92693">
                  <a:moveTo>
                    <a:pt x="62880" y="50743"/>
                  </a:moveTo>
                  <a:cubicBezTo>
                    <a:pt x="55283" y="51774"/>
                    <a:pt x="47797" y="53508"/>
                    <a:pt x="40520" y="55923"/>
                  </a:cubicBezTo>
                  <a:lnTo>
                    <a:pt x="40520" y="48532"/>
                  </a:lnTo>
                  <a:cubicBezTo>
                    <a:pt x="48578" y="47729"/>
                    <a:pt x="56417" y="45437"/>
                    <a:pt x="63638" y="41774"/>
                  </a:cubicBezTo>
                  <a:lnTo>
                    <a:pt x="63638" y="37289"/>
                  </a:lnTo>
                  <a:cubicBezTo>
                    <a:pt x="64268" y="29623"/>
                    <a:pt x="62140" y="21985"/>
                    <a:pt x="57637" y="15750"/>
                  </a:cubicBezTo>
                  <a:cubicBezTo>
                    <a:pt x="53309" y="10901"/>
                    <a:pt x="46924" y="8413"/>
                    <a:pt x="40457" y="9054"/>
                  </a:cubicBezTo>
                  <a:lnTo>
                    <a:pt x="40457" y="906"/>
                  </a:lnTo>
                  <a:cubicBezTo>
                    <a:pt x="41973" y="906"/>
                    <a:pt x="43489" y="148"/>
                    <a:pt x="44941" y="148"/>
                  </a:cubicBezTo>
                  <a:cubicBezTo>
                    <a:pt x="54530" y="-753"/>
                    <a:pt x="64046" y="2488"/>
                    <a:pt x="71092" y="9054"/>
                  </a:cubicBezTo>
                  <a:cubicBezTo>
                    <a:pt x="77161" y="17157"/>
                    <a:pt x="80059" y="27198"/>
                    <a:pt x="79240" y="37289"/>
                  </a:cubicBezTo>
                  <a:lnTo>
                    <a:pt x="79240" y="39563"/>
                  </a:lnTo>
                  <a:lnTo>
                    <a:pt x="78482" y="76704"/>
                  </a:lnTo>
                  <a:lnTo>
                    <a:pt x="78482" y="83020"/>
                  </a:lnTo>
                  <a:cubicBezTo>
                    <a:pt x="78101" y="87114"/>
                    <a:pt x="78890" y="91232"/>
                    <a:pt x="80756" y="94895"/>
                  </a:cubicBezTo>
                  <a:cubicBezTo>
                    <a:pt x="81715" y="95891"/>
                    <a:pt x="82878" y="96667"/>
                    <a:pt x="84167" y="97169"/>
                  </a:cubicBezTo>
                  <a:cubicBezTo>
                    <a:pt x="85445" y="97705"/>
                    <a:pt x="86823" y="97963"/>
                    <a:pt x="88209" y="97927"/>
                  </a:cubicBezTo>
                  <a:lnTo>
                    <a:pt x="89409" y="97927"/>
                  </a:lnTo>
                  <a:lnTo>
                    <a:pt x="90420" y="97295"/>
                  </a:lnTo>
                  <a:lnTo>
                    <a:pt x="91936" y="97295"/>
                  </a:lnTo>
                  <a:lnTo>
                    <a:pt x="92694" y="101780"/>
                  </a:lnTo>
                  <a:lnTo>
                    <a:pt x="91936" y="101780"/>
                  </a:lnTo>
                  <a:cubicBezTo>
                    <a:pt x="86379" y="103695"/>
                    <a:pt x="80610" y="104926"/>
                    <a:pt x="74755" y="105444"/>
                  </a:cubicBezTo>
                  <a:cubicBezTo>
                    <a:pt x="71784" y="105390"/>
                    <a:pt x="68916" y="104345"/>
                    <a:pt x="66607" y="102475"/>
                  </a:cubicBezTo>
                  <a:cubicBezTo>
                    <a:pt x="64654" y="99575"/>
                    <a:pt x="63380" y="96271"/>
                    <a:pt x="62880" y="92811"/>
                  </a:cubicBezTo>
                  <a:cubicBezTo>
                    <a:pt x="58584" y="97188"/>
                    <a:pt x="53507" y="100723"/>
                    <a:pt x="47910" y="103233"/>
                  </a:cubicBezTo>
                  <a:cubicBezTo>
                    <a:pt x="45562" y="104535"/>
                    <a:pt x="43057" y="105533"/>
                    <a:pt x="40457" y="106201"/>
                  </a:cubicBezTo>
                  <a:lnTo>
                    <a:pt x="40457" y="98053"/>
                  </a:lnTo>
                  <a:cubicBezTo>
                    <a:pt x="43316" y="98017"/>
                    <a:pt x="46119" y="97256"/>
                    <a:pt x="48605" y="95843"/>
                  </a:cubicBezTo>
                  <a:cubicBezTo>
                    <a:pt x="52434" y="94220"/>
                    <a:pt x="55959" y="91955"/>
                    <a:pt x="59027" y="89147"/>
                  </a:cubicBezTo>
                  <a:cubicBezTo>
                    <a:pt x="60279" y="87844"/>
                    <a:pt x="61285" y="86324"/>
                    <a:pt x="61996" y="84662"/>
                  </a:cubicBezTo>
                  <a:cubicBezTo>
                    <a:pt x="62754" y="83968"/>
                    <a:pt x="62754" y="81757"/>
                    <a:pt x="62754" y="79483"/>
                  </a:cubicBezTo>
                  <a:lnTo>
                    <a:pt x="62754" y="51122"/>
                  </a:lnTo>
                  <a:close/>
                  <a:moveTo>
                    <a:pt x="40394" y="55923"/>
                  </a:moveTo>
                  <a:cubicBezTo>
                    <a:pt x="35352" y="56696"/>
                    <a:pt x="30518" y="58479"/>
                    <a:pt x="26181" y="61165"/>
                  </a:cubicBezTo>
                  <a:cubicBezTo>
                    <a:pt x="23483" y="62945"/>
                    <a:pt x="21304" y="65408"/>
                    <a:pt x="19865" y="68303"/>
                  </a:cubicBezTo>
                  <a:cubicBezTo>
                    <a:pt x="18430" y="71157"/>
                    <a:pt x="17755" y="74334"/>
                    <a:pt x="17907" y="77525"/>
                  </a:cubicBezTo>
                  <a:cubicBezTo>
                    <a:pt x="17451" y="83014"/>
                    <a:pt x="19358" y="88437"/>
                    <a:pt x="23149" y="92432"/>
                  </a:cubicBezTo>
                  <a:cubicBezTo>
                    <a:pt x="26853" y="96189"/>
                    <a:pt x="32045" y="98089"/>
                    <a:pt x="37298" y="97611"/>
                  </a:cubicBezTo>
                  <a:lnTo>
                    <a:pt x="40330" y="97611"/>
                  </a:lnTo>
                  <a:lnTo>
                    <a:pt x="40330" y="105759"/>
                  </a:lnTo>
                  <a:cubicBezTo>
                    <a:pt x="36873" y="106391"/>
                    <a:pt x="33357" y="106645"/>
                    <a:pt x="29845" y="106517"/>
                  </a:cubicBezTo>
                  <a:cubicBezTo>
                    <a:pt x="21823" y="106927"/>
                    <a:pt x="13912" y="104513"/>
                    <a:pt x="7485" y="99696"/>
                  </a:cubicBezTo>
                  <a:cubicBezTo>
                    <a:pt x="4998" y="97149"/>
                    <a:pt x="3063" y="94117"/>
                    <a:pt x="1800" y="90789"/>
                  </a:cubicBezTo>
                  <a:cubicBezTo>
                    <a:pt x="515" y="87470"/>
                    <a:pt x="-86" y="83925"/>
                    <a:pt x="31" y="80367"/>
                  </a:cubicBezTo>
                  <a:cubicBezTo>
                    <a:pt x="-286" y="73665"/>
                    <a:pt x="1822" y="67072"/>
                    <a:pt x="5969" y="61797"/>
                  </a:cubicBezTo>
                  <a:cubicBezTo>
                    <a:pt x="11165" y="56368"/>
                    <a:pt x="17959" y="52739"/>
                    <a:pt x="25360" y="51438"/>
                  </a:cubicBezTo>
                  <a:cubicBezTo>
                    <a:pt x="29087" y="50680"/>
                    <a:pt x="33572" y="49922"/>
                    <a:pt x="40330" y="49164"/>
                  </a:cubicBezTo>
                  <a:lnTo>
                    <a:pt x="40330" y="55859"/>
                  </a:lnTo>
                  <a:close/>
                  <a:moveTo>
                    <a:pt x="40394" y="906"/>
                  </a:moveTo>
                  <a:lnTo>
                    <a:pt x="40394" y="8865"/>
                  </a:lnTo>
                  <a:lnTo>
                    <a:pt x="38878" y="8865"/>
                  </a:lnTo>
                  <a:cubicBezTo>
                    <a:pt x="33400" y="8507"/>
                    <a:pt x="27942" y="9805"/>
                    <a:pt x="23213" y="12591"/>
                  </a:cubicBezTo>
                  <a:cubicBezTo>
                    <a:pt x="18220" y="15062"/>
                    <a:pt x="14067" y="18951"/>
                    <a:pt x="11274" y="23772"/>
                  </a:cubicBezTo>
                  <a:lnTo>
                    <a:pt x="9001" y="23772"/>
                  </a:lnTo>
                  <a:lnTo>
                    <a:pt x="9759" y="12591"/>
                  </a:lnTo>
                  <a:cubicBezTo>
                    <a:pt x="14249" y="8489"/>
                    <a:pt x="19602" y="5445"/>
                    <a:pt x="25423" y="3685"/>
                  </a:cubicBezTo>
                  <a:cubicBezTo>
                    <a:pt x="30188" y="1636"/>
                    <a:pt x="35334" y="624"/>
                    <a:pt x="40520" y="7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19" name="Google Shape;1419;p51"/>
            <p:cNvSpPr/>
            <p:nvPr/>
          </p:nvSpPr>
          <p:spPr>
            <a:xfrm>
              <a:off x="2253002" y="4942873"/>
              <a:ext cx="89909" cy="107071"/>
            </a:xfrm>
            <a:custGeom>
              <a:rect b="b" l="l" r="r" t="t"/>
              <a:pathLst>
                <a:path extrusionOk="0" h="107071" w="89909">
                  <a:moveTo>
                    <a:pt x="88141" y="95911"/>
                  </a:moveTo>
                  <a:cubicBezTo>
                    <a:pt x="83325" y="99777"/>
                    <a:pt x="77719" y="102537"/>
                    <a:pt x="71718" y="103996"/>
                  </a:cubicBezTo>
                  <a:cubicBezTo>
                    <a:pt x="64992" y="106274"/>
                    <a:pt x="57906" y="107302"/>
                    <a:pt x="50810" y="107028"/>
                  </a:cubicBezTo>
                  <a:cubicBezTo>
                    <a:pt x="36821" y="107480"/>
                    <a:pt x="23281" y="102051"/>
                    <a:pt x="13480" y="92058"/>
                  </a:cubicBezTo>
                  <a:cubicBezTo>
                    <a:pt x="4109" y="81483"/>
                    <a:pt x="-704" y="67635"/>
                    <a:pt x="89" y="53527"/>
                  </a:cubicBezTo>
                  <a:cubicBezTo>
                    <a:pt x="-750" y="39258"/>
                    <a:pt x="4374" y="25280"/>
                    <a:pt x="14238" y="14934"/>
                  </a:cubicBezTo>
                  <a:cubicBezTo>
                    <a:pt x="24927" y="4929"/>
                    <a:pt x="39146" y="-431"/>
                    <a:pt x="53779" y="27"/>
                  </a:cubicBezTo>
                  <a:cubicBezTo>
                    <a:pt x="60165" y="3"/>
                    <a:pt x="66529" y="767"/>
                    <a:pt x="72729" y="2301"/>
                  </a:cubicBezTo>
                  <a:cubicBezTo>
                    <a:pt x="78634" y="3885"/>
                    <a:pt x="84384" y="5999"/>
                    <a:pt x="89909" y="8617"/>
                  </a:cubicBezTo>
                  <a:cubicBezTo>
                    <a:pt x="88382" y="11481"/>
                    <a:pt x="87134" y="14484"/>
                    <a:pt x="86183" y="17587"/>
                  </a:cubicBezTo>
                  <a:cubicBezTo>
                    <a:pt x="85425" y="20555"/>
                    <a:pt x="84667" y="23524"/>
                    <a:pt x="83909" y="27251"/>
                  </a:cubicBezTo>
                  <a:cubicBezTo>
                    <a:pt x="81198" y="21192"/>
                    <a:pt x="77110" y="15850"/>
                    <a:pt x="71971" y="11649"/>
                  </a:cubicBezTo>
                  <a:cubicBezTo>
                    <a:pt x="66549" y="8378"/>
                    <a:pt x="60362" y="6592"/>
                    <a:pt x="54032" y="6470"/>
                  </a:cubicBezTo>
                  <a:cubicBezTo>
                    <a:pt x="48884" y="6344"/>
                    <a:pt x="43779" y="7426"/>
                    <a:pt x="39125" y="9628"/>
                  </a:cubicBezTo>
                  <a:cubicBezTo>
                    <a:pt x="34471" y="11828"/>
                    <a:pt x="30386" y="15070"/>
                    <a:pt x="27187" y="19103"/>
                  </a:cubicBezTo>
                  <a:cubicBezTo>
                    <a:pt x="20326" y="29162"/>
                    <a:pt x="16913" y="41174"/>
                    <a:pt x="17459" y="53338"/>
                  </a:cubicBezTo>
                  <a:cubicBezTo>
                    <a:pt x="16906" y="65383"/>
                    <a:pt x="20618" y="77238"/>
                    <a:pt x="27945" y="86815"/>
                  </a:cubicBezTo>
                  <a:cubicBezTo>
                    <a:pt x="33324" y="93103"/>
                    <a:pt x="40709" y="97342"/>
                    <a:pt x="48852" y="98817"/>
                  </a:cubicBezTo>
                  <a:cubicBezTo>
                    <a:pt x="57018" y="100287"/>
                    <a:pt x="65440" y="98928"/>
                    <a:pt x="72729" y="94964"/>
                  </a:cubicBezTo>
                  <a:cubicBezTo>
                    <a:pt x="78781" y="92213"/>
                    <a:pt x="84136" y="88132"/>
                    <a:pt x="88393" y="83025"/>
                  </a:cubicBezTo>
                  <a:lnTo>
                    <a:pt x="88393" y="9565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0" name="Google Shape;1420;p51"/>
            <p:cNvSpPr/>
            <p:nvPr/>
          </p:nvSpPr>
          <p:spPr>
            <a:xfrm>
              <a:off x="2359081" y="4896046"/>
              <a:ext cx="22297" cy="151770"/>
            </a:xfrm>
            <a:custGeom>
              <a:rect b="b" l="l" r="r" t="t"/>
              <a:pathLst>
                <a:path extrusionOk="0" h="151770" w="22297">
                  <a:moveTo>
                    <a:pt x="2211" y="151644"/>
                  </a:moveTo>
                  <a:cubicBezTo>
                    <a:pt x="2211" y="141222"/>
                    <a:pt x="2969" y="132316"/>
                    <a:pt x="2969" y="123347"/>
                  </a:cubicBezTo>
                  <a:lnTo>
                    <a:pt x="2969" y="74394"/>
                  </a:lnTo>
                  <a:cubicBezTo>
                    <a:pt x="2969" y="66246"/>
                    <a:pt x="2211" y="58034"/>
                    <a:pt x="2211" y="49128"/>
                  </a:cubicBezTo>
                  <a:cubicBezTo>
                    <a:pt x="3727" y="49128"/>
                    <a:pt x="5180" y="49886"/>
                    <a:pt x="6695" y="49886"/>
                  </a:cubicBezTo>
                  <a:lnTo>
                    <a:pt x="15665" y="49886"/>
                  </a:lnTo>
                  <a:cubicBezTo>
                    <a:pt x="17049" y="49257"/>
                    <a:pt x="18572" y="48996"/>
                    <a:pt x="20087" y="49128"/>
                  </a:cubicBezTo>
                  <a:cubicBezTo>
                    <a:pt x="19392" y="58034"/>
                    <a:pt x="19392" y="66941"/>
                    <a:pt x="19392" y="74394"/>
                  </a:cubicBezTo>
                  <a:lnTo>
                    <a:pt x="19392" y="123473"/>
                  </a:lnTo>
                  <a:cubicBezTo>
                    <a:pt x="19392" y="132442"/>
                    <a:pt x="19392" y="141349"/>
                    <a:pt x="20087" y="151771"/>
                  </a:cubicBezTo>
                  <a:cubicBezTo>
                    <a:pt x="18702" y="151142"/>
                    <a:pt x="17179" y="150881"/>
                    <a:pt x="15665" y="151013"/>
                  </a:cubicBezTo>
                  <a:cubicBezTo>
                    <a:pt x="14149" y="151013"/>
                    <a:pt x="12696" y="150255"/>
                    <a:pt x="11180" y="150255"/>
                  </a:cubicBezTo>
                  <a:close/>
                  <a:moveTo>
                    <a:pt x="0" y="11229"/>
                  </a:moveTo>
                  <a:cubicBezTo>
                    <a:pt x="181" y="8264"/>
                    <a:pt x="1212" y="5413"/>
                    <a:pt x="2969" y="3018"/>
                  </a:cubicBezTo>
                  <a:cubicBezTo>
                    <a:pt x="4052" y="1980"/>
                    <a:pt x="5344" y="1183"/>
                    <a:pt x="6759" y="681"/>
                  </a:cubicBezTo>
                  <a:cubicBezTo>
                    <a:pt x="8156" y="185"/>
                    <a:pt x="9637" y="-30"/>
                    <a:pt x="11117" y="49"/>
                  </a:cubicBezTo>
                  <a:cubicBezTo>
                    <a:pt x="13940" y="-254"/>
                    <a:pt x="16729" y="857"/>
                    <a:pt x="18570" y="3018"/>
                  </a:cubicBezTo>
                  <a:cubicBezTo>
                    <a:pt x="20844" y="5158"/>
                    <a:pt x="22183" y="8108"/>
                    <a:pt x="22297" y="11229"/>
                  </a:cubicBezTo>
                  <a:cubicBezTo>
                    <a:pt x="22159" y="14110"/>
                    <a:pt x="20804" y="16796"/>
                    <a:pt x="18570" y="18620"/>
                  </a:cubicBezTo>
                  <a:cubicBezTo>
                    <a:pt x="17723" y="19804"/>
                    <a:pt x="16594" y="20759"/>
                    <a:pt x="15286" y="21399"/>
                  </a:cubicBezTo>
                  <a:cubicBezTo>
                    <a:pt x="13988" y="22030"/>
                    <a:pt x="12561" y="22354"/>
                    <a:pt x="11117" y="22346"/>
                  </a:cubicBezTo>
                  <a:cubicBezTo>
                    <a:pt x="8017" y="22222"/>
                    <a:pt x="5090" y="20884"/>
                    <a:pt x="2969" y="18620"/>
                  </a:cubicBezTo>
                  <a:cubicBezTo>
                    <a:pt x="1231" y="16527"/>
                    <a:pt x="193" y="13942"/>
                    <a:pt x="0" y="112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1" name="Google Shape;1421;p51"/>
            <p:cNvSpPr/>
            <p:nvPr/>
          </p:nvSpPr>
          <p:spPr>
            <a:xfrm>
              <a:off x="2402286" y="4893042"/>
              <a:ext cx="103150" cy="156217"/>
            </a:xfrm>
            <a:custGeom>
              <a:rect b="b" l="l" r="r" t="t"/>
              <a:pathLst>
                <a:path extrusionOk="0" h="156217" w="103150">
                  <a:moveTo>
                    <a:pt x="51542" y="150163"/>
                  </a:moveTo>
                  <a:cubicBezTo>
                    <a:pt x="61241" y="150663"/>
                    <a:pt x="70526" y="146187"/>
                    <a:pt x="76177" y="138288"/>
                  </a:cubicBezTo>
                  <a:cubicBezTo>
                    <a:pt x="82177" y="130835"/>
                    <a:pt x="84388" y="118960"/>
                    <a:pt x="84388" y="104811"/>
                  </a:cubicBezTo>
                  <a:cubicBezTo>
                    <a:pt x="84388" y="89209"/>
                    <a:pt x="82114" y="76513"/>
                    <a:pt x="76177" y="68365"/>
                  </a:cubicBezTo>
                  <a:cubicBezTo>
                    <a:pt x="70534" y="60457"/>
                    <a:pt x="61244" y="55979"/>
                    <a:pt x="51543" y="56490"/>
                  </a:cubicBezTo>
                  <a:lnTo>
                    <a:pt x="51542" y="49795"/>
                  </a:lnTo>
                  <a:cubicBezTo>
                    <a:pt x="65524" y="49318"/>
                    <a:pt x="79065" y="54725"/>
                    <a:pt x="88873" y="64701"/>
                  </a:cubicBezTo>
                  <a:cubicBezTo>
                    <a:pt x="98666" y="75121"/>
                    <a:pt x="103797" y="89077"/>
                    <a:pt x="103085" y="103358"/>
                  </a:cubicBezTo>
                  <a:cubicBezTo>
                    <a:pt x="103671" y="117639"/>
                    <a:pt x="98558" y="131567"/>
                    <a:pt x="88873" y="142078"/>
                  </a:cubicBezTo>
                  <a:cubicBezTo>
                    <a:pt x="78860" y="151651"/>
                    <a:pt x="65383" y="156736"/>
                    <a:pt x="51542" y="156164"/>
                  </a:cubicBezTo>
                  <a:lnTo>
                    <a:pt x="51542" y="150227"/>
                  </a:lnTo>
                  <a:close/>
                  <a:moveTo>
                    <a:pt x="51542" y="30466"/>
                  </a:moveTo>
                  <a:lnTo>
                    <a:pt x="51542" y="18528"/>
                  </a:lnTo>
                  <a:lnTo>
                    <a:pt x="63481" y="5895"/>
                  </a:lnTo>
                  <a:cubicBezTo>
                    <a:pt x="65240" y="4120"/>
                    <a:pt x="67265" y="2629"/>
                    <a:pt x="69481" y="1473"/>
                  </a:cubicBezTo>
                  <a:cubicBezTo>
                    <a:pt x="70819" y="645"/>
                    <a:pt x="72335" y="147"/>
                    <a:pt x="73903" y="21"/>
                  </a:cubicBezTo>
                  <a:cubicBezTo>
                    <a:pt x="76223" y="-142"/>
                    <a:pt x="78507" y="658"/>
                    <a:pt x="80219" y="2231"/>
                  </a:cubicBezTo>
                  <a:cubicBezTo>
                    <a:pt x="81138" y="3806"/>
                    <a:pt x="81638" y="5589"/>
                    <a:pt x="81672" y="7411"/>
                  </a:cubicBezTo>
                  <a:cubicBezTo>
                    <a:pt x="81863" y="8200"/>
                    <a:pt x="81863" y="9022"/>
                    <a:pt x="81672" y="9811"/>
                  </a:cubicBezTo>
                  <a:cubicBezTo>
                    <a:pt x="81390" y="10582"/>
                    <a:pt x="80961" y="11290"/>
                    <a:pt x="80409" y="11896"/>
                  </a:cubicBezTo>
                  <a:cubicBezTo>
                    <a:pt x="79281" y="13718"/>
                    <a:pt x="77746" y="15253"/>
                    <a:pt x="75924" y="16380"/>
                  </a:cubicBezTo>
                  <a:lnTo>
                    <a:pt x="52048" y="30529"/>
                  </a:lnTo>
                  <a:close/>
                  <a:moveTo>
                    <a:pt x="51542" y="56490"/>
                  </a:moveTo>
                  <a:cubicBezTo>
                    <a:pt x="41766" y="55669"/>
                    <a:pt x="32321" y="60247"/>
                    <a:pt x="26908" y="68428"/>
                  </a:cubicBezTo>
                  <a:cubicBezTo>
                    <a:pt x="20971" y="76513"/>
                    <a:pt x="18760" y="87757"/>
                    <a:pt x="18760" y="103358"/>
                  </a:cubicBezTo>
                  <a:cubicBezTo>
                    <a:pt x="18760" y="118960"/>
                    <a:pt x="20971" y="130140"/>
                    <a:pt x="26908" y="138352"/>
                  </a:cubicBezTo>
                  <a:cubicBezTo>
                    <a:pt x="32574" y="146232"/>
                    <a:pt x="41848" y="150702"/>
                    <a:pt x="51542" y="150227"/>
                  </a:cubicBezTo>
                  <a:lnTo>
                    <a:pt x="51542" y="156164"/>
                  </a:lnTo>
                  <a:cubicBezTo>
                    <a:pt x="37530" y="156819"/>
                    <a:pt x="23919" y="151383"/>
                    <a:pt x="14212" y="141257"/>
                  </a:cubicBezTo>
                  <a:cubicBezTo>
                    <a:pt x="4483" y="131109"/>
                    <a:pt x="-635" y="117400"/>
                    <a:pt x="63" y="103358"/>
                  </a:cubicBezTo>
                  <a:cubicBezTo>
                    <a:pt x="-516" y="89109"/>
                    <a:pt x="4571" y="75210"/>
                    <a:pt x="14212" y="64702"/>
                  </a:cubicBezTo>
                  <a:cubicBezTo>
                    <a:pt x="24094" y="54831"/>
                    <a:pt x="37578" y="49424"/>
                    <a:pt x="51542" y="49732"/>
                  </a:cubicBezTo>
                  <a:lnTo>
                    <a:pt x="51542" y="56553"/>
                  </a:lnTo>
                  <a:close/>
                  <a:moveTo>
                    <a:pt x="51542" y="18591"/>
                  </a:moveTo>
                  <a:lnTo>
                    <a:pt x="51542" y="30529"/>
                  </a:lnTo>
                  <a:lnTo>
                    <a:pt x="39604" y="37920"/>
                  </a:lnTo>
                  <a:lnTo>
                    <a:pt x="32909" y="37920"/>
                  </a:lnTo>
                  <a:lnTo>
                    <a:pt x="51542" y="185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2" name="Google Shape;1422;p51"/>
            <p:cNvSpPr/>
            <p:nvPr/>
          </p:nvSpPr>
          <p:spPr>
            <a:xfrm>
              <a:off x="2592918" y="4898104"/>
              <a:ext cx="95331" cy="149712"/>
            </a:xfrm>
            <a:custGeom>
              <a:rect b="b" l="l" r="r" t="t"/>
              <a:pathLst>
                <a:path extrusionOk="0" h="149712" w="95331">
                  <a:moveTo>
                    <a:pt x="46805" y="72336"/>
                  </a:moveTo>
                  <a:cubicBezTo>
                    <a:pt x="52653" y="71161"/>
                    <a:pt x="58225" y="68889"/>
                    <a:pt x="63228" y="65640"/>
                  </a:cubicBezTo>
                  <a:cubicBezTo>
                    <a:pt x="71290" y="59834"/>
                    <a:pt x="75800" y="50289"/>
                    <a:pt x="75166" y="40374"/>
                  </a:cubicBezTo>
                  <a:cubicBezTo>
                    <a:pt x="75723" y="31147"/>
                    <a:pt x="72161" y="22148"/>
                    <a:pt x="65439" y="15803"/>
                  </a:cubicBezTo>
                  <a:cubicBezTo>
                    <a:pt x="59741" y="12341"/>
                    <a:pt x="53403" y="10064"/>
                    <a:pt x="46805" y="9108"/>
                  </a:cubicBezTo>
                  <a:lnTo>
                    <a:pt x="46805" y="201"/>
                  </a:lnTo>
                  <a:cubicBezTo>
                    <a:pt x="62470" y="201"/>
                    <a:pt x="74408" y="3170"/>
                    <a:pt x="82619" y="9866"/>
                  </a:cubicBezTo>
                  <a:cubicBezTo>
                    <a:pt x="91277" y="16608"/>
                    <a:pt x="96013" y="27216"/>
                    <a:pt x="95252" y="38163"/>
                  </a:cubicBezTo>
                  <a:cubicBezTo>
                    <a:pt x="95929" y="51023"/>
                    <a:pt x="90029" y="63346"/>
                    <a:pt x="79587" y="70883"/>
                  </a:cubicBezTo>
                  <a:cubicBezTo>
                    <a:pt x="69856" y="77408"/>
                    <a:pt x="58456" y="81004"/>
                    <a:pt x="46742" y="81242"/>
                  </a:cubicBezTo>
                  <a:lnTo>
                    <a:pt x="46742" y="72336"/>
                  </a:lnTo>
                  <a:close/>
                  <a:moveTo>
                    <a:pt x="18444" y="73852"/>
                  </a:moveTo>
                  <a:lnTo>
                    <a:pt x="28108" y="73852"/>
                  </a:lnTo>
                  <a:cubicBezTo>
                    <a:pt x="34453" y="73800"/>
                    <a:pt x="40785" y="73293"/>
                    <a:pt x="47058" y="72336"/>
                  </a:cubicBezTo>
                  <a:lnTo>
                    <a:pt x="47058" y="81242"/>
                  </a:lnTo>
                  <a:cubicBezTo>
                    <a:pt x="43119" y="81934"/>
                    <a:pt x="39115" y="82189"/>
                    <a:pt x="35119" y="82000"/>
                  </a:cubicBezTo>
                  <a:lnTo>
                    <a:pt x="28361" y="82000"/>
                  </a:lnTo>
                  <a:cubicBezTo>
                    <a:pt x="25121" y="82127"/>
                    <a:pt x="21877" y="81873"/>
                    <a:pt x="18697" y="81242"/>
                  </a:cubicBezTo>
                  <a:lnTo>
                    <a:pt x="18697" y="128110"/>
                  </a:lnTo>
                  <a:cubicBezTo>
                    <a:pt x="18697" y="134806"/>
                    <a:pt x="19391" y="141564"/>
                    <a:pt x="19391" y="149712"/>
                  </a:cubicBezTo>
                  <a:cubicBezTo>
                    <a:pt x="17726" y="149144"/>
                    <a:pt x="15970" y="148887"/>
                    <a:pt x="14212" y="148955"/>
                  </a:cubicBezTo>
                  <a:cubicBezTo>
                    <a:pt x="13054" y="148389"/>
                    <a:pt x="11772" y="148128"/>
                    <a:pt x="10485" y="148197"/>
                  </a:cubicBezTo>
                  <a:cubicBezTo>
                    <a:pt x="8706" y="148129"/>
                    <a:pt x="6929" y="148386"/>
                    <a:pt x="5243" y="148955"/>
                  </a:cubicBezTo>
                  <a:cubicBezTo>
                    <a:pt x="3461" y="148834"/>
                    <a:pt x="1674" y="149092"/>
                    <a:pt x="0" y="149712"/>
                  </a:cubicBezTo>
                  <a:cubicBezTo>
                    <a:pt x="0" y="137837"/>
                    <a:pt x="758" y="125141"/>
                    <a:pt x="758" y="113266"/>
                  </a:cubicBezTo>
                  <a:lnTo>
                    <a:pt x="758" y="36521"/>
                  </a:lnTo>
                  <a:cubicBezTo>
                    <a:pt x="758" y="24583"/>
                    <a:pt x="0" y="11950"/>
                    <a:pt x="0" y="770"/>
                  </a:cubicBezTo>
                  <a:cubicBezTo>
                    <a:pt x="1782" y="649"/>
                    <a:pt x="3568" y="908"/>
                    <a:pt x="5243" y="1528"/>
                  </a:cubicBezTo>
                  <a:lnTo>
                    <a:pt x="10485" y="1528"/>
                  </a:lnTo>
                  <a:cubicBezTo>
                    <a:pt x="16170" y="1528"/>
                    <a:pt x="21918" y="1528"/>
                    <a:pt x="27603" y="770"/>
                  </a:cubicBezTo>
                  <a:cubicBezTo>
                    <a:pt x="34071" y="193"/>
                    <a:pt x="40564" y="-60"/>
                    <a:pt x="47058" y="12"/>
                  </a:cubicBezTo>
                  <a:lnTo>
                    <a:pt x="47058" y="9171"/>
                  </a:lnTo>
                  <a:cubicBezTo>
                    <a:pt x="42348" y="8541"/>
                    <a:pt x="37595" y="8287"/>
                    <a:pt x="32846" y="8413"/>
                  </a:cubicBezTo>
                  <a:cubicBezTo>
                    <a:pt x="28622" y="8354"/>
                    <a:pt x="24399" y="8607"/>
                    <a:pt x="20213" y="9171"/>
                  </a:cubicBezTo>
                  <a:cubicBezTo>
                    <a:pt x="20213" y="13592"/>
                    <a:pt x="19455" y="21046"/>
                    <a:pt x="19455" y="31468"/>
                  </a:cubicBezTo>
                  <a:cubicBezTo>
                    <a:pt x="19455" y="41890"/>
                    <a:pt x="18760" y="48586"/>
                    <a:pt x="18760" y="53765"/>
                  </a:cubicBezTo>
                  <a:lnTo>
                    <a:pt x="18760" y="739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3" name="Google Shape;1423;p51"/>
            <p:cNvSpPr/>
            <p:nvPr/>
          </p:nvSpPr>
          <p:spPr>
            <a:xfrm>
              <a:off x="2701649" y="4944984"/>
              <a:ext cx="86763" cy="105049"/>
            </a:xfrm>
            <a:custGeom>
              <a:rect b="b" l="l" r="r" t="t"/>
              <a:pathLst>
                <a:path extrusionOk="0" h="105049" w="86763">
                  <a:moveTo>
                    <a:pt x="69394" y="102706"/>
                  </a:moveTo>
                  <a:lnTo>
                    <a:pt x="69394" y="84894"/>
                  </a:lnTo>
                  <a:cubicBezTo>
                    <a:pt x="66282" y="91172"/>
                    <a:pt x="61352" y="96366"/>
                    <a:pt x="55245" y="99801"/>
                  </a:cubicBezTo>
                  <a:cubicBezTo>
                    <a:pt x="48923" y="103513"/>
                    <a:pt x="41661" y="105312"/>
                    <a:pt x="34337" y="104980"/>
                  </a:cubicBezTo>
                  <a:cubicBezTo>
                    <a:pt x="25054" y="105574"/>
                    <a:pt x="15930" y="102358"/>
                    <a:pt x="9071" y="96074"/>
                  </a:cubicBezTo>
                  <a:cubicBezTo>
                    <a:pt x="2603" y="88715"/>
                    <a:pt x="-630" y="79062"/>
                    <a:pt x="102" y="69292"/>
                  </a:cubicBezTo>
                  <a:cubicBezTo>
                    <a:pt x="102" y="67776"/>
                    <a:pt x="102" y="61839"/>
                    <a:pt x="860" y="50658"/>
                  </a:cubicBezTo>
                  <a:cubicBezTo>
                    <a:pt x="1618" y="39478"/>
                    <a:pt x="1618" y="28361"/>
                    <a:pt x="1618" y="18697"/>
                  </a:cubicBezTo>
                  <a:lnTo>
                    <a:pt x="1618" y="11244"/>
                  </a:lnTo>
                  <a:cubicBezTo>
                    <a:pt x="924" y="7581"/>
                    <a:pt x="670" y="3849"/>
                    <a:pt x="860" y="127"/>
                  </a:cubicBezTo>
                  <a:cubicBezTo>
                    <a:pt x="2376" y="127"/>
                    <a:pt x="3892" y="885"/>
                    <a:pt x="5345" y="885"/>
                  </a:cubicBezTo>
                  <a:lnTo>
                    <a:pt x="14314" y="885"/>
                  </a:lnTo>
                  <a:cubicBezTo>
                    <a:pt x="15830" y="885"/>
                    <a:pt x="17283" y="127"/>
                    <a:pt x="18799" y="127"/>
                  </a:cubicBezTo>
                  <a:cubicBezTo>
                    <a:pt x="18041" y="10549"/>
                    <a:pt x="17283" y="20213"/>
                    <a:pt x="16525" y="30635"/>
                  </a:cubicBezTo>
                  <a:cubicBezTo>
                    <a:pt x="15767" y="41057"/>
                    <a:pt x="15830" y="51416"/>
                    <a:pt x="15830" y="61081"/>
                  </a:cubicBezTo>
                  <a:cubicBezTo>
                    <a:pt x="15197" y="69910"/>
                    <a:pt x="17268" y="78723"/>
                    <a:pt x="21767" y="86347"/>
                  </a:cubicBezTo>
                  <a:cubicBezTo>
                    <a:pt x="26406" y="92209"/>
                    <a:pt x="33726" y="95285"/>
                    <a:pt x="41159" y="94495"/>
                  </a:cubicBezTo>
                  <a:cubicBezTo>
                    <a:pt x="46376" y="94476"/>
                    <a:pt x="51512" y="93197"/>
                    <a:pt x="56129" y="90768"/>
                  </a:cubicBezTo>
                  <a:cubicBezTo>
                    <a:pt x="60711" y="87894"/>
                    <a:pt x="64355" y="83745"/>
                    <a:pt x="66614" y="78830"/>
                  </a:cubicBezTo>
                  <a:cubicBezTo>
                    <a:pt x="68330" y="74296"/>
                    <a:pt x="69331" y="69523"/>
                    <a:pt x="69583" y="64681"/>
                  </a:cubicBezTo>
                  <a:cubicBezTo>
                    <a:pt x="70341" y="58743"/>
                    <a:pt x="70341" y="46111"/>
                    <a:pt x="70341" y="26782"/>
                  </a:cubicBezTo>
                  <a:lnTo>
                    <a:pt x="70341" y="13391"/>
                  </a:lnTo>
                  <a:cubicBezTo>
                    <a:pt x="69709" y="8957"/>
                    <a:pt x="69456" y="4477"/>
                    <a:pt x="69583" y="0"/>
                  </a:cubicBezTo>
                  <a:cubicBezTo>
                    <a:pt x="70863" y="2"/>
                    <a:pt x="72130" y="260"/>
                    <a:pt x="73310" y="758"/>
                  </a:cubicBezTo>
                  <a:lnTo>
                    <a:pt x="83037" y="758"/>
                  </a:lnTo>
                  <a:cubicBezTo>
                    <a:pt x="84213" y="248"/>
                    <a:pt x="85482" y="-11"/>
                    <a:pt x="86764" y="0"/>
                  </a:cubicBezTo>
                  <a:cubicBezTo>
                    <a:pt x="86764" y="5938"/>
                    <a:pt x="86006" y="13391"/>
                    <a:pt x="86006" y="23055"/>
                  </a:cubicBezTo>
                  <a:lnTo>
                    <a:pt x="86006" y="84831"/>
                  </a:lnTo>
                  <a:cubicBezTo>
                    <a:pt x="86006" y="90768"/>
                    <a:pt x="86764" y="96706"/>
                    <a:pt x="86764" y="102643"/>
                  </a:cubicBezTo>
                  <a:cubicBezTo>
                    <a:pt x="85714" y="102637"/>
                    <a:pt x="84679" y="102400"/>
                    <a:pt x="83732" y="101948"/>
                  </a:cubicBezTo>
                  <a:lnTo>
                    <a:pt x="76278" y="101948"/>
                  </a:lnTo>
                  <a:cubicBezTo>
                    <a:pt x="74763" y="101948"/>
                    <a:pt x="72552" y="102643"/>
                    <a:pt x="69583" y="1026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4" name="Google Shape;1424;p51"/>
            <p:cNvSpPr/>
            <p:nvPr/>
          </p:nvSpPr>
          <p:spPr>
            <a:xfrm>
              <a:off x="2818100" y="4896039"/>
              <a:ext cx="22297" cy="151777"/>
            </a:xfrm>
            <a:custGeom>
              <a:rect b="b" l="l" r="r" t="t"/>
              <a:pathLst>
                <a:path extrusionOk="0" h="151777" w="22297">
                  <a:moveTo>
                    <a:pt x="2211" y="151651"/>
                  </a:moveTo>
                  <a:cubicBezTo>
                    <a:pt x="2211" y="141229"/>
                    <a:pt x="2969" y="132323"/>
                    <a:pt x="2969" y="123353"/>
                  </a:cubicBezTo>
                  <a:lnTo>
                    <a:pt x="2969" y="74401"/>
                  </a:lnTo>
                  <a:cubicBezTo>
                    <a:pt x="2969" y="66252"/>
                    <a:pt x="2211" y="58041"/>
                    <a:pt x="2211" y="49135"/>
                  </a:cubicBezTo>
                  <a:cubicBezTo>
                    <a:pt x="3727" y="49135"/>
                    <a:pt x="5243" y="49893"/>
                    <a:pt x="6696" y="49893"/>
                  </a:cubicBezTo>
                  <a:lnTo>
                    <a:pt x="15665" y="49893"/>
                  </a:lnTo>
                  <a:cubicBezTo>
                    <a:pt x="17072" y="49264"/>
                    <a:pt x="18615" y="49003"/>
                    <a:pt x="20150" y="49135"/>
                  </a:cubicBezTo>
                  <a:cubicBezTo>
                    <a:pt x="19392" y="58041"/>
                    <a:pt x="19392" y="66947"/>
                    <a:pt x="19392" y="74401"/>
                  </a:cubicBezTo>
                  <a:lnTo>
                    <a:pt x="19392" y="123480"/>
                  </a:lnTo>
                  <a:cubicBezTo>
                    <a:pt x="19392" y="132449"/>
                    <a:pt x="19392" y="141355"/>
                    <a:pt x="20150" y="151777"/>
                  </a:cubicBezTo>
                  <a:cubicBezTo>
                    <a:pt x="18743" y="151149"/>
                    <a:pt x="17200" y="150888"/>
                    <a:pt x="15665" y="151019"/>
                  </a:cubicBezTo>
                  <a:cubicBezTo>
                    <a:pt x="14149" y="151019"/>
                    <a:pt x="12696" y="150262"/>
                    <a:pt x="11180" y="150262"/>
                  </a:cubicBezTo>
                  <a:close/>
                  <a:moveTo>
                    <a:pt x="0" y="11236"/>
                  </a:moveTo>
                  <a:cubicBezTo>
                    <a:pt x="181" y="8271"/>
                    <a:pt x="1212" y="5420"/>
                    <a:pt x="2969" y="3024"/>
                  </a:cubicBezTo>
                  <a:cubicBezTo>
                    <a:pt x="4063" y="1999"/>
                    <a:pt x="5352" y="1204"/>
                    <a:pt x="6759" y="687"/>
                  </a:cubicBezTo>
                  <a:cubicBezTo>
                    <a:pt x="8157" y="196"/>
                    <a:pt x="9637" y="-18"/>
                    <a:pt x="11117" y="56"/>
                  </a:cubicBezTo>
                  <a:cubicBezTo>
                    <a:pt x="13943" y="-270"/>
                    <a:pt x="16743" y="845"/>
                    <a:pt x="18571" y="3024"/>
                  </a:cubicBezTo>
                  <a:cubicBezTo>
                    <a:pt x="20844" y="5165"/>
                    <a:pt x="22183" y="8115"/>
                    <a:pt x="22297" y="11236"/>
                  </a:cubicBezTo>
                  <a:cubicBezTo>
                    <a:pt x="22159" y="14116"/>
                    <a:pt x="20804" y="16802"/>
                    <a:pt x="18571" y="18626"/>
                  </a:cubicBezTo>
                  <a:cubicBezTo>
                    <a:pt x="17732" y="19794"/>
                    <a:pt x="16628" y="20747"/>
                    <a:pt x="15349" y="21405"/>
                  </a:cubicBezTo>
                  <a:cubicBezTo>
                    <a:pt x="14026" y="22032"/>
                    <a:pt x="12581" y="22355"/>
                    <a:pt x="11117" y="22353"/>
                  </a:cubicBezTo>
                  <a:cubicBezTo>
                    <a:pt x="8017" y="22229"/>
                    <a:pt x="5090" y="20890"/>
                    <a:pt x="2969" y="18626"/>
                  </a:cubicBezTo>
                  <a:cubicBezTo>
                    <a:pt x="1231" y="16534"/>
                    <a:pt x="193" y="13949"/>
                    <a:pt x="0" y="112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5" name="Google Shape;1425;p51"/>
            <p:cNvSpPr/>
            <p:nvPr/>
          </p:nvSpPr>
          <p:spPr>
            <a:xfrm>
              <a:off x="2859391" y="4942511"/>
              <a:ext cx="94989" cy="164831"/>
            </a:xfrm>
            <a:custGeom>
              <a:rect b="b" l="l" r="r" t="t"/>
              <a:pathLst>
                <a:path extrusionOk="0" h="164831" w="94989">
                  <a:moveTo>
                    <a:pt x="66657" y="34246"/>
                  </a:moveTo>
                  <a:cubicBezTo>
                    <a:pt x="67307" y="26925"/>
                    <a:pt x="65459" y="19600"/>
                    <a:pt x="61414" y="13464"/>
                  </a:cubicBezTo>
                  <a:cubicBezTo>
                    <a:pt x="57247" y="8362"/>
                    <a:pt x="50871" y="5586"/>
                    <a:pt x="44297" y="6011"/>
                  </a:cubicBezTo>
                  <a:lnTo>
                    <a:pt x="43539" y="6011"/>
                  </a:lnTo>
                  <a:lnTo>
                    <a:pt x="43539" y="10"/>
                  </a:lnTo>
                  <a:lnTo>
                    <a:pt x="45750" y="10"/>
                  </a:lnTo>
                  <a:cubicBezTo>
                    <a:pt x="50751" y="-56"/>
                    <a:pt x="55751" y="198"/>
                    <a:pt x="60720" y="768"/>
                  </a:cubicBezTo>
                  <a:cubicBezTo>
                    <a:pt x="65962" y="1526"/>
                    <a:pt x="69689" y="2284"/>
                    <a:pt x="71900" y="2284"/>
                  </a:cubicBezTo>
                  <a:cubicBezTo>
                    <a:pt x="74657" y="2349"/>
                    <a:pt x="77412" y="2094"/>
                    <a:pt x="80111" y="1526"/>
                  </a:cubicBezTo>
                  <a:cubicBezTo>
                    <a:pt x="84356" y="1368"/>
                    <a:pt x="88582" y="861"/>
                    <a:pt x="92744" y="10"/>
                  </a:cubicBezTo>
                  <a:lnTo>
                    <a:pt x="92744" y="9738"/>
                  </a:lnTo>
                  <a:lnTo>
                    <a:pt x="86049" y="9738"/>
                  </a:lnTo>
                  <a:cubicBezTo>
                    <a:pt x="83838" y="9738"/>
                    <a:pt x="81627" y="8980"/>
                    <a:pt x="79353" y="8980"/>
                  </a:cubicBezTo>
                  <a:lnTo>
                    <a:pt x="74868" y="8980"/>
                  </a:lnTo>
                  <a:cubicBezTo>
                    <a:pt x="77521" y="12697"/>
                    <a:pt x="79785" y="16676"/>
                    <a:pt x="81627" y="20855"/>
                  </a:cubicBezTo>
                  <a:cubicBezTo>
                    <a:pt x="82457" y="25274"/>
                    <a:pt x="82943" y="29751"/>
                    <a:pt x="83080" y="34246"/>
                  </a:cubicBezTo>
                  <a:cubicBezTo>
                    <a:pt x="83763" y="43837"/>
                    <a:pt x="79904" y="53192"/>
                    <a:pt x="72658" y="59511"/>
                  </a:cubicBezTo>
                  <a:cubicBezTo>
                    <a:pt x="64705" y="66094"/>
                    <a:pt x="54614" y="69532"/>
                    <a:pt x="44297" y="69176"/>
                  </a:cubicBezTo>
                  <a:lnTo>
                    <a:pt x="43539" y="69176"/>
                  </a:lnTo>
                  <a:lnTo>
                    <a:pt x="43539" y="63175"/>
                  </a:lnTo>
                  <a:lnTo>
                    <a:pt x="44297" y="63175"/>
                  </a:lnTo>
                  <a:cubicBezTo>
                    <a:pt x="50883" y="63749"/>
                    <a:pt x="57316" y="60971"/>
                    <a:pt x="61414" y="55785"/>
                  </a:cubicBezTo>
                  <a:cubicBezTo>
                    <a:pt x="65529" y="49397"/>
                    <a:pt x="67376" y="41810"/>
                    <a:pt x="66657" y="34245"/>
                  </a:cubicBezTo>
                  <a:close/>
                  <a:moveTo>
                    <a:pt x="43539" y="157733"/>
                  </a:moveTo>
                  <a:cubicBezTo>
                    <a:pt x="52641" y="157958"/>
                    <a:pt x="61549" y="155085"/>
                    <a:pt x="68805" y="149584"/>
                  </a:cubicBezTo>
                  <a:cubicBezTo>
                    <a:pt x="72124" y="147060"/>
                    <a:pt x="74806" y="143793"/>
                    <a:pt x="76637" y="140046"/>
                  </a:cubicBezTo>
                  <a:cubicBezTo>
                    <a:pt x="78438" y="136307"/>
                    <a:pt x="79326" y="132194"/>
                    <a:pt x="79227" y="128045"/>
                  </a:cubicBezTo>
                  <a:cubicBezTo>
                    <a:pt x="80105" y="120966"/>
                    <a:pt x="77291" y="113932"/>
                    <a:pt x="71773" y="109411"/>
                  </a:cubicBezTo>
                  <a:cubicBezTo>
                    <a:pt x="62801" y="105720"/>
                    <a:pt x="53082" y="104204"/>
                    <a:pt x="43412" y="104990"/>
                  </a:cubicBezTo>
                  <a:lnTo>
                    <a:pt x="43412" y="90020"/>
                  </a:lnTo>
                  <a:lnTo>
                    <a:pt x="50866" y="90020"/>
                  </a:lnTo>
                  <a:cubicBezTo>
                    <a:pt x="67289" y="90020"/>
                    <a:pt x="78469" y="92294"/>
                    <a:pt x="85228" y="96842"/>
                  </a:cubicBezTo>
                  <a:cubicBezTo>
                    <a:pt x="92031" y="102480"/>
                    <a:pt x="95641" y="111093"/>
                    <a:pt x="94892" y="119897"/>
                  </a:cubicBezTo>
                  <a:cubicBezTo>
                    <a:pt x="95242" y="132478"/>
                    <a:pt x="89386" y="144428"/>
                    <a:pt x="79227" y="151858"/>
                  </a:cubicBezTo>
                  <a:cubicBezTo>
                    <a:pt x="69145" y="160148"/>
                    <a:pt x="56464" y="164621"/>
                    <a:pt x="43412" y="164491"/>
                  </a:cubicBezTo>
                  <a:lnTo>
                    <a:pt x="43412" y="157796"/>
                  </a:lnTo>
                  <a:close/>
                  <a:moveTo>
                    <a:pt x="43539" y="6137"/>
                  </a:moveTo>
                  <a:cubicBezTo>
                    <a:pt x="40322" y="6210"/>
                    <a:pt x="37149" y="6896"/>
                    <a:pt x="34190" y="8158"/>
                  </a:cubicBezTo>
                  <a:cubicBezTo>
                    <a:pt x="31246" y="9433"/>
                    <a:pt x="28584" y="11280"/>
                    <a:pt x="26358" y="13591"/>
                  </a:cubicBezTo>
                  <a:cubicBezTo>
                    <a:pt x="21822" y="19576"/>
                    <a:pt x="19460" y="26928"/>
                    <a:pt x="19662" y="34435"/>
                  </a:cubicBezTo>
                  <a:cubicBezTo>
                    <a:pt x="19151" y="42215"/>
                    <a:pt x="21536" y="49910"/>
                    <a:pt x="26358" y="56037"/>
                  </a:cubicBezTo>
                  <a:cubicBezTo>
                    <a:pt x="28563" y="58388"/>
                    <a:pt x="31229" y="60259"/>
                    <a:pt x="34190" y="61533"/>
                  </a:cubicBezTo>
                  <a:cubicBezTo>
                    <a:pt x="37135" y="62825"/>
                    <a:pt x="40323" y="63472"/>
                    <a:pt x="43539" y="63427"/>
                  </a:cubicBezTo>
                  <a:lnTo>
                    <a:pt x="43539" y="69428"/>
                  </a:lnTo>
                  <a:cubicBezTo>
                    <a:pt x="41328" y="69428"/>
                    <a:pt x="39812" y="68670"/>
                    <a:pt x="36843" y="68670"/>
                  </a:cubicBezTo>
                  <a:cubicBezTo>
                    <a:pt x="35079" y="68546"/>
                    <a:pt x="33327" y="68293"/>
                    <a:pt x="31601" y="67912"/>
                  </a:cubicBezTo>
                  <a:cubicBezTo>
                    <a:pt x="28872" y="68121"/>
                    <a:pt x="26272" y="69157"/>
                    <a:pt x="24147" y="70881"/>
                  </a:cubicBezTo>
                  <a:cubicBezTo>
                    <a:pt x="22797" y="73166"/>
                    <a:pt x="22200" y="75818"/>
                    <a:pt x="22442" y="78461"/>
                  </a:cubicBezTo>
                  <a:cubicBezTo>
                    <a:pt x="22442" y="82946"/>
                    <a:pt x="23200" y="85851"/>
                    <a:pt x="26168" y="87367"/>
                  </a:cubicBezTo>
                  <a:cubicBezTo>
                    <a:pt x="29899" y="89813"/>
                    <a:pt x="34372" y="90864"/>
                    <a:pt x="38801" y="90336"/>
                  </a:cubicBezTo>
                  <a:lnTo>
                    <a:pt x="44044" y="90336"/>
                  </a:lnTo>
                  <a:lnTo>
                    <a:pt x="44044" y="105243"/>
                  </a:lnTo>
                  <a:lnTo>
                    <a:pt x="32106" y="105243"/>
                  </a:lnTo>
                  <a:cubicBezTo>
                    <a:pt x="26487" y="106960"/>
                    <a:pt x="21528" y="110354"/>
                    <a:pt x="17894" y="114970"/>
                  </a:cubicBezTo>
                  <a:cubicBezTo>
                    <a:pt x="14523" y="119760"/>
                    <a:pt x="12714" y="125473"/>
                    <a:pt x="12714" y="131330"/>
                  </a:cubicBezTo>
                  <a:cubicBezTo>
                    <a:pt x="12592" y="135013"/>
                    <a:pt x="13350" y="138673"/>
                    <a:pt x="14925" y="142005"/>
                  </a:cubicBezTo>
                  <a:cubicBezTo>
                    <a:pt x="16469" y="145361"/>
                    <a:pt x="18759" y="148321"/>
                    <a:pt x="21621" y="150658"/>
                  </a:cubicBezTo>
                  <a:cubicBezTo>
                    <a:pt x="27554" y="155942"/>
                    <a:pt x="35358" y="158626"/>
                    <a:pt x="43286" y="158112"/>
                  </a:cubicBezTo>
                  <a:lnTo>
                    <a:pt x="44044" y="158112"/>
                  </a:lnTo>
                  <a:lnTo>
                    <a:pt x="44044" y="164807"/>
                  </a:lnTo>
                  <a:lnTo>
                    <a:pt x="39559" y="164807"/>
                  </a:lnTo>
                  <a:cubicBezTo>
                    <a:pt x="29249" y="165127"/>
                    <a:pt x="19087" y="162284"/>
                    <a:pt x="10440" y="156659"/>
                  </a:cubicBezTo>
                  <a:cubicBezTo>
                    <a:pt x="7105" y="153819"/>
                    <a:pt x="4431" y="150283"/>
                    <a:pt x="2608" y="146300"/>
                  </a:cubicBezTo>
                  <a:cubicBezTo>
                    <a:pt x="788" y="142343"/>
                    <a:pt x="-98" y="138021"/>
                    <a:pt x="18" y="133667"/>
                  </a:cubicBezTo>
                  <a:cubicBezTo>
                    <a:pt x="-221" y="127187"/>
                    <a:pt x="1888" y="120840"/>
                    <a:pt x="5956" y="115791"/>
                  </a:cubicBezTo>
                  <a:cubicBezTo>
                    <a:pt x="10842" y="110048"/>
                    <a:pt x="17515" y="106111"/>
                    <a:pt x="24905" y="104611"/>
                  </a:cubicBezTo>
                  <a:cubicBezTo>
                    <a:pt x="20198" y="103479"/>
                    <a:pt x="15852" y="101176"/>
                    <a:pt x="12272" y="97916"/>
                  </a:cubicBezTo>
                  <a:cubicBezTo>
                    <a:pt x="9380" y="94636"/>
                    <a:pt x="7785" y="90413"/>
                    <a:pt x="7788" y="86041"/>
                  </a:cubicBezTo>
                  <a:cubicBezTo>
                    <a:pt x="7802" y="84105"/>
                    <a:pt x="8211" y="82192"/>
                    <a:pt x="8988" y="80419"/>
                  </a:cubicBezTo>
                  <a:cubicBezTo>
                    <a:pt x="9754" y="78617"/>
                    <a:pt x="10870" y="76985"/>
                    <a:pt x="12272" y="75618"/>
                  </a:cubicBezTo>
                  <a:cubicBezTo>
                    <a:pt x="15695" y="71130"/>
                    <a:pt x="20380" y="67765"/>
                    <a:pt x="25726" y="65954"/>
                  </a:cubicBezTo>
                  <a:cubicBezTo>
                    <a:pt x="19122" y="64279"/>
                    <a:pt x="13312" y="60346"/>
                    <a:pt x="9304" y="54837"/>
                  </a:cubicBezTo>
                  <a:cubicBezTo>
                    <a:pt x="5228" y="49789"/>
                    <a:pt x="3099" y="43446"/>
                    <a:pt x="3303" y="36962"/>
                  </a:cubicBezTo>
                  <a:cubicBezTo>
                    <a:pt x="2795" y="26643"/>
                    <a:pt x="7227" y="16699"/>
                    <a:pt x="15241" y="10180"/>
                  </a:cubicBezTo>
                  <a:cubicBezTo>
                    <a:pt x="23530" y="3673"/>
                    <a:pt x="33826" y="256"/>
                    <a:pt x="44360" y="516"/>
                  </a:cubicBezTo>
                  <a:lnTo>
                    <a:pt x="44360" y="63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6" name="Google Shape;1426;p51"/>
            <p:cNvSpPr/>
            <p:nvPr/>
          </p:nvSpPr>
          <p:spPr>
            <a:xfrm>
              <a:off x="2951693" y="4945048"/>
              <a:ext cx="97779" cy="102705"/>
            </a:xfrm>
            <a:custGeom>
              <a:rect b="b" l="l" r="r" t="t"/>
              <a:pathLst>
                <a:path extrusionOk="0" h="102705" w="97779">
                  <a:moveTo>
                    <a:pt x="41815" y="102642"/>
                  </a:moveTo>
                  <a:cubicBezTo>
                    <a:pt x="37538" y="89244"/>
                    <a:pt x="32540" y="76087"/>
                    <a:pt x="26845" y="63228"/>
                  </a:cubicBezTo>
                  <a:cubicBezTo>
                    <a:pt x="20908" y="46868"/>
                    <a:pt x="11180" y="26023"/>
                    <a:pt x="0" y="63"/>
                  </a:cubicBezTo>
                  <a:cubicBezTo>
                    <a:pt x="1453" y="63"/>
                    <a:pt x="2969" y="821"/>
                    <a:pt x="4485" y="821"/>
                  </a:cubicBezTo>
                  <a:lnTo>
                    <a:pt x="14907" y="821"/>
                  </a:lnTo>
                  <a:cubicBezTo>
                    <a:pt x="16562" y="129"/>
                    <a:pt x="18366" y="-132"/>
                    <a:pt x="20150" y="63"/>
                  </a:cubicBezTo>
                  <a:cubicBezTo>
                    <a:pt x="23308" y="11622"/>
                    <a:pt x="27035" y="23055"/>
                    <a:pt x="31330" y="34235"/>
                  </a:cubicBezTo>
                  <a:cubicBezTo>
                    <a:pt x="36509" y="47626"/>
                    <a:pt x="43268" y="64049"/>
                    <a:pt x="52237" y="82619"/>
                  </a:cubicBezTo>
                  <a:cubicBezTo>
                    <a:pt x="58933" y="69228"/>
                    <a:pt x="64870" y="55079"/>
                    <a:pt x="70113" y="41688"/>
                  </a:cubicBezTo>
                  <a:cubicBezTo>
                    <a:pt x="75855" y="28177"/>
                    <a:pt x="80605" y="14265"/>
                    <a:pt x="84325" y="63"/>
                  </a:cubicBezTo>
                  <a:cubicBezTo>
                    <a:pt x="85375" y="-71"/>
                    <a:pt x="86436" y="200"/>
                    <a:pt x="87294" y="821"/>
                  </a:cubicBezTo>
                  <a:lnTo>
                    <a:pt x="94747" y="821"/>
                  </a:lnTo>
                  <a:cubicBezTo>
                    <a:pt x="95627" y="196"/>
                    <a:pt x="96709" y="-74"/>
                    <a:pt x="97779" y="63"/>
                  </a:cubicBezTo>
                  <a:cubicBezTo>
                    <a:pt x="87294" y="23876"/>
                    <a:pt x="77630" y="45415"/>
                    <a:pt x="70113" y="64049"/>
                  </a:cubicBezTo>
                  <a:cubicBezTo>
                    <a:pt x="62596" y="82682"/>
                    <a:pt x="56722" y="95189"/>
                    <a:pt x="54448" y="102705"/>
                  </a:cubicBezTo>
                  <a:cubicBezTo>
                    <a:pt x="53753" y="102705"/>
                    <a:pt x="52995" y="101947"/>
                    <a:pt x="52237" y="101947"/>
                  </a:cubicBezTo>
                  <a:lnTo>
                    <a:pt x="43836" y="101947"/>
                  </a:lnTo>
                  <a:cubicBezTo>
                    <a:pt x="43078" y="101947"/>
                    <a:pt x="42320" y="102705"/>
                    <a:pt x="41563" y="1027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7" name="Google Shape;1427;p51"/>
            <p:cNvSpPr/>
            <p:nvPr/>
          </p:nvSpPr>
          <p:spPr>
            <a:xfrm>
              <a:off x="3054721" y="4942427"/>
              <a:ext cx="94141" cy="106842"/>
            </a:xfrm>
            <a:custGeom>
              <a:rect b="b" l="l" r="r" t="t"/>
              <a:pathLst>
                <a:path extrusionOk="0" h="106842" w="94141">
                  <a:moveTo>
                    <a:pt x="88803" y="94841"/>
                  </a:moveTo>
                  <a:cubicBezTo>
                    <a:pt x="83312" y="98706"/>
                    <a:pt x="77263" y="101709"/>
                    <a:pt x="70865" y="103747"/>
                  </a:cubicBezTo>
                  <a:cubicBezTo>
                    <a:pt x="64628" y="105885"/>
                    <a:pt x="58065" y="106911"/>
                    <a:pt x="51473" y="106779"/>
                  </a:cubicBezTo>
                  <a:lnTo>
                    <a:pt x="47746" y="106779"/>
                  </a:lnTo>
                  <a:lnTo>
                    <a:pt x="47746" y="97810"/>
                  </a:lnTo>
                  <a:cubicBezTo>
                    <a:pt x="50178" y="98439"/>
                    <a:pt x="52691" y="98695"/>
                    <a:pt x="55200" y="98568"/>
                  </a:cubicBezTo>
                  <a:cubicBezTo>
                    <a:pt x="61372" y="98570"/>
                    <a:pt x="67478" y="97301"/>
                    <a:pt x="73139" y="94841"/>
                  </a:cubicBezTo>
                  <a:cubicBezTo>
                    <a:pt x="79028" y="92152"/>
                    <a:pt x="84346" y="88357"/>
                    <a:pt x="88803" y="83661"/>
                  </a:cubicBezTo>
                  <a:lnTo>
                    <a:pt x="88803" y="94841"/>
                  </a:lnTo>
                  <a:close/>
                  <a:moveTo>
                    <a:pt x="47746" y="94"/>
                  </a:moveTo>
                  <a:lnTo>
                    <a:pt x="50020" y="94"/>
                  </a:lnTo>
                  <a:cubicBezTo>
                    <a:pt x="62158" y="-706"/>
                    <a:pt x="74075" y="3625"/>
                    <a:pt x="82866" y="12032"/>
                  </a:cubicBezTo>
                  <a:cubicBezTo>
                    <a:pt x="90843" y="22155"/>
                    <a:pt x="94822" y="34856"/>
                    <a:pt x="94046" y="47720"/>
                  </a:cubicBezTo>
                  <a:lnTo>
                    <a:pt x="94046" y="52205"/>
                  </a:lnTo>
                  <a:lnTo>
                    <a:pt x="47810" y="52205"/>
                  </a:lnTo>
                  <a:lnTo>
                    <a:pt x="47810" y="45068"/>
                  </a:lnTo>
                  <a:lnTo>
                    <a:pt x="76928" y="45068"/>
                  </a:lnTo>
                  <a:lnTo>
                    <a:pt x="76928" y="41341"/>
                  </a:lnTo>
                  <a:cubicBezTo>
                    <a:pt x="77291" y="32328"/>
                    <a:pt x="74671" y="23447"/>
                    <a:pt x="69475" y="16075"/>
                  </a:cubicBezTo>
                  <a:cubicBezTo>
                    <a:pt x="64612" y="9963"/>
                    <a:pt x="57055" y="6633"/>
                    <a:pt x="49262" y="7169"/>
                  </a:cubicBezTo>
                  <a:lnTo>
                    <a:pt x="47746" y="7169"/>
                  </a:lnTo>
                  <a:lnTo>
                    <a:pt x="47746" y="410"/>
                  </a:lnTo>
                  <a:close/>
                  <a:moveTo>
                    <a:pt x="47746" y="106527"/>
                  </a:moveTo>
                  <a:cubicBezTo>
                    <a:pt x="35156" y="106243"/>
                    <a:pt x="23144" y="101185"/>
                    <a:pt x="14143" y="92378"/>
                  </a:cubicBezTo>
                  <a:cubicBezTo>
                    <a:pt x="-4426" y="70028"/>
                    <a:pt x="-4742" y="37710"/>
                    <a:pt x="13385" y="15001"/>
                  </a:cubicBezTo>
                  <a:cubicBezTo>
                    <a:pt x="22322" y="5548"/>
                    <a:pt x="34737" y="162"/>
                    <a:pt x="47746" y="94"/>
                  </a:cubicBezTo>
                  <a:lnTo>
                    <a:pt x="47746" y="6853"/>
                  </a:lnTo>
                  <a:cubicBezTo>
                    <a:pt x="39998" y="7065"/>
                    <a:pt x="32807" y="10930"/>
                    <a:pt x="28355" y="17275"/>
                  </a:cubicBezTo>
                  <a:cubicBezTo>
                    <a:pt x="22092" y="25021"/>
                    <a:pt x="18899" y="34802"/>
                    <a:pt x="19385" y="44752"/>
                  </a:cubicBezTo>
                  <a:lnTo>
                    <a:pt x="47746" y="44752"/>
                  </a:lnTo>
                  <a:lnTo>
                    <a:pt x="47746" y="52205"/>
                  </a:lnTo>
                  <a:lnTo>
                    <a:pt x="18627" y="52205"/>
                  </a:lnTo>
                  <a:lnTo>
                    <a:pt x="18627" y="53279"/>
                  </a:lnTo>
                  <a:cubicBezTo>
                    <a:pt x="18627" y="68186"/>
                    <a:pt x="21596" y="79303"/>
                    <a:pt x="28355" y="86756"/>
                  </a:cubicBezTo>
                  <a:cubicBezTo>
                    <a:pt x="33150" y="92816"/>
                    <a:pt x="40094" y="96797"/>
                    <a:pt x="47746" y="97873"/>
                  </a:cubicBezTo>
                  <a:lnTo>
                    <a:pt x="47746" y="1068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8" name="Google Shape;1428;p51"/>
            <p:cNvSpPr/>
            <p:nvPr/>
          </p:nvSpPr>
          <p:spPr>
            <a:xfrm>
              <a:off x="3170370" y="4943532"/>
              <a:ext cx="52995" cy="104158"/>
            </a:xfrm>
            <a:custGeom>
              <a:rect b="b" l="l" r="r" t="t"/>
              <a:pathLst>
                <a:path extrusionOk="0" h="104158" w="52995">
                  <a:moveTo>
                    <a:pt x="0" y="104159"/>
                  </a:moveTo>
                  <a:cubicBezTo>
                    <a:pt x="758" y="96705"/>
                    <a:pt x="758" y="87799"/>
                    <a:pt x="758" y="75861"/>
                  </a:cubicBezTo>
                  <a:lnTo>
                    <a:pt x="758" y="12696"/>
                  </a:lnTo>
                  <a:cubicBezTo>
                    <a:pt x="950" y="8953"/>
                    <a:pt x="696" y="5199"/>
                    <a:pt x="0" y="1516"/>
                  </a:cubicBezTo>
                  <a:cubicBezTo>
                    <a:pt x="1516" y="1516"/>
                    <a:pt x="3032" y="2274"/>
                    <a:pt x="4485" y="2274"/>
                  </a:cubicBezTo>
                  <a:lnTo>
                    <a:pt x="14212" y="2274"/>
                  </a:lnTo>
                  <a:cubicBezTo>
                    <a:pt x="15619" y="1646"/>
                    <a:pt x="17162" y="1385"/>
                    <a:pt x="18697" y="1516"/>
                  </a:cubicBezTo>
                  <a:cubicBezTo>
                    <a:pt x="18001" y="5199"/>
                    <a:pt x="17746" y="8953"/>
                    <a:pt x="17939" y="12696"/>
                  </a:cubicBezTo>
                  <a:cubicBezTo>
                    <a:pt x="17307" y="16876"/>
                    <a:pt x="17053" y="21104"/>
                    <a:pt x="17181" y="25329"/>
                  </a:cubicBezTo>
                  <a:cubicBezTo>
                    <a:pt x="20280" y="18433"/>
                    <a:pt x="24555" y="12128"/>
                    <a:pt x="29814" y="6695"/>
                  </a:cubicBezTo>
                  <a:cubicBezTo>
                    <a:pt x="31741" y="4652"/>
                    <a:pt x="34061" y="3019"/>
                    <a:pt x="36635" y="1895"/>
                  </a:cubicBezTo>
                  <a:cubicBezTo>
                    <a:pt x="39188" y="696"/>
                    <a:pt x="41964" y="51"/>
                    <a:pt x="44784" y="0"/>
                  </a:cubicBezTo>
                  <a:cubicBezTo>
                    <a:pt x="45821" y="5"/>
                    <a:pt x="46840" y="265"/>
                    <a:pt x="47753" y="758"/>
                  </a:cubicBezTo>
                  <a:cubicBezTo>
                    <a:pt x="49531" y="694"/>
                    <a:pt x="51307" y="951"/>
                    <a:pt x="52995" y="1516"/>
                  </a:cubicBezTo>
                  <a:cubicBezTo>
                    <a:pt x="52463" y="3620"/>
                    <a:pt x="52314" y="5802"/>
                    <a:pt x="52553" y="7959"/>
                  </a:cubicBezTo>
                  <a:cubicBezTo>
                    <a:pt x="51922" y="11139"/>
                    <a:pt x="51667" y="14383"/>
                    <a:pt x="51795" y="17623"/>
                  </a:cubicBezTo>
                  <a:lnTo>
                    <a:pt x="50342" y="18381"/>
                  </a:lnTo>
                  <a:cubicBezTo>
                    <a:pt x="48712" y="17534"/>
                    <a:pt x="46930" y="17019"/>
                    <a:pt x="45100" y="16865"/>
                  </a:cubicBezTo>
                  <a:cubicBezTo>
                    <a:pt x="43425" y="16245"/>
                    <a:pt x="41638" y="15986"/>
                    <a:pt x="39857" y="16107"/>
                  </a:cubicBezTo>
                  <a:cubicBezTo>
                    <a:pt x="32484" y="15521"/>
                    <a:pt x="25563" y="19719"/>
                    <a:pt x="22676" y="26529"/>
                  </a:cubicBezTo>
                  <a:cubicBezTo>
                    <a:pt x="18070" y="37059"/>
                    <a:pt x="16034" y="48535"/>
                    <a:pt x="16739" y="60007"/>
                  </a:cubicBezTo>
                  <a:cubicBezTo>
                    <a:pt x="16739" y="68913"/>
                    <a:pt x="16739" y="77124"/>
                    <a:pt x="17497" y="84578"/>
                  </a:cubicBezTo>
                  <a:cubicBezTo>
                    <a:pt x="17318" y="91029"/>
                    <a:pt x="17550" y="97485"/>
                    <a:pt x="18191" y="103906"/>
                  </a:cubicBezTo>
                  <a:cubicBezTo>
                    <a:pt x="16807" y="103278"/>
                    <a:pt x="15284" y="103017"/>
                    <a:pt x="13770" y="103148"/>
                  </a:cubicBezTo>
                  <a:lnTo>
                    <a:pt x="4548" y="103148"/>
                  </a:lnTo>
                  <a:cubicBezTo>
                    <a:pt x="3013" y="103017"/>
                    <a:pt x="1470" y="103278"/>
                    <a:pt x="63" y="1039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9" name="Google Shape;1429;p51"/>
            <p:cNvSpPr/>
            <p:nvPr/>
          </p:nvSpPr>
          <p:spPr>
            <a:xfrm>
              <a:off x="3225512" y="4914665"/>
              <a:ext cx="64175" cy="135425"/>
            </a:xfrm>
            <a:custGeom>
              <a:rect b="b" l="l" r="r" t="t"/>
              <a:pathLst>
                <a:path extrusionOk="0" h="135425" w="64175">
                  <a:moveTo>
                    <a:pt x="126" y="39288"/>
                  </a:moveTo>
                  <a:lnTo>
                    <a:pt x="126" y="30508"/>
                  </a:lnTo>
                  <a:lnTo>
                    <a:pt x="6822" y="30508"/>
                  </a:lnTo>
                  <a:cubicBezTo>
                    <a:pt x="9255" y="31130"/>
                    <a:pt x="11767" y="31386"/>
                    <a:pt x="14275" y="31266"/>
                  </a:cubicBezTo>
                  <a:lnTo>
                    <a:pt x="14275" y="16360"/>
                  </a:lnTo>
                  <a:cubicBezTo>
                    <a:pt x="14403" y="12617"/>
                    <a:pt x="14149" y="8871"/>
                    <a:pt x="13518" y="5180"/>
                  </a:cubicBezTo>
                  <a:cubicBezTo>
                    <a:pt x="16892" y="5254"/>
                    <a:pt x="20234" y="4494"/>
                    <a:pt x="23245" y="2969"/>
                  </a:cubicBezTo>
                  <a:cubicBezTo>
                    <a:pt x="26060" y="2274"/>
                    <a:pt x="28791" y="1278"/>
                    <a:pt x="31393" y="0"/>
                  </a:cubicBezTo>
                  <a:cubicBezTo>
                    <a:pt x="30887" y="3684"/>
                    <a:pt x="30634" y="7398"/>
                    <a:pt x="30635" y="11117"/>
                  </a:cubicBezTo>
                  <a:lnTo>
                    <a:pt x="30635" y="31961"/>
                  </a:lnTo>
                  <a:cubicBezTo>
                    <a:pt x="34860" y="32055"/>
                    <a:pt x="39085" y="31802"/>
                    <a:pt x="43268" y="31203"/>
                  </a:cubicBezTo>
                  <a:cubicBezTo>
                    <a:pt x="48511" y="31203"/>
                    <a:pt x="52995" y="30508"/>
                    <a:pt x="58933" y="30508"/>
                  </a:cubicBezTo>
                  <a:cubicBezTo>
                    <a:pt x="58933" y="31203"/>
                    <a:pt x="58238" y="32719"/>
                    <a:pt x="58238" y="33414"/>
                  </a:cubicBezTo>
                  <a:lnTo>
                    <a:pt x="58238" y="39415"/>
                  </a:lnTo>
                  <a:cubicBezTo>
                    <a:pt x="54525" y="38783"/>
                    <a:pt x="50759" y="38529"/>
                    <a:pt x="46995" y="38657"/>
                  </a:cubicBezTo>
                  <a:lnTo>
                    <a:pt x="30572" y="38657"/>
                  </a:lnTo>
                  <a:cubicBezTo>
                    <a:pt x="29995" y="40580"/>
                    <a:pt x="29760" y="42590"/>
                    <a:pt x="29877" y="44594"/>
                  </a:cubicBezTo>
                  <a:lnTo>
                    <a:pt x="29877" y="49900"/>
                  </a:lnTo>
                  <a:cubicBezTo>
                    <a:pt x="29877" y="53627"/>
                    <a:pt x="29877" y="61775"/>
                    <a:pt x="29119" y="72955"/>
                  </a:cubicBezTo>
                  <a:lnTo>
                    <a:pt x="29119" y="100495"/>
                  </a:lnTo>
                  <a:cubicBezTo>
                    <a:pt x="28665" y="107621"/>
                    <a:pt x="29944" y="114752"/>
                    <a:pt x="32846" y="121276"/>
                  </a:cubicBezTo>
                  <a:cubicBezTo>
                    <a:pt x="36002" y="125905"/>
                    <a:pt x="41414" y="128466"/>
                    <a:pt x="46995" y="127972"/>
                  </a:cubicBezTo>
                  <a:cubicBezTo>
                    <a:pt x="49309" y="127842"/>
                    <a:pt x="51590" y="127352"/>
                    <a:pt x="53753" y="126519"/>
                  </a:cubicBezTo>
                  <a:cubicBezTo>
                    <a:pt x="56804" y="125429"/>
                    <a:pt x="59798" y="124185"/>
                    <a:pt x="62723" y="122792"/>
                  </a:cubicBezTo>
                  <a:lnTo>
                    <a:pt x="64176" y="127972"/>
                  </a:lnTo>
                  <a:cubicBezTo>
                    <a:pt x="60560" y="130452"/>
                    <a:pt x="56510" y="132230"/>
                    <a:pt x="52237" y="133214"/>
                  </a:cubicBezTo>
                  <a:cubicBezTo>
                    <a:pt x="48427" y="134675"/>
                    <a:pt x="44380" y="135425"/>
                    <a:pt x="40299" y="135425"/>
                  </a:cubicBezTo>
                  <a:cubicBezTo>
                    <a:pt x="30572" y="135425"/>
                    <a:pt x="23119" y="133214"/>
                    <a:pt x="19392" y="127972"/>
                  </a:cubicBezTo>
                  <a:cubicBezTo>
                    <a:pt x="14307" y="121713"/>
                    <a:pt x="11900" y="113699"/>
                    <a:pt x="12696" y="105675"/>
                  </a:cubicBezTo>
                  <a:cubicBezTo>
                    <a:pt x="12696" y="103464"/>
                    <a:pt x="12696" y="95252"/>
                    <a:pt x="13454" y="82619"/>
                  </a:cubicBezTo>
                  <a:lnTo>
                    <a:pt x="13454" y="38404"/>
                  </a:lnTo>
                  <a:lnTo>
                    <a:pt x="6001" y="38404"/>
                  </a:lnTo>
                  <a:cubicBezTo>
                    <a:pt x="4066" y="39032"/>
                    <a:pt x="2030" y="39289"/>
                    <a:pt x="0" y="3916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30" name="Google Shape;1430;p51"/>
            <p:cNvSpPr/>
            <p:nvPr/>
          </p:nvSpPr>
          <p:spPr>
            <a:xfrm>
              <a:off x="2392622" y="4685440"/>
              <a:ext cx="225435" cy="76618"/>
            </a:xfrm>
            <a:custGeom>
              <a:rect b="b" l="l" r="r" t="t"/>
              <a:pathLst>
                <a:path extrusionOk="0" h="76618" w="225435">
                  <a:moveTo>
                    <a:pt x="225435" y="0"/>
                  </a:moveTo>
                  <a:lnTo>
                    <a:pt x="0" y="0"/>
                  </a:lnTo>
                  <a:lnTo>
                    <a:pt x="0" y="76619"/>
                  </a:lnTo>
                  <a:lnTo>
                    <a:pt x="225435" y="76619"/>
                  </a:lnTo>
                  <a:lnTo>
                    <a:pt x="225435" y="0"/>
                  </a:lnTo>
                  <a:lnTo>
                    <a:pt x="225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31" name="Google Shape;1431;p51"/>
            <p:cNvSpPr/>
            <p:nvPr/>
          </p:nvSpPr>
          <p:spPr>
            <a:xfrm>
              <a:off x="2391232" y="4329823"/>
              <a:ext cx="226129" cy="76618"/>
            </a:xfrm>
            <a:custGeom>
              <a:rect b="b" l="l" r="r" t="t"/>
              <a:pathLst>
                <a:path extrusionOk="0" h="76618" w="226129">
                  <a:moveTo>
                    <a:pt x="219814" y="6316"/>
                  </a:moveTo>
                  <a:lnTo>
                    <a:pt x="6190" y="6316"/>
                  </a:lnTo>
                  <a:lnTo>
                    <a:pt x="6190" y="70429"/>
                  </a:lnTo>
                  <a:lnTo>
                    <a:pt x="219814" y="70429"/>
                  </a:lnTo>
                  <a:lnTo>
                    <a:pt x="219814" y="6316"/>
                  </a:lnTo>
                  <a:close/>
                  <a:moveTo>
                    <a:pt x="226130" y="0"/>
                  </a:moveTo>
                  <a:lnTo>
                    <a:pt x="226130" y="76619"/>
                  </a:lnTo>
                  <a:lnTo>
                    <a:pt x="0" y="76619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32" name="Google Shape;1432;p51"/>
            <p:cNvSpPr/>
            <p:nvPr/>
          </p:nvSpPr>
          <p:spPr>
            <a:xfrm>
              <a:off x="2314993" y="4431076"/>
              <a:ext cx="302306" cy="228340"/>
            </a:xfrm>
            <a:custGeom>
              <a:rect b="b" l="l" r="r" t="t"/>
              <a:pathLst>
                <a:path extrusionOk="0" h="228340" w="302306">
                  <a:moveTo>
                    <a:pt x="70681" y="146984"/>
                  </a:moveTo>
                  <a:lnTo>
                    <a:pt x="296053" y="146984"/>
                  </a:lnTo>
                  <a:lnTo>
                    <a:pt x="296053" y="82809"/>
                  </a:lnTo>
                  <a:lnTo>
                    <a:pt x="70744" y="82809"/>
                  </a:lnTo>
                  <a:lnTo>
                    <a:pt x="69986" y="6190"/>
                  </a:lnTo>
                  <a:lnTo>
                    <a:pt x="6253" y="6190"/>
                  </a:lnTo>
                  <a:lnTo>
                    <a:pt x="6253" y="222087"/>
                  </a:lnTo>
                  <a:lnTo>
                    <a:pt x="70681" y="222087"/>
                  </a:lnTo>
                  <a:lnTo>
                    <a:pt x="70681" y="146984"/>
                  </a:lnTo>
                  <a:close/>
                  <a:moveTo>
                    <a:pt x="76998" y="228341"/>
                  </a:moveTo>
                  <a:lnTo>
                    <a:pt x="0" y="228341"/>
                  </a:lnTo>
                  <a:lnTo>
                    <a:pt x="0" y="0"/>
                  </a:lnTo>
                  <a:lnTo>
                    <a:pt x="76177" y="0"/>
                  </a:lnTo>
                  <a:lnTo>
                    <a:pt x="76871" y="76619"/>
                  </a:lnTo>
                  <a:lnTo>
                    <a:pt x="302306" y="76619"/>
                  </a:lnTo>
                  <a:lnTo>
                    <a:pt x="302306" y="153238"/>
                  </a:lnTo>
                  <a:lnTo>
                    <a:pt x="76871" y="153238"/>
                  </a:lnTo>
                  <a:lnTo>
                    <a:pt x="76871" y="2283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33" name="Google Shape;1433;p51"/>
            <p:cNvSpPr/>
            <p:nvPr/>
          </p:nvSpPr>
          <p:spPr>
            <a:xfrm>
              <a:off x="2391169" y="4431013"/>
              <a:ext cx="301548" cy="228403"/>
            </a:xfrm>
            <a:custGeom>
              <a:rect b="b" l="l" r="r" t="t"/>
              <a:pathLst>
                <a:path extrusionOk="0" h="228403" w="301548">
                  <a:moveTo>
                    <a:pt x="0" y="0"/>
                  </a:moveTo>
                  <a:lnTo>
                    <a:pt x="301549" y="0"/>
                  </a:lnTo>
                  <a:lnTo>
                    <a:pt x="301549" y="228404"/>
                  </a:lnTo>
                  <a:lnTo>
                    <a:pt x="695" y="228404"/>
                  </a:lnTo>
                  <a:lnTo>
                    <a:pt x="695" y="153301"/>
                  </a:lnTo>
                  <a:lnTo>
                    <a:pt x="225372" y="153301"/>
                  </a:lnTo>
                  <a:lnTo>
                    <a:pt x="226130" y="76682"/>
                  </a:lnTo>
                  <a:lnTo>
                    <a:pt x="695" y="7668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434" name="Google Shape;1434;p51"/>
          <p:cNvSpPr/>
          <p:nvPr/>
        </p:nvSpPr>
        <p:spPr>
          <a:xfrm>
            <a:off x="711922" y="3470607"/>
            <a:ext cx="3328972" cy="2711536"/>
          </a:xfrm>
          <a:custGeom>
            <a:rect b="b" l="l" r="r" t="t"/>
            <a:pathLst>
              <a:path extrusionOk="0" h="2711536" w="3328972">
                <a:moveTo>
                  <a:pt x="6316" y="6316"/>
                </a:moveTo>
                <a:lnTo>
                  <a:pt x="0" y="6316"/>
                </a:lnTo>
                <a:lnTo>
                  <a:pt x="0" y="2711537"/>
                </a:lnTo>
                <a:lnTo>
                  <a:pt x="3328973" y="2711537"/>
                </a:lnTo>
                <a:lnTo>
                  <a:pt x="3328973" y="0"/>
                </a:lnTo>
                <a:lnTo>
                  <a:pt x="0" y="0"/>
                </a:lnTo>
                <a:lnTo>
                  <a:pt x="0" y="6316"/>
                </a:lnTo>
                <a:lnTo>
                  <a:pt x="6316" y="6316"/>
                </a:lnTo>
                <a:lnTo>
                  <a:pt x="6316" y="12570"/>
                </a:lnTo>
                <a:lnTo>
                  <a:pt x="3316340" y="12570"/>
                </a:lnTo>
                <a:lnTo>
                  <a:pt x="3316340" y="2698904"/>
                </a:lnTo>
                <a:lnTo>
                  <a:pt x="12633" y="2698904"/>
                </a:lnTo>
                <a:lnTo>
                  <a:pt x="12633" y="6316"/>
                </a:lnTo>
                <a:lnTo>
                  <a:pt x="6316" y="6316"/>
                </a:lnTo>
                <a:lnTo>
                  <a:pt x="6316" y="12570"/>
                </a:lnTo>
                <a:lnTo>
                  <a:pt x="6316" y="6316"/>
                </a:lnTo>
                <a:lnTo>
                  <a:pt x="6316" y="6316"/>
                </a:lnTo>
                <a:close/>
              </a:path>
            </a:pathLst>
          </a:custGeom>
          <a:solidFill>
            <a:srgbClr val="A4A7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435" name="Google Shape;1435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171" y="4317152"/>
            <a:ext cx="1530370" cy="43201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1"/>
          <p:cNvSpPr txBox="1"/>
          <p:nvPr>
            <p:ph idx="1" type="body"/>
          </p:nvPr>
        </p:nvSpPr>
        <p:spPr>
          <a:xfrm>
            <a:off x="838200" y="5521086"/>
            <a:ext cx="31602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37" name="Google Shape;1437;p51"/>
          <p:cNvSpPr txBox="1"/>
          <p:nvPr>
            <p:ph idx="2" type="body"/>
          </p:nvPr>
        </p:nvSpPr>
        <p:spPr>
          <a:xfrm>
            <a:off x="606104" y="1790153"/>
            <a:ext cx="6158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38" name="Google Shape;1438;p51"/>
          <p:cNvSpPr txBox="1"/>
          <p:nvPr>
            <p:ph idx="3" type="body"/>
          </p:nvPr>
        </p:nvSpPr>
        <p:spPr>
          <a:xfrm>
            <a:off x="606104" y="2238785"/>
            <a:ext cx="61581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1439" name="Google Shape;1439;p51">
            <a:hlinkClick r:id="rId6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1273" y="3710934"/>
            <a:ext cx="2911956" cy="1637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51"/>
          <p:cNvSpPr txBox="1"/>
          <p:nvPr>
            <p:ph idx="4" type="body"/>
          </p:nvPr>
        </p:nvSpPr>
        <p:spPr>
          <a:xfrm>
            <a:off x="4555735" y="5521086"/>
            <a:ext cx="32061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41" name="Google Shape;1441;p51"/>
          <p:cNvSpPr txBox="1"/>
          <p:nvPr>
            <p:ph idx="5" type="body"/>
          </p:nvPr>
        </p:nvSpPr>
        <p:spPr>
          <a:xfrm>
            <a:off x="8272400" y="5507983"/>
            <a:ext cx="31602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42" name="Google Shape;1442;p51"/>
          <p:cNvSpPr txBox="1"/>
          <p:nvPr>
            <p:ph idx="6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3 references">
  <p:cSld name="Template 3 references"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52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45" name="Google Shape;1445;p52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446" name="Google Shape;1446;p52"/>
          <p:cNvSpPr txBox="1"/>
          <p:nvPr>
            <p:ph idx="2" type="body"/>
          </p:nvPr>
        </p:nvSpPr>
        <p:spPr>
          <a:xfrm>
            <a:off x="593311" y="1495125"/>
            <a:ext cx="10886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47" name="Google Shape;1447;p52"/>
          <p:cNvSpPr txBox="1"/>
          <p:nvPr>
            <p:ph idx="3" type="body"/>
          </p:nvPr>
        </p:nvSpPr>
        <p:spPr>
          <a:xfrm>
            <a:off x="593332" y="1935338"/>
            <a:ext cx="4518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48" name="Google Shape;1448;p52"/>
          <p:cNvSpPr txBox="1"/>
          <p:nvPr>
            <p:ph idx="4" type="body"/>
          </p:nvPr>
        </p:nvSpPr>
        <p:spPr>
          <a:xfrm>
            <a:off x="593332" y="4261368"/>
            <a:ext cx="34452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49" name="Google Shape;1449;p52"/>
          <p:cNvSpPr txBox="1"/>
          <p:nvPr>
            <p:ph idx="5" type="body"/>
          </p:nvPr>
        </p:nvSpPr>
        <p:spPr>
          <a:xfrm>
            <a:off x="593332" y="3527855"/>
            <a:ext cx="34452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50" name="Google Shape;1450;p52"/>
          <p:cNvSpPr txBox="1"/>
          <p:nvPr>
            <p:ph idx="6" type="body"/>
          </p:nvPr>
        </p:nvSpPr>
        <p:spPr>
          <a:xfrm>
            <a:off x="4283374" y="4261368"/>
            <a:ext cx="34452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51" name="Google Shape;1451;p52"/>
          <p:cNvSpPr txBox="1"/>
          <p:nvPr>
            <p:ph idx="7" type="body"/>
          </p:nvPr>
        </p:nvSpPr>
        <p:spPr>
          <a:xfrm>
            <a:off x="4283374" y="3527855"/>
            <a:ext cx="34452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52" name="Google Shape;1452;p52"/>
          <p:cNvSpPr txBox="1"/>
          <p:nvPr>
            <p:ph idx="8" type="body"/>
          </p:nvPr>
        </p:nvSpPr>
        <p:spPr>
          <a:xfrm>
            <a:off x="8034132" y="4261368"/>
            <a:ext cx="34452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53" name="Google Shape;1453;p52"/>
          <p:cNvSpPr txBox="1"/>
          <p:nvPr>
            <p:ph idx="9" type="body"/>
          </p:nvPr>
        </p:nvSpPr>
        <p:spPr>
          <a:xfrm>
            <a:off x="8034132" y="3527855"/>
            <a:ext cx="34452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54" name="Google Shape;1454;p52"/>
          <p:cNvSpPr txBox="1"/>
          <p:nvPr>
            <p:ph idx="13" type="body"/>
          </p:nvPr>
        </p:nvSpPr>
        <p:spPr>
          <a:xfrm>
            <a:off x="593332" y="6138835"/>
            <a:ext cx="16512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55" name="Google Shape;1455;p52"/>
          <p:cNvSpPr txBox="1"/>
          <p:nvPr>
            <p:ph idx="14" type="body"/>
          </p:nvPr>
        </p:nvSpPr>
        <p:spPr>
          <a:xfrm>
            <a:off x="4283374" y="6137311"/>
            <a:ext cx="16512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56" name="Google Shape;1456;p52"/>
          <p:cNvSpPr txBox="1"/>
          <p:nvPr>
            <p:ph idx="15" type="body"/>
          </p:nvPr>
        </p:nvSpPr>
        <p:spPr>
          <a:xfrm>
            <a:off x="8034131" y="6137312"/>
            <a:ext cx="16512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6 references">
  <p:cSld name="Template 6 references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53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59" name="Google Shape;1459;p53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460" name="Google Shape;1460;p53"/>
          <p:cNvSpPr txBox="1"/>
          <p:nvPr>
            <p:ph idx="2" type="body"/>
          </p:nvPr>
        </p:nvSpPr>
        <p:spPr>
          <a:xfrm>
            <a:off x="581291" y="1937002"/>
            <a:ext cx="4518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61" name="Google Shape;1461;p53"/>
          <p:cNvSpPr txBox="1"/>
          <p:nvPr>
            <p:ph idx="3" type="body"/>
          </p:nvPr>
        </p:nvSpPr>
        <p:spPr>
          <a:xfrm>
            <a:off x="581291" y="3600082"/>
            <a:ext cx="34452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62" name="Google Shape;1462;p53"/>
          <p:cNvSpPr txBox="1"/>
          <p:nvPr>
            <p:ph idx="4" type="body"/>
          </p:nvPr>
        </p:nvSpPr>
        <p:spPr>
          <a:xfrm>
            <a:off x="581197" y="3351186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63" name="Google Shape;1463;p53"/>
          <p:cNvSpPr txBox="1"/>
          <p:nvPr>
            <p:ph idx="5" type="body"/>
          </p:nvPr>
        </p:nvSpPr>
        <p:spPr>
          <a:xfrm>
            <a:off x="581197" y="4053528"/>
            <a:ext cx="1452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64" name="Google Shape;1464;p53"/>
          <p:cNvSpPr txBox="1"/>
          <p:nvPr>
            <p:ph idx="6" type="body"/>
          </p:nvPr>
        </p:nvSpPr>
        <p:spPr>
          <a:xfrm>
            <a:off x="4313732" y="3596498"/>
            <a:ext cx="34452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65" name="Google Shape;1465;p53"/>
          <p:cNvSpPr txBox="1"/>
          <p:nvPr>
            <p:ph idx="7" type="body"/>
          </p:nvPr>
        </p:nvSpPr>
        <p:spPr>
          <a:xfrm>
            <a:off x="4313638" y="3347602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66" name="Google Shape;1466;p53"/>
          <p:cNvSpPr txBox="1"/>
          <p:nvPr>
            <p:ph idx="8" type="body"/>
          </p:nvPr>
        </p:nvSpPr>
        <p:spPr>
          <a:xfrm>
            <a:off x="4313638" y="4049944"/>
            <a:ext cx="1452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67" name="Google Shape;1467;p53"/>
          <p:cNvSpPr txBox="1"/>
          <p:nvPr>
            <p:ph idx="9" type="body"/>
          </p:nvPr>
        </p:nvSpPr>
        <p:spPr>
          <a:xfrm>
            <a:off x="8046173" y="3620443"/>
            <a:ext cx="34452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68" name="Google Shape;1468;p53"/>
          <p:cNvSpPr txBox="1"/>
          <p:nvPr>
            <p:ph idx="13" type="body"/>
          </p:nvPr>
        </p:nvSpPr>
        <p:spPr>
          <a:xfrm>
            <a:off x="8056564" y="3347602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69" name="Google Shape;1469;p53"/>
          <p:cNvSpPr txBox="1"/>
          <p:nvPr>
            <p:ph idx="14" type="body"/>
          </p:nvPr>
        </p:nvSpPr>
        <p:spPr>
          <a:xfrm>
            <a:off x="8056564" y="4049944"/>
            <a:ext cx="1452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70" name="Google Shape;1470;p53"/>
          <p:cNvSpPr txBox="1"/>
          <p:nvPr>
            <p:ph idx="15" type="body"/>
          </p:nvPr>
        </p:nvSpPr>
        <p:spPr>
          <a:xfrm>
            <a:off x="581291" y="5543893"/>
            <a:ext cx="34452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71" name="Google Shape;1471;p53"/>
          <p:cNvSpPr txBox="1"/>
          <p:nvPr>
            <p:ph idx="16" type="body"/>
          </p:nvPr>
        </p:nvSpPr>
        <p:spPr>
          <a:xfrm>
            <a:off x="581197" y="5294997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72" name="Google Shape;1472;p53"/>
          <p:cNvSpPr txBox="1"/>
          <p:nvPr>
            <p:ph idx="17" type="body"/>
          </p:nvPr>
        </p:nvSpPr>
        <p:spPr>
          <a:xfrm>
            <a:off x="581197" y="5992019"/>
            <a:ext cx="1452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73" name="Google Shape;1473;p53"/>
          <p:cNvSpPr txBox="1"/>
          <p:nvPr>
            <p:ph idx="18" type="body"/>
          </p:nvPr>
        </p:nvSpPr>
        <p:spPr>
          <a:xfrm>
            <a:off x="4313732" y="5543893"/>
            <a:ext cx="34452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74" name="Google Shape;1474;p53"/>
          <p:cNvSpPr txBox="1"/>
          <p:nvPr>
            <p:ph idx="19" type="body"/>
          </p:nvPr>
        </p:nvSpPr>
        <p:spPr>
          <a:xfrm>
            <a:off x="4313638" y="5294997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75" name="Google Shape;1475;p53"/>
          <p:cNvSpPr txBox="1"/>
          <p:nvPr>
            <p:ph idx="20" type="body"/>
          </p:nvPr>
        </p:nvSpPr>
        <p:spPr>
          <a:xfrm>
            <a:off x="4313638" y="5997339"/>
            <a:ext cx="1452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76" name="Google Shape;1476;p53"/>
          <p:cNvSpPr txBox="1"/>
          <p:nvPr>
            <p:ph idx="21" type="body"/>
          </p:nvPr>
        </p:nvSpPr>
        <p:spPr>
          <a:xfrm>
            <a:off x="8056658" y="5538573"/>
            <a:ext cx="34452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77" name="Google Shape;1477;p53"/>
          <p:cNvSpPr txBox="1"/>
          <p:nvPr>
            <p:ph idx="22" type="body"/>
          </p:nvPr>
        </p:nvSpPr>
        <p:spPr>
          <a:xfrm>
            <a:off x="8056564" y="5289677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78" name="Google Shape;1478;p53"/>
          <p:cNvSpPr txBox="1"/>
          <p:nvPr>
            <p:ph idx="23" type="body"/>
          </p:nvPr>
        </p:nvSpPr>
        <p:spPr>
          <a:xfrm>
            <a:off x="8056564" y="5992019"/>
            <a:ext cx="1452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79" name="Google Shape;1479;p53"/>
          <p:cNvSpPr txBox="1"/>
          <p:nvPr>
            <p:ph idx="24" type="body"/>
          </p:nvPr>
        </p:nvSpPr>
        <p:spPr>
          <a:xfrm>
            <a:off x="593311" y="1495125"/>
            <a:ext cx="10886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Highlited kpis">
  <p:cSld name="Template Highlited kpis"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54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482" name="Google Shape;1482;p54"/>
          <p:cNvSpPr txBox="1"/>
          <p:nvPr>
            <p:ph idx="1" type="body"/>
          </p:nvPr>
        </p:nvSpPr>
        <p:spPr>
          <a:xfrm>
            <a:off x="611874" y="2550767"/>
            <a:ext cx="52299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83" name="Google Shape;1483;p54"/>
          <p:cNvSpPr txBox="1"/>
          <p:nvPr>
            <p:ph idx="2" type="body"/>
          </p:nvPr>
        </p:nvSpPr>
        <p:spPr>
          <a:xfrm>
            <a:off x="611874" y="3482299"/>
            <a:ext cx="5484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150"/>
              <a:buFont typeface="Arial"/>
              <a:buNone/>
              <a:defRPr b="0" i="0" sz="21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84" name="Google Shape;1484;p54"/>
          <p:cNvSpPr txBox="1"/>
          <p:nvPr>
            <p:ph idx="3" type="body"/>
          </p:nvPr>
        </p:nvSpPr>
        <p:spPr>
          <a:xfrm>
            <a:off x="7473229" y="4377012"/>
            <a:ext cx="255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85" name="Google Shape;1485;p54"/>
          <p:cNvSpPr txBox="1"/>
          <p:nvPr>
            <p:ph idx="4" type="body"/>
          </p:nvPr>
        </p:nvSpPr>
        <p:spPr>
          <a:xfrm>
            <a:off x="6966284" y="3656215"/>
            <a:ext cx="34932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86" name="Google Shape;1486;p54"/>
          <p:cNvSpPr txBox="1"/>
          <p:nvPr>
            <p:ph idx="5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4 x benefits">
  <p:cSld name="Template 4 x benefits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55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489" name="Google Shape;1489;p55"/>
          <p:cNvSpPr txBox="1"/>
          <p:nvPr>
            <p:ph idx="1" type="body"/>
          </p:nvPr>
        </p:nvSpPr>
        <p:spPr>
          <a:xfrm>
            <a:off x="612104" y="1809779"/>
            <a:ext cx="39195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90" name="Google Shape;1490;p55"/>
          <p:cNvSpPr txBox="1"/>
          <p:nvPr>
            <p:ph idx="2" type="body"/>
          </p:nvPr>
        </p:nvSpPr>
        <p:spPr>
          <a:xfrm>
            <a:off x="593331" y="3581151"/>
            <a:ext cx="5188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91" name="Google Shape;1491;p55"/>
          <p:cNvSpPr txBox="1"/>
          <p:nvPr>
            <p:ph idx="3" type="body"/>
          </p:nvPr>
        </p:nvSpPr>
        <p:spPr>
          <a:xfrm>
            <a:off x="593332" y="3305889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92" name="Google Shape;1492;p55"/>
          <p:cNvSpPr txBox="1"/>
          <p:nvPr>
            <p:ph idx="4" type="body"/>
          </p:nvPr>
        </p:nvSpPr>
        <p:spPr>
          <a:xfrm>
            <a:off x="6164897" y="3581151"/>
            <a:ext cx="5188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93" name="Google Shape;1493;p55"/>
          <p:cNvSpPr txBox="1"/>
          <p:nvPr>
            <p:ph idx="5" type="body"/>
          </p:nvPr>
        </p:nvSpPr>
        <p:spPr>
          <a:xfrm>
            <a:off x="6164898" y="3305889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94" name="Google Shape;1494;p55"/>
          <p:cNvSpPr txBox="1"/>
          <p:nvPr>
            <p:ph idx="6" type="body"/>
          </p:nvPr>
        </p:nvSpPr>
        <p:spPr>
          <a:xfrm>
            <a:off x="593330" y="5587687"/>
            <a:ext cx="5188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95" name="Google Shape;1495;p55"/>
          <p:cNvSpPr txBox="1"/>
          <p:nvPr>
            <p:ph idx="7" type="body"/>
          </p:nvPr>
        </p:nvSpPr>
        <p:spPr>
          <a:xfrm>
            <a:off x="593331" y="5312425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96" name="Google Shape;1496;p55"/>
          <p:cNvSpPr txBox="1"/>
          <p:nvPr>
            <p:ph idx="8" type="body"/>
          </p:nvPr>
        </p:nvSpPr>
        <p:spPr>
          <a:xfrm>
            <a:off x="6164897" y="5587687"/>
            <a:ext cx="5188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97" name="Google Shape;1497;p55"/>
          <p:cNvSpPr txBox="1"/>
          <p:nvPr>
            <p:ph idx="9" type="body"/>
          </p:nvPr>
        </p:nvSpPr>
        <p:spPr>
          <a:xfrm>
            <a:off x="6164898" y="5312425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98" name="Google Shape;1498;p55"/>
          <p:cNvSpPr txBox="1"/>
          <p:nvPr>
            <p:ph idx="13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timeline">
  <p:cSld name="Template timeline"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56"/>
          <p:cNvSpPr txBox="1"/>
          <p:nvPr>
            <p:ph idx="1" type="body"/>
          </p:nvPr>
        </p:nvSpPr>
        <p:spPr>
          <a:xfrm>
            <a:off x="5732584" y="4262574"/>
            <a:ext cx="17259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01" name="Google Shape;1501;p56"/>
          <p:cNvSpPr txBox="1"/>
          <p:nvPr>
            <p:ph idx="2" type="body"/>
          </p:nvPr>
        </p:nvSpPr>
        <p:spPr>
          <a:xfrm>
            <a:off x="5732584" y="3947373"/>
            <a:ext cx="1725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02" name="Google Shape;1502;p56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503" name="Google Shape;1503;p56"/>
          <p:cNvSpPr txBox="1"/>
          <p:nvPr>
            <p:ph idx="3" type="body"/>
          </p:nvPr>
        </p:nvSpPr>
        <p:spPr>
          <a:xfrm>
            <a:off x="601224" y="1894145"/>
            <a:ext cx="58593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04" name="Google Shape;1504;p56"/>
          <p:cNvSpPr txBox="1"/>
          <p:nvPr>
            <p:ph idx="4" type="body"/>
          </p:nvPr>
        </p:nvSpPr>
        <p:spPr>
          <a:xfrm>
            <a:off x="2169674" y="3964394"/>
            <a:ext cx="2280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05" name="Google Shape;1505;p56"/>
          <p:cNvSpPr txBox="1"/>
          <p:nvPr>
            <p:ph idx="5" type="body"/>
          </p:nvPr>
        </p:nvSpPr>
        <p:spPr>
          <a:xfrm>
            <a:off x="601224" y="3139159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06" name="Google Shape;1506;p56"/>
          <p:cNvSpPr txBox="1"/>
          <p:nvPr>
            <p:ph idx="6" type="body"/>
          </p:nvPr>
        </p:nvSpPr>
        <p:spPr>
          <a:xfrm>
            <a:off x="601224" y="5016175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07" name="Google Shape;1507;p56"/>
          <p:cNvSpPr txBox="1"/>
          <p:nvPr>
            <p:ph idx="7" type="body"/>
          </p:nvPr>
        </p:nvSpPr>
        <p:spPr>
          <a:xfrm>
            <a:off x="2169674" y="5744535"/>
            <a:ext cx="2280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08" name="Google Shape;1508;p56"/>
          <p:cNvSpPr txBox="1"/>
          <p:nvPr>
            <p:ph idx="8" type="body"/>
          </p:nvPr>
        </p:nvSpPr>
        <p:spPr>
          <a:xfrm>
            <a:off x="8363877" y="4262575"/>
            <a:ext cx="15375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09" name="Google Shape;1509;p56"/>
          <p:cNvSpPr txBox="1"/>
          <p:nvPr>
            <p:ph idx="9" type="body"/>
          </p:nvPr>
        </p:nvSpPr>
        <p:spPr>
          <a:xfrm>
            <a:off x="8363877" y="3948480"/>
            <a:ext cx="15375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10" name="Google Shape;1510;p56"/>
          <p:cNvSpPr txBox="1"/>
          <p:nvPr>
            <p:ph idx="13" type="body"/>
          </p:nvPr>
        </p:nvSpPr>
        <p:spPr>
          <a:xfrm>
            <a:off x="5732584" y="6091176"/>
            <a:ext cx="172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11" name="Google Shape;1511;p56"/>
          <p:cNvSpPr txBox="1"/>
          <p:nvPr>
            <p:ph idx="14" type="body"/>
          </p:nvPr>
        </p:nvSpPr>
        <p:spPr>
          <a:xfrm>
            <a:off x="5732584" y="5775975"/>
            <a:ext cx="17259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12" name="Google Shape;1512;p56"/>
          <p:cNvSpPr txBox="1"/>
          <p:nvPr>
            <p:ph idx="15" type="body"/>
          </p:nvPr>
        </p:nvSpPr>
        <p:spPr>
          <a:xfrm>
            <a:off x="8363877" y="6091177"/>
            <a:ext cx="153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13" name="Google Shape;1513;p56"/>
          <p:cNvSpPr txBox="1"/>
          <p:nvPr>
            <p:ph idx="16" type="body"/>
          </p:nvPr>
        </p:nvSpPr>
        <p:spPr>
          <a:xfrm>
            <a:off x="8363877" y="5777082"/>
            <a:ext cx="15375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14" name="Google Shape;1514;p56"/>
          <p:cNvSpPr txBox="1"/>
          <p:nvPr>
            <p:ph idx="17" type="body"/>
          </p:nvPr>
        </p:nvSpPr>
        <p:spPr>
          <a:xfrm>
            <a:off x="10317775" y="4332702"/>
            <a:ext cx="15375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15" name="Google Shape;1515;p56"/>
          <p:cNvSpPr txBox="1"/>
          <p:nvPr>
            <p:ph idx="18" type="body"/>
          </p:nvPr>
        </p:nvSpPr>
        <p:spPr>
          <a:xfrm>
            <a:off x="10317775" y="6118973"/>
            <a:ext cx="15375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16" name="Google Shape;1516;p56"/>
          <p:cNvSpPr txBox="1"/>
          <p:nvPr>
            <p:ph idx="19" type="body"/>
          </p:nvPr>
        </p:nvSpPr>
        <p:spPr>
          <a:xfrm>
            <a:off x="10317775" y="5774080"/>
            <a:ext cx="15375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17" name="Google Shape;1517;p56"/>
          <p:cNvSpPr txBox="1"/>
          <p:nvPr>
            <p:ph idx="20" type="body"/>
          </p:nvPr>
        </p:nvSpPr>
        <p:spPr>
          <a:xfrm>
            <a:off x="10317775" y="3959287"/>
            <a:ext cx="15375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18" name="Google Shape;1518;p56"/>
          <p:cNvSpPr txBox="1"/>
          <p:nvPr>
            <p:ph idx="2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business">
  <p:cSld name="Template business"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57"/>
          <p:cNvSpPr txBox="1"/>
          <p:nvPr>
            <p:ph idx="1" type="body"/>
          </p:nvPr>
        </p:nvSpPr>
        <p:spPr>
          <a:xfrm>
            <a:off x="6445799" y="3078417"/>
            <a:ext cx="2361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21" name="Google Shape;1521;p57"/>
          <p:cNvSpPr txBox="1"/>
          <p:nvPr>
            <p:ph idx="2" type="body"/>
          </p:nvPr>
        </p:nvSpPr>
        <p:spPr>
          <a:xfrm>
            <a:off x="6451468" y="4340744"/>
            <a:ext cx="23613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22" name="Google Shape;1522;p57"/>
          <p:cNvSpPr txBox="1"/>
          <p:nvPr>
            <p:ph idx="3" type="body"/>
          </p:nvPr>
        </p:nvSpPr>
        <p:spPr>
          <a:xfrm>
            <a:off x="6454367" y="5630896"/>
            <a:ext cx="2620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23" name="Google Shape;1523;p57"/>
          <p:cNvSpPr txBox="1"/>
          <p:nvPr>
            <p:ph idx="4" type="body"/>
          </p:nvPr>
        </p:nvSpPr>
        <p:spPr>
          <a:xfrm>
            <a:off x="6449623" y="2853032"/>
            <a:ext cx="8757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24" name="Google Shape;1524;p57"/>
          <p:cNvSpPr txBox="1"/>
          <p:nvPr>
            <p:ph idx="5" type="body"/>
          </p:nvPr>
        </p:nvSpPr>
        <p:spPr>
          <a:xfrm>
            <a:off x="6451467" y="4091930"/>
            <a:ext cx="9090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25" name="Google Shape;1525;p57"/>
          <p:cNvSpPr txBox="1"/>
          <p:nvPr>
            <p:ph idx="6" type="body"/>
          </p:nvPr>
        </p:nvSpPr>
        <p:spPr>
          <a:xfrm>
            <a:off x="6444801" y="5392647"/>
            <a:ext cx="9090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26" name="Google Shape;1526;p57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527" name="Google Shape;1527;p57"/>
          <p:cNvSpPr txBox="1"/>
          <p:nvPr>
            <p:ph idx="7" type="body"/>
          </p:nvPr>
        </p:nvSpPr>
        <p:spPr>
          <a:xfrm>
            <a:off x="617203" y="1725479"/>
            <a:ext cx="55620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28" name="Google Shape;1528;p57"/>
          <p:cNvSpPr txBox="1"/>
          <p:nvPr>
            <p:ph idx="8" type="body"/>
          </p:nvPr>
        </p:nvSpPr>
        <p:spPr>
          <a:xfrm>
            <a:off x="610703" y="2498398"/>
            <a:ext cx="55905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29" name="Google Shape;1529;p57"/>
          <p:cNvSpPr txBox="1"/>
          <p:nvPr>
            <p:ph idx="9" type="body"/>
          </p:nvPr>
        </p:nvSpPr>
        <p:spPr>
          <a:xfrm>
            <a:off x="617203" y="4156680"/>
            <a:ext cx="5341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30" name="Google Shape;1530;p57"/>
          <p:cNvSpPr txBox="1"/>
          <p:nvPr>
            <p:ph idx="13" type="body"/>
          </p:nvPr>
        </p:nvSpPr>
        <p:spPr>
          <a:xfrm>
            <a:off x="610703" y="3831780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31" name="Google Shape;1531;p57"/>
          <p:cNvSpPr txBox="1"/>
          <p:nvPr>
            <p:ph idx="14" type="body"/>
          </p:nvPr>
        </p:nvSpPr>
        <p:spPr>
          <a:xfrm>
            <a:off x="610703" y="4978806"/>
            <a:ext cx="5341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32" name="Google Shape;1532;p57"/>
          <p:cNvSpPr txBox="1"/>
          <p:nvPr>
            <p:ph idx="15" type="body"/>
          </p:nvPr>
        </p:nvSpPr>
        <p:spPr>
          <a:xfrm>
            <a:off x="621160" y="4680612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33" name="Google Shape;1533;p57"/>
          <p:cNvSpPr txBox="1"/>
          <p:nvPr>
            <p:ph idx="16" type="body"/>
          </p:nvPr>
        </p:nvSpPr>
        <p:spPr>
          <a:xfrm>
            <a:off x="610702" y="5809871"/>
            <a:ext cx="5341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34" name="Google Shape;1534;p57"/>
          <p:cNvSpPr txBox="1"/>
          <p:nvPr>
            <p:ph idx="17" type="body"/>
          </p:nvPr>
        </p:nvSpPr>
        <p:spPr>
          <a:xfrm>
            <a:off x="617203" y="5485508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35" name="Google Shape;1535;p57"/>
          <p:cNvSpPr/>
          <p:nvPr/>
        </p:nvSpPr>
        <p:spPr>
          <a:xfrm>
            <a:off x="10962431" y="5993292"/>
            <a:ext cx="530334" cy="297652"/>
          </a:xfrm>
          <a:custGeom>
            <a:rect b="b" l="l" r="r" t="t"/>
            <a:pathLst>
              <a:path extrusionOk="0" h="318344" w="567202">
                <a:moveTo>
                  <a:pt x="564570" y="0"/>
                </a:moveTo>
                <a:cubicBezTo>
                  <a:pt x="543019" y="155157"/>
                  <a:pt x="399769" y="263466"/>
                  <a:pt x="244612" y="241915"/>
                </a:cubicBezTo>
                <a:cubicBezTo>
                  <a:pt x="118943" y="224460"/>
                  <a:pt x="20152" y="125669"/>
                  <a:pt x="2697" y="0"/>
                </a:cubicBezTo>
                <a:cubicBezTo>
                  <a:pt x="918" y="12917"/>
                  <a:pt x="17" y="25939"/>
                  <a:pt x="0" y="38978"/>
                </a:cubicBezTo>
                <a:cubicBezTo>
                  <a:pt x="2357" y="195607"/>
                  <a:pt x="131240" y="320668"/>
                  <a:pt x="287869" y="318312"/>
                </a:cubicBezTo>
                <a:cubicBezTo>
                  <a:pt x="441175" y="316005"/>
                  <a:pt x="564896" y="192284"/>
                  <a:pt x="567203" y="38978"/>
                </a:cubicBezTo>
                <a:cubicBezTo>
                  <a:pt x="567205" y="25941"/>
                  <a:pt x="566326" y="12918"/>
                  <a:pt x="564570" y="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36" name="Google Shape;1536;p57"/>
          <p:cNvSpPr txBox="1"/>
          <p:nvPr>
            <p:ph idx="18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team">
  <p:cSld name="Template team"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58"/>
          <p:cNvSpPr txBox="1"/>
          <p:nvPr>
            <p:ph idx="1" type="body"/>
          </p:nvPr>
        </p:nvSpPr>
        <p:spPr>
          <a:xfrm>
            <a:off x="8170237" y="3384736"/>
            <a:ext cx="33450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39" name="Google Shape;1539;p58"/>
          <p:cNvSpPr txBox="1"/>
          <p:nvPr>
            <p:ph idx="2" type="body"/>
          </p:nvPr>
        </p:nvSpPr>
        <p:spPr>
          <a:xfrm>
            <a:off x="8629014" y="3168095"/>
            <a:ext cx="24837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40" name="Google Shape;1540;p58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541" name="Google Shape;1541;p58"/>
          <p:cNvSpPr txBox="1"/>
          <p:nvPr>
            <p:ph idx="3" type="body"/>
          </p:nvPr>
        </p:nvSpPr>
        <p:spPr>
          <a:xfrm>
            <a:off x="618201" y="1328366"/>
            <a:ext cx="42792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42" name="Google Shape;1542;p58"/>
          <p:cNvSpPr/>
          <p:nvPr/>
        </p:nvSpPr>
        <p:spPr>
          <a:xfrm>
            <a:off x="1777411" y="3768385"/>
            <a:ext cx="1209200" cy="1209200"/>
          </a:xfrm>
          <a:custGeom>
            <a:rect b="b" l="l" r="r" t="t"/>
            <a:pathLst>
              <a:path extrusionOk="0" h="1209200" w="1209200">
                <a:moveTo>
                  <a:pt x="604537" y="1209201"/>
                </a:moveTo>
                <a:cubicBezTo>
                  <a:pt x="938448" y="1209235"/>
                  <a:pt x="1209165" y="938575"/>
                  <a:pt x="1209200" y="604664"/>
                </a:cubicBezTo>
                <a:cubicBezTo>
                  <a:pt x="1209235" y="270752"/>
                  <a:pt x="938575" y="35"/>
                  <a:pt x="604664" y="0"/>
                </a:cubicBezTo>
                <a:cubicBezTo>
                  <a:pt x="270752" y="-35"/>
                  <a:pt x="35" y="270625"/>
                  <a:pt x="0" y="604537"/>
                </a:cubicBezTo>
                <a:cubicBezTo>
                  <a:pt x="0" y="604558"/>
                  <a:pt x="0" y="604579"/>
                  <a:pt x="0" y="604600"/>
                </a:cubicBezTo>
                <a:cubicBezTo>
                  <a:pt x="0" y="938487"/>
                  <a:pt x="270650" y="1209166"/>
                  <a:pt x="604537" y="1209201"/>
                </a:cubicBezTo>
                <a:close/>
              </a:path>
            </a:pathLst>
          </a:custGeom>
          <a:solidFill>
            <a:srgbClr val="E4E5E4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43" name="Google Shape;1543;p58"/>
          <p:cNvSpPr/>
          <p:nvPr>
            <p:ph idx="4" type="pic"/>
          </p:nvPr>
        </p:nvSpPr>
        <p:spPr>
          <a:xfrm>
            <a:off x="1777594" y="3755099"/>
            <a:ext cx="1234500" cy="1235700"/>
          </a:xfrm>
          <a:prstGeom prst="flowChartConnector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4" name="Google Shape;1544;p58"/>
          <p:cNvSpPr/>
          <p:nvPr>
            <p:ph idx="5" type="pic"/>
          </p:nvPr>
        </p:nvSpPr>
        <p:spPr>
          <a:xfrm>
            <a:off x="5491713" y="3766120"/>
            <a:ext cx="1234800" cy="1234800"/>
          </a:xfrm>
          <a:prstGeom prst="flowChartConnector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5" name="Google Shape;1545;p58"/>
          <p:cNvSpPr txBox="1"/>
          <p:nvPr>
            <p:ph idx="6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46" name="Google Shape;1546;p58"/>
          <p:cNvSpPr txBox="1"/>
          <p:nvPr>
            <p:ph idx="7" type="body"/>
          </p:nvPr>
        </p:nvSpPr>
        <p:spPr>
          <a:xfrm>
            <a:off x="722352" y="3377856"/>
            <a:ext cx="33450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47" name="Google Shape;1547;p58"/>
          <p:cNvSpPr/>
          <p:nvPr>
            <p:ph idx="8" type="pic"/>
          </p:nvPr>
        </p:nvSpPr>
        <p:spPr>
          <a:xfrm>
            <a:off x="8862203" y="3766120"/>
            <a:ext cx="1234800" cy="1234800"/>
          </a:xfrm>
          <a:prstGeom prst="flowChartConnector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8" name="Google Shape;1548;p58"/>
          <p:cNvSpPr/>
          <p:nvPr>
            <p:ph idx="9" type="pic"/>
          </p:nvPr>
        </p:nvSpPr>
        <p:spPr>
          <a:xfrm>
            <a:off x="2104773" y="1874365"/>
            <a:ext cx="1234800" cy="1234800"/>
          </a:xfrm>
          <a:prstGeom prst="flowChartConnector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9" name="Google Shape;1549;p58"/>
          <p:cNvSpPr txBox="1"/>
          <p:nvPr>
            <p:ph idx="13" type="body"/>
          </p:nvPr>
        </p:nvSpPr>
        <p:spPr>
          <a:xfrm>
            <a:off x="1181129" y="3161215"/>
            <a:ext cx="24837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50" name="Google Shape;1550;p58"/>
          <p:cNvSpPr txBox="1"/>
          <p:nvPr>
            <p:ph idx="14" type="body"/>
          </p:nvPr>
        </p:nvSpPr>
        <p:spPr>
          <a:xfrm>
            <a:off x="4438574" y="3379468"/>
            <a:ext cx="33450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51" name="Google Shape;1551;p58"/>
          <p:cNvSpPr txBox="1"/>
          <p:nvPr>
            <p:ph idx="15" type="body"/>
          </p:nvPr>
        </p:nvSpPr>
        <p:spPr>
          <a:xfrm>
            <a:off x="4897351" y="3162827"/>
            <a:ext cx="24837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52" name="Google Shape;1552;p58"/>
          <p:cNvSpPr txBox="1"/>
          <p:nvPr>
            <p:ph idx="16" type="body"/>
          </p:nvPr>
        </p:nvSpPr>
        <p:spPr>
          <a:xfrm>
            <a:off x="722352" y="5259559"/>
            <a:ext cx="33450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53" name="Google Shape;1553;p58"/>
          <p:cNvSpPr txBox="1"/>
          <p:nvPr>
            <p:ph idx="17" type="body"/>
          </p:nvPr>
        </p:nvSpPr>
        <p:spPr>
          <a:xfrm>
            <a:off x="1181129" y="5042918"/>
            <a:ext cx="24837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54" name="Google Shape;1554;p58"/>
          <p:cNvSpPr txBox="1"/>
          <p:nvPr>
            <p:ph idx="18" type="body"/>
          </p:nvPr>
        </p:nvSpPr>
        <p:spPr>
          <a:xfrm>
            <a:off x="4438574" y="5265454"/>
            <a:ext cx="33450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55" name="Google Shape;1555;p58"/>
          <p:cNvSpPr txBox="1"/>
          <p:nvPr>
            <p:ph idx="19" type="body"/>
          </p:nvPr>
        </p:nvSpPr>
        <p:spPr>
          <a:xfrm>
            <a:off x="4897351" y="5048813"/>
            <a:ext cx="24837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56" name="Google Shape;1556;p58"/>
          <p:cNvSpPr txBox="1"/>
          <p:nvPr>
            <p:ph idx="20" type="body"/>
          </p:nvPr>
        </p:nvSpPr>
        <p:spPr>
          <a:xfrm>
            <a:off x="8171648" y="5258026"/>
            <a:ext cx="33450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  <a:defRPr b="0" i="0" sz="9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57" name="Google Shape;1557;p58"/>
          <p:cNvSpPr txBox="1"/>
          <p:nvPr>
            <p:ph idx="21" type="body"/>
          </p:nvPr>
        </p:nvSpPr>
        <p:spPr>
          <a:xfrm>
            <a:off x="8630425" y="5041385"/>
            <a:ext cx="24837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58" name="Google Shape;1558;p58"/>
          <p:cNvSpPr txBox="1"/>
          <p:nvPr>
            <p:ph idx="22" type="body"/>
          </p:nvPr>
        </p:nvSpPr>
        <p:spPr>
          <a:xfrm>
            <a:off x="618201" y="5618511"/>
            <a:ext cx="34494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950"/>
              <a:buFont typeface="Arial"/>
              <a:buNone/>
              <a:defRPr b="0" i="0" sz="9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59" name="Google Shape;1559;p58"/>
          <p:cNvSpPr txBox="1"/>
          <p:nvPr>
            <p:ph idx="23" type="body"/>
          </p:nvPr>
        </p:nvSpPr>
        <p:spPr>
          <a:xfrm>
            <a:off x="4334423" y="5599333"/>
            <a:ext cx="34494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950"/>
              <a:buFont typeface="Arial"/>
              <a:buNone/>
              <a:defRPr b="0" i="0" sz="9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60" name="Google Shape;1560;p58"/>
          <p:cNvSpPr txBox="1"/>
          <p:nvPr>
            <p:ph idx="24" type="body"/>
          </p:nvPr>
        </p:nvSpPr>
        <p:spPr>
          <a:xfrm>
            <a:off x="8050645" y="5599269"/>
            <a:ext cx="34494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950"/>
              <a:buFont typeface="Arial"/>
              <a:buNone/>
              <a:defRPr b="0" i="0" sz="9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61" name="Google Shape;1561;p58"/>
          <p:cNvSpPr txBox="1"/>
          <p:nvPr>
            <p:ph idx="25" type="body"/>
          </p:nvPr>
        </p:nvSpPr>
        <p:spPr>
          <a:xfrm>
            <a:off x="1217175" y="5978054"/>
            <a:ext cx="22878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62" name="Google Shape;1562;p58"/>
          <p:cNvSpPr txBox="1"/>
          <p:nvPr>
            <p:ph idx="26" type="body"/>
          </p:nvPr>
        </p:nvSpPr>
        <p:spPr>
          <a:xfrm>
            <a:off x="4952056" y="5974531"/>
            <a:ext cx="22878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63" name="Google Shape;1563;p58"/>
          <p:cNvSpPr txBox="1"/>
          <p:nvPr>
            <p:ph idx="27" type="body"/>
          </p:nvPr>
        </p:nvSpPr>
        <p:spPr>
          <a:xfrm>
            <a:off x="8668278" y="5974531"/>
            <a:ext cx="22878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64" name="Google Shape;1564;p58"/>
          <p:cNvSpPr/>
          <p:nvPr>
            <p:ph idx="28" type="pic"/>
          </p:nvPr>
        </p:nvSpPr>
        <p:spPr>
          <a:xfrm>
            <a:off x="9210107" y="1890368"/>
            <a:ext cx="1234800" cy="1234800"/>
          </a:xfrm>
          <a:prstGeom prst="flowChartConnector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5" name="Google Shape;1565;p58"/>
          <p:cNvSpPr/>
          <p:nvPr>
            <p:ph idx="29" type="pic"/>
          </p:nvPr>
        </p:nvSpPr>
        <p:spPr>
          <a:xfrm>
            <a:off x="5824349" y="1879173"/>
            <a:ext cx="1234800" cy="1234800"/>
          </a:xfrm>
          <a:prstGeom prst="flowChartConnector">
            <a:avLst/>
          </a:prstGeom>
          <a:solidFill>
            <a:srgbClr val="BFBF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7" name="Google Shape;1567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8" name="Google Shape;1568;p59"/>
          <p:cNvGrpSpPr/>
          <p:nvPr/>
        </p:nvGrpSpPr>
        <p:grpSpPr>
          <a:xfrm>
            <a:off x="4491926" y="2984204"/>
            <a:ext cx="3208150" cy="744031"/>
            <a:chOff x="698472" y="661632"/>
            <a:chExt cx="1294862" cy="300303"/>
          </a:xfrm>
        </p:grpSpPr>
        <p:sp>
          <p:nvSpPr>
            <p:cNvPr id="1569" name="Google Shape;1569;p59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70" name="Google Shape;1570;p59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71" name="Google Shape;1571;p59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72" name="Google Shape;1572;p59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73" name="Google Shape;1573;p59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74" name="Google Shape;1574;p59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575" name="Google Shape;1575;p59"/>
          <p:cNvSpPr/>
          <p:nvPr/>
        </p:nvSpPr>
        <p:spPr>
          <a:xfrm>
            <a:off x="9557601" y="5804886"/>
            <a:ext cx="365680" cy="182915"/>
          </a:xfrm>
          <a:custGeom>
            <a:rect b="b" l="l" r="r" t="t"/>
            <a:pathLst>
              <a:path extrusionOk="0" h="469012" w="937642">
                <a:moveTo>
                  <a:pt x="698411" y="48"/>
                </a:moveTo>
                <a:lnTo>
                  <a:pt x="229781" y="48"/>
                </a:lnTo>
                <a:cubicBezTo>
                  <a:pt x="100293" y="2658"/>
                  <a:pt x="-2561" y="109744"/>
                  <a:pt x="49" y="239231"/>
                </a:cubicBezTo>
                <a:cubicBezTo>
                  <a:pt x="2585" y="365043"/>
                  <a:pt x="103968" y="466427"/>
                  <a:pt x="229781" y="468963"/>
                </a:cubicBezTo>
                <a:lnTo>
                  <a:pt x="698411" y="468963"/>
                </a:lnTo>
                <a:cubicBezTo>
                  <a:pt x="827898" y="471574"/>
                  <a:pt x="934984" y="368719"/>
                  <a:pt x="937594" y="239231"/>
                </a:cubicBezTo>
                <a:cubicBezTo>
                  <a:pt x="940204" y="109744"/>
                  <a:pt x="837350" y="2658"/>
                  <a:pt x="707862" y="48"/>
                </a:cubicBezTo>
                <a:cubicBezTo>
                  <a:pt x="704712" y="-16"/>
                  <a:pt x="701561" y="-16"/>
                  <a:pt x="698411" y="48"/>
                </a:cubicBezTo>
                <a:close/>
                <a:moveTo>
                  <a:pt x="698411" y="421243"/>
                </a:moveTo>
                <a:cubicBezTo>
                  <a:pt x="595252" y="421243"/>
                  <a:pt x="511625" y="337617"/>
                  <a:pt x="511625" y="234458"/>
                </a:cubicBezTo>
                <a:cubicBezTo>
                  <a:pt x="511625" y="131299"/>
                  <a:pt x="595252" y="47673"/>
                  <a:pt x="698411" y="47673"/>
                </a:cubicBezTo>
                <a:cubicBezTo>
                  <a:pt x="801569" y="47673"/>
                  <a:pt x="885196" y="131299"/>
                  <a:pt x="885196" y="234458"/>
                </a:cubicBezTo>
                <a:cubicBezTo>
                  <a:pt x="885196" y="234490"/>
                  <a:pt x="885196" y="234521"/>
                  <a:pt x="885196" y="234553"/>
                </a:cubicBezTo>
                <a:cubicBezTo>
                  <a:pt x="885143" y="337675"/>
                  <a:pt x="801532" y="421243"/>
                  <a:pt x="698411" y="421243"/>
                </a:cubicBezTo>
                <a:close/>
              </a:path>
            </a:pathLst>
          </a:custGeom>
          <a:solidFill>
            <a:srgbClr val="CFDD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576" name="Google Shape;157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1962" y="5792900"/>
            <a:ext cx="1239921" cy="2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" y="5778477"/>
            <a:ext cx="4615629" cy="3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8" name="Google Shape;1578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3700" y="5792900"/>
            <a:ext cx="1484242" cy="13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spain map to hospitals">
  <p:cSld name="Template spain map to hospitals"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0" name="Google Shape;1580;p60"/>
          <p:cNvGrpSpPr/>
          <p:nvPr/>
        </p:nvGrpSpPr>
        <p:grpSpPr>
          <a:xfrm>
            <a:off x="1685109" y="2967358"/>
            <a:ext cx="3672978" cy="2792482"/>
            <a:chOff x="1685109" y="2967358"/>
            <a:chExt cx="3672978" cy="2792482"/>
          </a:xfrm>
        </p:grpSpPr>
        <p:sp>
          <p:nvSpPr>
            <p:cNvPr id="1581" name="Google Shape;1581;p60"/>
            <p:cNvSpPr/>
            <p:nvPr/>
          </p:nvSpPr>
          <p:spPr>
            <a:xfrm>
              <a:off x="1685109" y="2967358"/>
              <a:ext cx="3402061" cy="2732020"/>
            </a:xfrm>
            <a:custGeom>
              <a:rect b="b" l="l" r="r" t="t"/>
              <a:pathLst>
                <a:path extrusionOk="0" h="2725207" w="3385135">
                  <a:moveTo>
                    <a:pt x="2117829" y="279061"/>
                  </a:moveTo>
                  <a:lnTo>
                    <a:pt x="2137360" y="247457"/>
                  </a:lnTo>
                  <a:cubicBezTo>
                    <a:pt x="2173451" y="294041"/>
                    <a:pt x="2221046" y="305924"/>
                    <a:pt x="2271612" y="308705"/>
                  </a:cubicBezTo>
                  <a:cubicBezTo>
                    <a:pt x="2285012" y="309400"/>
                    <a:pt x="2293103" y="310601"/>
                    <a:pt x="2297338" y="324317"/>
                  </a:cubicBezTo>
                  <a:cubicBezTo>
                    <a:pt x="2298918" y="329437"/>
                    <a:pt x="2304733" y="333609"/>
                    <a:pt x="2309284" y="337401"/>
                  </a:cubicBezTo>
                  <a:cubicBezTo>
                    <a:pt x="2320313" y="345524"/>
                    <a:pt x="2330162" y="355139"/>
                    <a:pt x="2338549" y="365971"/>
                  </a:cubicBezTo>
                  <a:cubicBezTo>
                    <a:pt x="2349610" y="365971"/>
                    <a:pt x="2360735" y="365971"/>
                    <a:pt x="2371796" y="365971"/>
                  </a:cubicBezTo>
                  <a:cubicBezTo>
                    <a:pt x="2376006" y="366366"/>
                    <a:pt x="2380233" y="365414"/>
                    <a:pt x="2383868" y="363253"/>
                  </a:cubicBezTo>
                  <a:cubicBezTo>
                    <a:pt x="2403905" y="344670"/>
                    <a:pt x="2420845" y="356490"/>
                    <a:pt x="2437468" y="368373"/>
                  </a:cubicBezTo>
                  <a:cubicBezTo>
                    <a:pt x="2446128" y="374693"/>
                    <a:pt x="2453776" y="382278"/>
                    <a:pt x="2461929" y="389231"/>
                  </a:cubicBezTo>
                  <a:cubicBezTo>
                    <a:pt x="2478743" y="403642"/>
                    <a:pt x="2498147" y="407814"/>
                    <a:pt x="2517805" y="398017"/>
                  </a:cubicBezTo>
                  <a:cubicBezTo>
                    <a:pt x="2537462" y="388220"/>
                    <a:pt x="2553390" y="389863"/>
                    <a:pt x="2568371" y="400608"/>
                  </a:cubicBezTo>
                  <a:cubicBezTo>
                    <a:pt x="2579179" y="400608"/>
                    <a:pt x="2589988" y="399787"/>
                    <a:pt x="2600670" y="400608"/>
                  </a:cubicBezTo>
                  <a:cubicBezTo>
                    <a:pt x="2620264" y="402505"/>
                    <a:pt x="2639732" y="405475"/>
                    <a:pt x="2660780" y="408193"/>
                  </a:cubicBezTo>
                  <a:cubicBezTo>
                    <a:pt x="2660780" y="391190"/>
                    <a:pt x="2660211" y="378675"/>
                    <a:pt x="2660780" y="366160"/>
                  </a:cubicBezTo>
                  <a:cubicBezTo>
                    <a:pt x="2661728" y="350927"/>
                    <a:pt x="2670767" y="343595"/>
                    <a:pt x="2685431" y="347198"/>
                  </a:cubicBezTo>
                  <a:cubicBezTo>
                    <a:pt x="2717919" y="355541"/>
                    <a:pt x="2750155" y="365023"/>
                    <a:pt x="2782454" y="374061"/>
                  </a:cubicBezTo>
                  <a:cubicBezTo>
                    <a:pt x="2783149" y="374061"/>
                    <a:pt x="2784161" y="374061"/>
                    <a:pt x="2784414" y="374883"/>
                  </a:cubicBezTo>
                  <a:cubicBezTo>
                    <a:pt x="2797055" y="401430"/>
                    <a:pt x="2822338" y="391317"/>
                    <a:pt x="2843196" y="396057"/>
                  </a:cubicBezTo>
                  <a:cubicBezTo>
                    <a:pt x="2868795" y="401999"/>
                    <a:pt x="2872335" y="427092"/>
                    <a:pt x="2878529" y="447445"/>
                  </a:cubicBezTo>
                  <a:cubicBezTo>
                    <a:pt x="2882132" y="459202"/>
                    <a:pt x="2878213" y="473107"/>
                    <a:pt x="2880173" y="485685"/>
                  </a:cubicBezTo>
                  <a:cubicBezTo>
                    <a:pt x="2882701" y="491256"/>
                    <a:pt x="2887944" y="495110"/>
                    <a:pt x="2894015" y="495862"/>
                  </a:cubicBezTo>
                  <a:cubicBezTo>
                    <a:pt x="2903749" y="494851"/>
                    <a:pt x="2916707" y="493081"/>
                    <a:pt x="2921889" y="486507"/>
                  </a:cubicBezTo>
                  <a:cubicBezTo>
                    <a:pt x="2937755" y="466091"/>
                    <a:pt x="2954694" y="476520"/>
                    <a:pt x="2971634" y="481324"/>
                  </a:cubicBezTo>
                  <a:cubicBezTo>
                    <a:pt x="2981936" y="484295"/>
                    <a:pt x="2991797" y="488656"/>
                    <a:pt x="3003237" y="492828"/>
                  </a:cubicBezTo>
                  <a:lnTo>
                    <a:pt x="3016574" y="478796"/>
                  </a:lnTo>
                  <a:cubicBezTo>
                    <a:pt x="3035537" y="492891"/>
                    <a:pt x="3035916" y="497316"/>
                    <a:pt x="3018723" y="508883"/>
                  </a:cubicBezTo>
                  <a:cubicBezTo>
                    <a:pt x="3027446" y="531195"/>
                    <a:pt x="3030543" y="532459"/>
                    <a:pt x="3047103" y="517479"/>
                  </a:cubicBezTo>
                  <a:cubicBezTo>
                    <a:pt x="3069605" y="497063"/>
                    <a:pt x="3093624" y="495356"/>
                    <a:pt x="3120424" y="508061"/>
                  </a:cubicBezTo>
                  <a:cubicBezTo>
                    <a:pt x="3142989" y="518680"/>
                    <a:pt x="3161256" y="544784"/>
                    <a:pt x="3189130" y="523547"/>
                  </a:cubicBezTo>
                  <a:cubicBezTo>
                    <a:pt x="3203162" y="516278"/>
                    <a:pt x="3216878" y="508187"/>
                    <a:pt x="3231353" y="501867"/>
                  </a:cubicBezTo>
                  <a:cubicBezTo>
                    <a:pt x="3242414" y="497000"/>
                    <a:pt x="3254613" y="494787"/>
                    <a:pt x="3265927" y="490489"/>
                  </a:cubicBezTo>
                  <a:cubicBezTo>
                    <a:pt x="3294434" y="479744"/>
                    <a:pt x="3319021" y="494534"/>
                    <a:pt x="3344747" y="502056"/>
                  </a:cubicBezTo>
                  <a:cubicBezTo>
                    <a:pt x="3346390" y="502562"/>
                    <a:pt x="3348856" y="505469"/>
                    <a:pt x="3348539" y="506733"/>
                  </a:cubicBezTo>
                  <a:cubicBezTo>
                    <a:pt x="3342218" y="535177"/>
                    <a:pt x="3366490" y="531195"/>
                    <a:pt x="3380965" y="537642"/>
                  </a:cubicBezTo>
                  <a:cubicBezTo>
                    <a:pt x="3382478" y="538693"/>
                    <a:pt x="3383876" y="539901"/>
                    <a:pt x="3385136" y="541245"/>
                  </a:cubicBezTo>
                  <a:cubicBezTo>
                    <a:pt x="3381723" y="572280"/>
                    <a:pt x="3356883" y="575819"/>
                    <a:pt x="3328250" y="580749"/>
                  </a:cubicBezTo>
                  <a:cubicBezTo>
                    <a:pt x="3333433" y="592190"/>
                    <a:pt x="3336214" y="603314"/>
                    <a:pt x="3342598" y="611595"/>
                  </a:cubicBezTo>
                  <a:cubicBezTo>
                    <a:pt x="3367375" y="643830"/>
                    <a:pt x="3360675" y="676698"/>
                    <a:pt x="3339880" y="704889"/>
                  </a:cubicBezTo>
                  <a:cubicBezTo>
                    <a:pt x="3321404" y="729268"/>
                    <a:pt x="3299072" y="750469"/>
                    <a:pt x="3273765" y="767653"/>
                  </a:cubicBezTo>
                  <a:cubicBezTo>
                    <a:pt x="3240897" y="790282"/>
                    <a:pt x="3204237" y="807411"/>
                    <a:pt x="3169220" y="826816"/>
                  </a:cubicBezTo>
                  <a:cubicBezTo>
                    <a:pt x="3124975" y="851087"/>
                    <a:pt x="3081804" y="875801"/>
                    <a:pt x="3050833" y="917329"/>
                  </a:cubicBezTo>
                  <a:cubicBezTo>
                    <a:pt x="3046408" y="923270"/>
                    <a:pt x="3036674" y="926304"/>
                    <a:pt x="3028773" y="928327"/>
                  </a:cubicBezTo>
                  <a:cubicBezTo>
                    <a:pt x="2970686" y="943560"/>
                    <a:pt x="2911903" y="956644"/>
                    <a:pt x="2854321" y="973583"/>
                  </a:cubicBezTo>
                  <a:cubicBezTo>
                    <a:pt x="2822870" y="983259"/>
                    <a:pt x="2792430" y="995960"/>
                    <a:pt x="2763429" y="1011508"/>
                  </a:cubicBezTo>
                  <a:cubicBezTo>
                    <a:pt x="2745257" y="1021383"/>
                    <a:pt x="2728990" y="1034418"/>
                    <a:pt x="2715391" y="1050001"/>
                  </a:cubicBezTo>
                  <a:cubicBezTo>
                    <a:pt x="2692320" y="1075790"/>
                    <a:pt x="2694659" y="1085334"/>
                    <a:pt x="2722533" y="1106382"/>
                  </a:cubicBezTo>
                  <a:cubicBezTo>
                    <a:pt x="2734669" y="1115610"/>
                    <a:pt x="2732710" y="1126671"/>
                    <a:pt x="2718488" y="1136721"/>
                  </a:cubicBezTo>
                  <a:cubicBezTo>
                    <a:pt x="2708249" y="1143927"/>
                    <a:pt x="2699526" y="1153282"/>
                    <a:pt x="2689539" y="1160740"/>
                  </a:cubicBezTo>
                  <a:cubicBezTo>
                    <a:pt x="2679553" y="1168199"/>
                    <a:pt x="2669819" y="1173382"/>
                    <a:pt x="2659895" y="1179702"/>
                  </a:cubicBezTo>
                  <a:cubicBezTo>
                    <a:pt x="2655401" y="1181834"/>
                    <a:pt x="2651161" y="1184463"/>
                    <a:pt x="2647253" y="1187540"/>
                  </a:cubicBezTo>
                  <a:cubicBezTo>
                    <a:pt x="2551431" y="1283489"/>
                    <a:pt x="2473496" y="1391068"/>
                    <a:pt x="2432348" y="1521970"/>
                  </a:cubicBezTo>
                  <a:cubicBezTo>
                    <a:pt x="2424646" y="1548013"/>
                    <a:pt x="2420229" y="1574916"/>
                    <a:pt x="2419201" y="1602054"/>
                  </a:cubicBezTo>
                  <a:cubicBezTo>
                    <a:pt x="2415472" y="1676702"/>
                    <a:pt x="2450299" y="1728469"/>
                    <a:pt x="2516730" y="1761716"/>
                  </a:cubicBezTo>
                  <a:cubicBezTo>
                    <a:pt x="2531246" y="1770093"/>
                    <a:pt x="2544309" y="1780766"/>
                    <a:pt x="2555413" y="1793320"/>
                  </a:cubicBezTo>
                  <a:cubicBezTo>
                    <a:pt x="2557941" y="1795848"/>
                    <a:pt x="2554844" y="1809880"/>
                    <a:pt x="2550862" y="1811966"/>
                  </a:cubicBezTo>
                  <a:cubicBezTo>
                    <a:pt x="2528929" y="1823469"/>
                    <a:pt x="2517425" y="1851154"/>
                    <a:pt x="2488793" y="1852103"/>
                  </a:cubicBezTo>
                  <a:cubicBezTo>
                    <a:pt x="2486688" y="1852539"/>
                    <a:pt x="2484950" y="1854016"/>
                    <a:pt x="2484178" y="1856021"/>
                  </a:cubicBezTo>
                  <a:cubicBezTo>
                    <a:pt x="2482156" y="1881304"/>
                    <a:pt x="2460160" y="1880925"/>
                    <a:pt x="2443726" y="1887119"/>
                  </a:cubicBezTo>
                  <a:cubicBezTo>
                    <a:pt x="2419517" y="1896284"/>
                    <a:pt x="2394298" y="1903553"/>
                    <a:pt x="2385638" y="1932692"/>
                  </a:cubicBezTo>
                  <a:cubicBezTo>
                    <a:pt x="2384153" y="1935884"/>
                    <a:pt x="2381404" y="1938312"/>
                    <a:pt x="2378053" y="1939392"/>
                  </a:cubicBezTo>
                  <a:cubicBezTo>
                    <a:pt x="2361493" y="1944322"/>
                    <a:pt x="2358649" y="1956395"/>
                    <a:pt x="2360418" y="1970996"/>
                  </a:cubicBezTo>
                  <a:cubicBezTo>
                    <a:pt x="2362188" y="1985596"/>
                    <a:pt x="2359407" y="1994698"/>
                    <a:pt x="2342847" y="1999312"/>
                  </a:cubicBezTo>
                  <a:cubicBezTo>
                    <a:pt x="2335894" y="2001272"/>
                    <a:pt x="2330205" y="2013092"/>
                    <a:pt x="2326792" y="2021562"/>
                  </a:cubicBezTo>
                  <a:cubicBezTo>
                    <a:pt x="2320471" y="2037995"/>
                    <a:pt x="2318828" y="2057210"/>
                    <a:pt x="2309537" y="2071622"/>
                  </a:cubicBezTo>
                  <a:cubicBezTo>
                    <a:pt x="2288172" y="2104806"/>
                    <a:pt x="2293355" y="2138432"/>
                    <a:pt x="2304038" y="2171742"/>
                  </a:cubicBezTo>
                  <a:cubicBezTo>
                    <a:pt x="2309410" y="2188619"/>
                    <a:pt x="2305997" y="2197468"/>
                    <a:pt x="2290258" y="2199933"/>
                  </a:cubicBezTo>
                  <a:cubicBezTo>
                    <a:pt x="2266429" y="2203662"/>
                    <a:pt x="2242221" y="2204610"/>
                    <a:pt x="2218328" y="2207518"/>
                  </a:cubicBezTo>
                  <a:cubicBezTo>
                    <a:pt x="2209301" y="2208516"/>
                    <a:pt x="2200758" y="2212117"/>
                    <a:pt x="2193741" y="2217884"/>
                  </a:cubicBezTo>
                  <a:cubicBezTo>
                    <a:pt x="2148042" y="2192601"/>
                    <a:pt x="2118334" y="2226290"/>
                    <a:pt x="2087615" y="2249803"/>
                  </a:cubicBezTo>
                  <a:cubicBezTo>
                    <a:pt x="2038819" y="2287033"/>
                    <a:pt x="2000136" y="2331973"/>
                    <a:pt x="1991098" y="2396318"/>
                  </a:cubicBezTo>
                  <a:cubicBezTo>
                    <a:pt x="1989202" y="2409465"/>
                    <a:pt x="1985915" y="2422549"/>
                    <a:pt x="1969860" y="2427922"/>
                  </a:cubicBezTo>
                  <a:cubicBezTo>
                    <a:pt x="1964614" y="2429755"/>
                    <a:pt x="1961833" y="2438983"/>
                    <a:pt x="1958040" y="2444861"/>
                  </a:cubicBezTo>
                  <a:cubicBezTo>
                    <a:pt x="1951860" y="2456021"/>
                    <a:pt x="1944867" y="2466711"/>
                    <a:pt x="1937119" y="2476844"/>
                  </a:cubicBezTo>
                  <a:cubicBezTo>
                    <a:pt x="1921822" y="2494289"/>
                    <a:pt x="1908738" y="2494037"/>
                    <a:pt x="1891293" y="2478235"/>
                  </a:cubicBezTo>
                  <a:cubicBezTo>
                    <a:pt x="1857414" y="2447516"/>
                    <a:pt x="1819616" y="2450297"/>
                    <a:pt x="1792437" y="2485504"/>
                  </a:cubicBezTo>
                  <a:cubicBezTo>
                    <a:pt x="1771895" y="2512114"/>
                    <a:pt x="1758242" y="2512683"/>
                    <a:pt x="1727965" y="2498714"/>
                  </a:cubicBezTo>
                  <a:cubicBezTo>
                    <a:pt x="1685617" y="2479183"/>
                    <a:pt x="1640803" y="2479436"/>
                    <a:pt x="1595925" y="2491698"/>
                  </a:cubicBezTo>
                  <a:cubicBezTo>
                    <a:pt x="1586607" y="2494942"/>
                    <a:pt x="1576840" y="2496712"/>
                    <a:pt x="1566976" y="2496944"/>
                  </a:cubicBezTo>
                  <a:cubicBezTo>
                    <a:pt x="1516916" y="2494479"/>
                    <a:pt x="1467045" y="2489928"/>
                    <a:pt x="1416985" y="2488095"/>
                  </a:cubicBezTo>
                  <a:cubicBezTo>
                    <a:pt x="1393403" y="2487633"/>
                    <a:pt x="1369824" y="2489198"/>
                    <a:pt x="1346509" y="2492772"/>
                  </a:cubicBezTo>
                  <a:cubicBezTo>
                    <a:pt x="1322680" y="2495996"/>
                    <a:pt x="1302264" y="2505414"/>
                    <a:pt x="1288611" y="2528105"/>
                  </a:cubicBezTo>
                  <a:cubicBezTo>
                    <a:pt x="1274958" y="2550797"/>
                    <a:pt x="1251319" y="2560847"/>
                    <a:pt x="1225972" y="2566030"/>
                  </a:cubicBezTo>
                  <a:cubicBezTo>
                    <a:pt x="1204229" y="2570265"/>
                    <a:pt x="1182107" y="2572856"/>
                    <a:pt x="1160426" y="2577281"/>
                  </a:cubicBezTo>
                  <a:cubicBezTo>
                    <a:pt x="1110745" y="2587394"/>
                    <a:pt x="1082239" y="2620009"/>
                    <a:pt x="1070103" y="2667288"/>
                  </a:cubicBezTo>
                  <a:cubicBezTo>
                    <a:pt x="1065426" y="2685492"/>
                    <a:pt x="1060559" y="2693330"/>
                    <a:pt x="1044820" y="2677717"/>
                  </a:cubicBezTo>
                  <a:cubicBezTo>
                    <a:pt x="1042481" y="2680119"/>
                    <a:pt x="1040838" y="2681067"/>
                    <a:pt x="1040838" y="2682015"/>
                  </a:cubicBezTo>
                  <a:cubicBezTo>
                    <a:pt x="1040838" y="2713619"/>
                    <a:pt x="1028197" y="2729421"/>
                    <a:pt x="996593" y="2724238"/>
                  </a:cubicBezTo>
                  <a:cubicBezTo>
                    <a:pt x="973143" y="2720382"/>
                    <a:pt x="950704" y="2706793"/>
                    <a:pt x="929593" y="2694530"/>
                  </a:cubicBezTo>
                  <a:cubicBezTo>
                    <a:pt x="915119" y="2686187"/>
                    <a:pt x="903488" y="2675568"/>
                    <a:pt x="885348" y="2670828"/>
                  </a:cubicBezTo>
                  <a:cubicBezTo>
                    <a:pt x="870557" y="2667098"/>
                    <a:pt x="855261" y="2653382"/>
                    <a:pt x="846539" y="2639982"/>
                  </a:cubicBezTo>
                  <a:cubicBezTo>
                    <a:pt x="828082" y="2611602"/>
                    <a:pt x="813671" y="2580441"/>
                    <a:pt x="796668" y="2548584"/>
                  </a:cubicBezTo>
                  <a:lnTo>
                    <a:pt x="814619" y="2544982"/>
                  </a:lnTo>
                  <a:cubicBezTo>
                    <a:pt x="815251" y="2543465"/>
                    <a:pt x="815883" y="2541948"/>
                    <a:pt x="816578" y="2540431"/>
                  </a:cubicBezTo>
                  <a:cubicBezTo>
                    <a:pt x="811094" y="2536803"/>
                    <a:pt x="805273" y="2533713"/>
                    <a:pt x="799196" y="2531203"/>
                  </a:cubicBezTo>
                  <a:cubicBezTo>
                    <a:pt x="767909" y="2521595"/>
                    <a:pt x="757543" y="2498019"/>
                    <a:pt x="771385" y="2469006"/>
                  </a:cubicBezTo>
                  <a:cubicBezTo>
                    <a:pt x="773884" y="2463402"/>
                    <a:pt x="773722" y="2456969"/>
                    <a:pt x="770942" y="2451498"/>
                  </a:cubicBezTo>
                  <a:cubicBezTo>
                    <a:pt x="756594" y="2433231"/>
                    <a:pt x="742815" y="2413574"/>
                    <a:pt x="725117" y="2399036"/>
                  </a:cubicBezTo>
                  <a:cubicBezTo>
                    <a:pt x="700496" y="2378388"/>
                    <a:pt x="673881" y="2360243"/>
                    <a:pt x="645666" y="2344867"/>
                  </a:cubicBezTo>
                  <a:cubicBezTo>
                    <a:pt x="629548" y="2336145"/>
                    <a:pt x="609005" y="2333869"/>
                    <a:pt x="590169" y="2332226"/>
                  </a:cubicBezTo>
                  <a:cubicBezTo>
                    <a:pt x="569428" y="2331852"/>
                    <a:pt x="548683" y="2332675"/>
                    <a:pt x="528037" y="2334691"/>
                  </a:cubicBezTo>
                  <a:cubicBezTo>
                    <a:pt x="507494" y="2335512"/>
                    <a:pt x="497128" y="2326600"/>
                    <a:pt x="493841" y="2305236"/>
                  </a:cubicBezTo>
                  <a:cubicBezTo>
                    <a:pt x="489101" y="2274328"/>
                    <a:pt x="479999" y="2244178"/>
                    <a:pt x="474879" y="2213333"/>
                  </a:cubicBezTo>
                  <a:cubicBezTo>
                    <a:pt x="473175" y="2200712"/>
                    <a:pt x="474765" y="2187865"/>
                    <a:pt x="479493" y="2176040"/>
                  </a:cubicBezTo>
                  <a:cubicBezTo>
                    <a:pt x="484613" y="2163020"/>
                    <a:pt x="494473" y="2151895"/>
                    <a:pt x="502438" y="2140012"/>
                  </a:cubicBezTo>
                  <a:cubicBezTo>
                    <a:pt x="511982" y="2125790"/>
                    <a:pt x="527721" y="2112643"/>
                    <a:pt x="530186" y="2097284"/>
                  </a:cubicBezTo>
                  <a:cubicBezTo>
                    <a:pt x="537518" y="2055441"/>
                    <a:pt x="565898" y="2046086"/>
                    <a:pt x="600662" y="2042167"/>
                  </a:cubicBezTo>
                  <a:cubicBezTo>
                    <a:pt x="604087" y="2041367"/>
                    <a:pt x="606954" y="2039036"/>
                    <a:pt x="608436" y="2035846"/>
                  </a:cubicBezTo>
                  <a:cubicBezTo>
                    <a:pt x="613303" y="2023584"/>
                    <a:pt x="617349" y="2010943"/>
                    <a:pt x="622216" y="1997100"/>
                  </a:cubicBezTo>
                  <a:cubicBezTo>
                    <a:pt x="583406" y="2002220"/>
                    <a:pt x="584291" y="2001841"/>
                    <a:pt x="565013" y="1968657"/>
                  </a:cubicBezTo>
                  <a:cubicBezTo>
                    <a:pt x="556495" y="1952073"/>
                    <a:pt x="545425" y="1936929"/>
                    <a:pt x="532208" y="1923780"/>
                  </a:cubicBezTo>
                  <a:cubicBezTo>
                    <a:pt x="514321" y="1907851"/>
                    <a:pt x="518303" y="1892176"/>
                    <a:pt x="523802" y="1873656"/>
                  </a:cubicBezTo>
                  <a:cubicBezTo>
                    <a:pt x="528548" y="1858413"/>
                    <a:pt x="531538" y="1842678"/>
                    <a:pt x="532714" y="1826756"/>
                  </a:cubicBezTo>
                  <a:cubicBezTo>
                    <a:pt x="533725" y="1807162"/>
                    <a:pt x="542448" y="1791992"/>
                    <a:pt x="559387" y="1786240"/>
                  </a:cubicBezTo>
                  <a:cubicBezTo>
                    <a:pt x="594152" y="1774357"/>
                    <a:pt x="599208" y="1740921"/>
                    <a:pt x="613493" y="1715132"/>
                  </a:cubicBezTo>
                  <a:cubicBezTo>
                    <a:pt x="624238" y="1695727"/>
                    <a:pt x="610080" y="1681316"/>
                    <a:pt x="587262" y="1685045"/>
                  </a:cubicBezTo>
                  <a:cubicBezTo>
                    <a:pt x="575252" y="1687005"/>
                    <a:pt x="567288" y="1685045"/>
                    <a:pt x="566720" y="1670950"/>
                  </a:cubicBezTo>
                  <a:cubicBezTo>
                    <a:pt x="566720" y="1668801"/>
                    <a:pt x="567225" y="1665198"/>
                    <a:pt x="566403" y="1664629"/>
                  </a:cubicBezTo>
                  <a:cubicBezTo>
                    <a:pt x="542005" y="1654074"/>
                    <a:pt x="541121" y="1628538"/>
                    <a:pt x="531007" y="1609007"/>
                  </a:cubicBezTo>
                  <a:cubicBezTo>
                    <a:pt x="526899" y="1601169"/>
                    <a:pt x="521589" y="1591119"/>
                    <a:pt x="523296" y="1583724"/>
                  </a:cubicBezTo>
                  <a:cubicBezTo>
                    <a:pt x="527405" y="1566152"/>
                    <a:pt x="521779" y="1556734"/>
                    <a:pt x="507557" y="1546811"/>
                  </a:cubicBezTo>
                  <a:cubicBezTo>
                    <a:pt x="484910" y="1532249"/>
                    <a:pt x="469181" y="1509079"/>
                    <a:pt x="464008" y="1482655"/>
                  </a:cubicBezTo>
                  <a:cubicBezTo>
                    <a:pt x="470723" y="1480566"/>
                    <a:pt x="477591" y="1479002"/>
                    <a:pt x="484550" y="1477978"/>
                  </a:cubicBezTo>
                  <a:cubicBezTo>
                    <a:pt x="505914" y="1476524"/>
                    <a:pt x="527341" y="1474944"/>
                    <a:pt x="548769" y="1475070"/>
                  </a:cubicBezTo>
                  <a:cubicBezTo>
                    <a:pt x="595479" y="1475387"/>
                    <a:pt x="607615" y="1467738"/>
                    <a:pt x="624617" y="1424505"/>
                  </a:cubicBezTo>
                  <a:cubicBezTo>
                    <a:pt x="626703" y="1419132"/>
                    <a:pt x="627841" y="1413443"/>
                    <a:pt x="630306" y="1408323"/>
                  </a:cubicBezTo>
                  <a:cubicBezTo>
                    <a:pt x="643327" y="1381271"/>
                    <a:pt x="641241" y="1358895"/>
                    <a:pt x="619182" y="1335192"/>
                  </a:cubicBezTo>
                  <a:cubicBezTo>
                    <a:pt x="593899" y="1307697"/>
                    <a:pt x="596869" y="1299480"/>
                    <a:pt x="626198" y="1277358"/>
                  </a:cubicBezTo>
                  <a:cubicBezTo>
                    <a:pt x="638839" y="1267940"/>
                    <a:pt x="650090" y="1257195"/>
                    <a:pt x="663427" y="1245754"/>
                  </a:cubicBezTo>
                  <a:cubicBezTo>
                    <a:pt x="648383" y="1228119"/>
                    <a:pt x="651228" y="1211812"/>
                    <a:pt x="657106" y="1191775"/>
                  </a:cubicBezTo>
                  <a:cubicBezTo>
                    <a:pt x="662984" y="1171738"/>
                    <a:pt x="658117" y="1147530"/>
                    <a:pt x="657928" y="1125344"/>
                  </a:cubicBezTo>
                  <a:cubicBezTo>
                    <a:pt x="657928" y="1106382"/>
                    <a:pt x="657928" y="1087420"/>
                    <a:pt x="657169" y="1068015"/>
                  </a:cubicBezTo>
                  <a:cubicBezTo>
                    <a:pt x="656020" y="1063291"/>
                    <a:pt x="653864" y="1058871"/>
                    <a:pt x="650849" y="1055057"/>
                  </a:cubicBezTo>
                  <a:cubicBezTo>
                    <a:pt x="644138" y="1044907"/>
                    <a:pt x="638058" y="1034352"/>
                    <a:pt x="632645" y="1023454"/>
                  </a:cubicBezTo>
                  <a:cubicBezTo>
                    <a:pt x="623543" y="1001963"/>
                    <a:pt x="629358" y="994568"/>
                    <a:pt x="651607" y="989764"/>
                  </a:cubicBezTo>
                  <a:cubicBezTo>
                    <a:pt x="660646" y="986841"/>
                    <a:pt x="668410" y="980907"/>
                    <a:pt x="673603" y="972951"/>
                  </a:cubicBezTo>
                  <a:cubicBezTo>
                    <a:pt x="681125" y="961890"/>
                    <a:pt x="684032" y="947668"/>
                    <a:pt x="691933" y="936796"/>
                  </a:cubicBezTo>
                  <a:cubicBezTo>
                    <a:pt x="698399" y="926795"/>
                    <a:pt x="707806" y="919043"/>
                    <a:pt x="718860" y="914611"/>
                  </a:cubicBezTo>
                  <a:cubicBezTo>
                    <a:pt x="766455" y="901274"/>
                    <a:pt x="793571" y="866573"/>
                    <a:pt x="814176" y="825741"/>
                  </a:cubicBezTo>
                  <a:cubicBezTo>
                    <a:pt x="823784" y="806779"/>
                    <a:pt x="804758" y="784656"/>
                    <a:pt x="780044" y="783392"/>
                  </a:cubicBezTo>
                  <a:cubicBezTo>
                    <a:pt x="772896" y="783502"/>
                    <a:pt x="765761" y="784051"/>
                    <a:pt x="758680" y="785036"/>
                  </a:cubicBezTo>
                  <a:cubicBezTo>
                    <a:pt x="736368" y="786616"/>
                    <a:pt x="720250" y="773026"/>
                    <a:pt x="725307" y="751915"/>
                  </a:cubicBezTo>
                  <a:cubicBezTo>
                    <a:pt x="730869" y="728655"/>
                    <a:pt x="739086" y="706974"/>
                    <a:pt x="721262" y="686306"/>
                  </a:cubicBezTo>
                  <a:lnTo>
                    <a:pt x="667915" y="682640"/>
                  </a:lnTo>
                  <a:cubicBezTo>
                    <a:pt x="667915" y="682008"/>
                    <a:pt x="668231" y="681439"/>
                    <a:pt x="668357" y="680807"/>
                  </a:cubicBezTo>
                  <a:cubicBezTo>
                    <a:pt x="655606" y="682328"/>
                    <a:pt x="642768" y="683003"/>
                    <a:pt x="629927" y="682829"/>
                  </a:cubicBezTo>
                  <a:cubicBezTo>
                    <a:pt x="619293" y="681344"/>
                    <a:pt x="608833" y="678803"/>
                    <a:pt x="598702" y="675244"/>
                  </a:cubicBezTo>
                  <a:cubicBezTo>
                    <a:pt x="582774" y="670883"/>
                    <a:pt x="571839" y="669998"/>
                    <a:pt x="565392" y="691552"/>
                  </a:cubicBezTo>
                  <a:cubicBezTo>
                    <a:pt x="562105" y="702676"/>
                    <a:pt x="544344" y="710514"/>
                    <a:pt x="531892" y="717530"/>
                  </a:cubicBezTo>
                  <a:cubicBezTo>
                    <a:pt x="520427" y="722732"/>
                    <a:pt x="508544" y="726961"/>
                    <a:pt x="496370" y="730172"/>
                  </a:cubicBezTo>
                  <a:lnTo>
                    <a:pt x="482843" y="713232"/>
                  </a:lnTo>
                  <a:cubicBezTo>
                    <a:pt x="465967" y="732700"/>
                    <a:pt x="451745" y="725874"/>
                    <a:pt x="438598" y="708491"/>
                  </a:cubicBezTo>
                  <a:cubicBezTo>
                    <a:pt x="435204" y="704728"/>
                    <a:pt x="430249" y="702765"/>
                    <a:pt x="425198" y="703182"/>
                  </a:cubicBezTo>
                  <a:cubicBezTo>
                    <a:pt x="397071" y="710767"/>
                    <a:pt x="365151" y="703182"/>
                    <a:pt x="340500" y="725305"/>
                  </a:cubicBezTo>
                  <a:cubicBezTo>
                    <a:pt x="324762" y="739463"/>
                    <a:pt x="308201" y="731183"/>
                    <a:pt x="294675" y="717846"/>
                  </a:cubicBezTo>
                  <a:cubicBezTo>
                    <a:pt x="268697" y="692563"/>
                    <a:pt x="288860" y="677899"/>
                    <a:pt x="302323" y="660391"/>
                  </a:cubicBezTo>
                  <a:cubicBezTo>
                    <a:pt x="306558" y="654892"/>
                    <a:pt x="310666" y="649329"/>
                    <a:pt x="317177" y="640670"/>
                  </a:cubicBezTo>
                  <a:cubicBezTo>
                    <a:pt x="292526" y="644210"/>
                    <a:pt x="286079" y="631694"/>
                    <a:pt x="287216" y="613680"/>
                  </a:cubicBezTo>
                  <a:cubicBezTo>
                    <a:pt x="252516" y="624173"/>
                    <a:pt x="219205" y="632011"/>
                    <a:pt x="187855" y="644652"/>
                  </a:cubicBezTo>
                  <a:cubicBezTo>
                    <a:pt x="174328" y="650088"/>
                    <a:pt x="164910" y="665447"/>
                    <a:pt x="153343" y="676256"/>
                  </a:cubicBezTo>
                  <a:cubicBezTo>
                    <a:pt x="146517" y="682576"/>
                    <a:pt x="139817" y="690288"/>
                    <a:pt x="131537" y="693132"/>
                  </a:cubicBezTo>
                  <a:cubicBezTo>
                    <a:pt x="125595" y="695155"/>
                    <a:pt x="111247" y="691109"/>
                    <a:pt x="110805" y="688202"/>
                  </a:cubicBezTo>
                  <a:cubicBezTo>
                    <a:pt x="107139" y="664373"/>
                    <a:pt x="100818" y="639216"/>
                    <a:pt x="105432" y="616588"/>
                  </a:cubicBezTo>
                  <a:cubicBezTo>
                    <a:pt x="108782" y="600091"/>
                    <a:pt x="127555" y="586754"/>
                    <a:pt x="141524" y="569498"/>
                  </a:cubicBezTo>
                  <a:cubicBezTo>
                    <a:pt x="134507" y="570004"/>
                    <a:pt x="130652" y="570131"/>
                    <a:pt x="126859" y="570636"/>
                  </a:cubicBezTo>
                  <a:cubicBezTo>
                    <a:pt x="111879" y="572532"/>
                    <a:pt x="107897" y="564315"/>
                    <a:pt x="113902" y="553001"/>
                  </a:cubicBezTo>
                  <a:cubicBezTo>
                    <a:pt x="119338" y="543078"/>
                    <a:pt x="119338" y="526644"/>
                    <a:pt x="137415" y="527213"/>
                  </a:cubicBezTo>
                  <a:cubicBezTo>
                    <a:pt x="139438" y="527213"/>
                    <a:pt x="141650" y="522409"/>
                    <a:pt x="140070" y="524368"/>
                  </a:cubicBezTo>
                  <a:cubicBezTo>
                    <a:pt x="127428" y="514950"/>
                    <a:pt x="114091" y="507808"/>
                    <a:pt x="104231" y="497442"/>
                  </a:cubicBezTo>
                  <a:cubicBezTo>
                    <a:pt x="89693" y="481956"/>
                    <a:pt x="91590" y="477785"/>
                    <a:pt x="112322" y="474245"/>
                  </a:cubicBezTo>
                  <a:cubicBezTo>
                    <a:pt x="114417" y="473979"/>
                    <a:pt x="116531" y="473873"/>
                    <a:pt x="118642" y="473929"/>
                  </a:cubicBezTo>
                  <a:lnTo>
                    <a:pt x="134697" y="428862"/>
                  </a:lnTo>
                  <a:lnTo>
                    <a:pt x="130209" y="426081"/>
                  </a:lnTo>
                  <a:cubicBezTo>
                    <a:pt x="115988" y="438722"/>
                    <a:pt x="101387" y="450605"/>
                    <a:pt x="87734" y="464005"/>
                  </a:cubicBezTo>
                  <a:cubicBezTo>
                    <a:pt x="78885" y="472475"/>
                    <a:pt x="72943" y="470010"/>
                    <a:pt x="66812" y="461540"/>
                  </a:cubicBezTo>
                  <a:cubicBezTo>
                    <a:pt x="56193" y="447273"/>
                    <a:pt x="55588" y="427900"/>
                    <a:pt x="65295" y="412997"/>
                  </a:cubicBezTo>
                  <a:cubicBezTo>
                    <a:pt x="73457" y="400694"/>
                    <a:pt x="80582" y="387734"/>
                    <a:pt x="86596" y="374251"/>
                  </a:cubicBezTo>
                  <a:cubicBezTo>
                    <a:pt x="81729" y="376716"/>
                    <a:pt x="76989" y="379497"/>
                    <a:pt x="71932" y="381520"/>
                  </a:cubicBezTo>
                  <a:cubicBezTo>
                    <a:pt x="65611" y="383922"/>
                    <a:pt x="58343" y="388662"/>
                    <a:pt x="53602" y="386766"/>
                  </a:cubicBezTo>
                  <a:cubicBezTo>
                    <a:pt x="47851" y="383394"/>
                    <a:pt x="43720" y="377826"/>
                    <a:pt x="42161" y="371343"/>
                  </a:cubicBezTo>
                  <a:cubicBezTo>
                    <a:pt x="39738" y="356689"/>
                    <a:pt x="38050" y="341922"/>
                    <a:pt x="37105" y="327098"/>
                  </a:cubicBezTo>
                  <a:cubicBezTo>
                    <a:pt x="30626" y="327893"/>
                    <a:pt x="24262" y="329442"/>
                    <a:pt x="18143" y="331712"/>
                  </a:cubicBezTo>
                  <a:cubicBezTo>
                    <a:pt x="2467" y="340182"/>
                    <a:pt x="-1578" y="333672"/>
                    <a:pt x="508" y="319071"/>
                  </a:cubicBezTo>
                  <a:cubicBezTo>
                    <a:pt x="4490" y="291070"/>
                    <a:pt x="7587" y="262563"/>
                    <a:pt x="21240" y="237407"/>
                  </a:cubicBezTo>
                  <a:cubicBezTo>
                    <a:pt x="25728" y="229127"/>
                    <a:pt x="38495" y="217813"/>
                    <a:pt x="44437" y="219393"/>
                  </a:cubicBezTo>
                  <a:cubicBezTo>
                    <a:pt x="61377" y="223754"/>
                    <a:pt x="69151" y="211808"/>
                    <a:pt x="80465" y="205930"/>
                  </a:cubicBezTo>
                  <a:cubicBezTo>
                    <a:pt x="82298" y="204982"/>
                    <a:pt x="84005" y="203781"/>
                    <a:pt x="85775" y="202643"/>
                  </a:cubicBezTo>
                  <a:cubicBezTo>
                    <a:pt x="75345" y="188611"/>
                    <a:pt x="87039" y="182796"/>
                    <a:pt x="96393" y="179130"/>
                  </a:cubicBezTo>
                  <a:cubicBezTo>
                    <a:pt x="105748" y="175464"/>
                    <a:pt x="119401" y="170533"/>
                    <a:pt x="129008" y="173315"/>
                  </a:cubicBezTo>
                  <a:cubicBezTo>
                    <a:pt x="165542" y="183681"/>
                    <a:pt x="197083" y="177170"/>
                    <a:pt x="227865" y="155364"/>
                  </a:cubicBezTo>
                  <a:cubicBezTo>
                    <a:pt x="238736" y="147589"/>
                    <a:pt x="254601" y="146767"/>
                    <a:pt x="263830" y="144050"/>
                  </a:cubicBezTo>
                  <a:cubicBezTo>
                    <a:pt x="261681" y="121485"/>
                    <a:pt x="260037" y="104166"/>
                    <a:pt x="258457" y="87163"/>
                  </a:cubicBezTo>
                  <a:cubicBezTo>
                    <a:pt x="289429" y="76228"/>
                    <a:pt x="313132" y="63271"/>
                    <a:pt x="329629" y="35839"/>
                  </a:cubicBezTo>
                  <a:cubicBezTo>
                    <a:pt x="337782" y="22375"/>
                    <a:pt x="359463" y="16181"/>
                    <a:pt x="376086" y="9355"/>
                  </a:cubicBezTo>
                  <a:cubicBezTo>
                    <a:pt x="379879" y="7838"/>
                    <a:pt x="388222" y="17192"/>
                    <a:pt x="397766" y="23829"/>
                  </a:cubicBezTo>
                  <a:lnTo>
                    <a:pt x="436323" y="0"/>
                  </a:lnTo>
                  <a:lnTo>
                    <a:pt x="456170" y="26547"/>
                  </a:lnTo>
                  <a:cubicBezTo>
                    <a:pt x="481958" y="18077"/>
                    <a:pt x="516533" y="29455"/>
                    <a:pt x="528985" y="53221"/>
                  </a:cubicBezTo>
                  <a:cubicBezTo>
                    <a:pt x="542511" y="78946"/>
                    <a:pt x="563306" y="84824"/>
                    <a:pt x="589474" y="84319"/>
                  </a:cubicBezTo>
                  <a:cubicBezTo>
                    <a:pt x="640735" y="83813"/>
                    <a:pt x="692060" y="85330"/>
                    <a:pt x="743321" y="84319"/>
                  </a:cubicBezTo>
                  <a:cubicBezTo>
                    <a:pt x="786744" y="83560"/>
                    <a:pt x="830357" y="82359"/>
                    <a:pt x="873528" y="77682"/>
                  </a:cubicBezTo>
                  <a:cubicBezTo>
                    <a:pt x="887687" y="76165"/>
                    <a:pt x="901971" y="65040"/>
                    <a:pt x="913791" y="55054"/>
                  </a:cubicBezTo>
                  <a:cubicBezTo>
                    <a:pt x="927950" y="43487"/>
                    <a:pt x="939074" y="45573"/>
                    <a:pt x="947797" y="59036"/>
                  </a:cubicBezTo>
                  <a:cubicBezTo>
                    <a:pt x="956519" y="72499"/>
                    <a:pt x="970299" y="75975"/>
                    <a:pt x="985721" y="79325"/>
                  </a:cubicBezTo>
                  <a:cubicBezTo>
                    <a:pt x="1049877" y="93737"/>
                    <a:pt x="1113400" y="111308"/>
                    <a:pt x="1177872" y="124329"/>
                  </a:cubicBezTo>
                  <a:cubicBezTo>
                    <a:pt x="1223498" y="133085"/>
                    <a:pt x="1269556" y="139415"/>
                    <a:pt x="1315853" y="143291"/>
                  </a:cubicBezTo>
                  <a:cubicBezTo>
                    <a:pt x="1359277" y="147463"/>
                    <a:pt x="1399477" y="133178"/>
                    <a:pt x="1438792" y="115733"/>
                  </a:cubicBezTo>
                  <a:cubicBezTo>
                    <a:pt x="1448946" y="110501"/>
                    <a:pt x="1460524" y="108704"/>
                    <a:pt x="1471786" y="110613"/>
                  </a:cubicBezTo>
                  <a:cubicBezTo>
                    <a:pt x="1486104" y="114614"/>
                    <a:pt x="1501390" y="113243"/>
                    <a:pt x="1514767" y="106757"/>
                  </a:cubicBezTo>
                  <a:cubicBezTo>
                    <a:pt x="1538217" y="97276"/>
                    <a:pt x="1565333" y="108970"/>
                    <a:pt x="1579997" y="132040"/>
                  </a:cubicBezTo>
                  <a:cubicBezTo>
                    <a:pt x="1582146" y="135453"/>
                    <a:pt x="1587898" y="136970"/>
                    <a:pt x="1592322" y="138361"/>
                  </a:cubicBezTo>
                  <a:cubicBezTo>
                    <a:pt x="1609861" y="145353"/>
                    <a:pt x="1627828" y="151222"/>
                    <a:pt x="1646112" y="155933"/>
                  </a:cubicBezTo>
                  <a:cubicBezTo>
                    <a:pt x="1658753" y="158587"/>
                    <a:pt x="1672975" y="164845"/>
                    <a:pt x="1685237" y="148601"/>
                  </a:cubicBezTo>
                  <a:cubicBezTo>
                    <a:pt x="1704200" y="123318"/>
                    <a:pt x="1740986" y="120284"/>
                    <a:pt x="1771010" y="137602"/>
                  </a:cubicBezTo>
                  <a:cubicBezTo>
                    <a:pt x="1777330" y="141205"/>
                    <a:pt x="1786559" y="139246"/>
                    <a:pt x="1793448" y="142217"/>
                  </a:cubicBezTo>
                  <a:cubicBezTo>
                    <a:pt x="1809503" y="149359"/>
                    <a:pt x="1825052" y="157955"/>
                    <a:pt x="1840601" y="165919"/>
                  </a:cubicBezTo>
                  <a:cubicBezTo>
                    <a:pt x="1845434" y="168932"/>
                    <a:pt x="1850612" y="171351"/>
                    <a:pt x="1856024" y="173125"/>
                  </a:cubicBezTo>
                  <a:cubicBezTo>
                    <a:pt x="1904756" y="183554"/>
                    <a:pt x="1951593" y="181532"/>
                    <a:pt x="1994384" y="152203"/>
                  </a:cubicBezTo>
                  <a:cubicBezTo>
                    <a:pt x="2005699" y="144429"/>
                    <a:pt x="2014232" y="141837"/>
                    <a:pt x="2017834" y="161305"/>
                  </a:cubicBezTo>
                  <a:cubicBezTo>
                    <a:pt x="2019162" y="168764"/>
                    <a:pt x="2032625" y="173947"/>
                    <a:pt x="2041031" y="179951"/>
                  </a:cubicBezTo>
                  <a:cubicBezTo>
                    <a:pt x="2047352" y="184439"/>
                    <a:pt x="2054811" y="187852"/>
                    <a:pt x="2063407" y="192593"/>
                  </a:cubicBezTo>
                  <a:cubicBezTo>
                    <a:pt x="2079146" y="179951"/>
                    <a:pt x="2097729" y="187031"/>
                    <a:pt x="2112772" y="198471"/>
                  </a:cubicBezTo>
                  <a:cubicBezTo>
                    <a:pt x="2119093" y="203528"/>
                    <a:pt x="2121621" y="218318"/>
                    <a:pt x="2120547" y="228115"/>
                  </a:cubicBezTo>
                  <a:cubicBezTo>
                    <a:pt x="2119472" y="237913"/>
                    <a:pt x="2112140" y="247520"/>
                    <a:pt x="2107336" y="257128"/>
                  </a:cubicBezTo>
                  <a:cubicBezTo>
                    <a:pt x="2101015" y="270148"/>
                    <a:pt x="2104997" y="277101"/>
                    <a:pt x="2118271" y="279124"/>
                  </a:cubicBezTo>
                  <a:close/>
                  <a:moveTo>
                    <a:pt x="2672220" y="355794"/>
                  </a:moveTo>
                  <a:cubicBezTo>
                    <a:pt x="2672220" y="370395"/>
                    <a:pt x="2670514" y="381077"/>
                    <a:pt x="2672600" y="391064"/>
                  </a:cubicBezTo>
                  <a:cubicBezTo>
                    <a:pt x="2676203" y="408320"/>
                    <a:pt x="2668175" y="416347"/>
                    <a:pt x="2653132" y="417042"/>
                  </a:cubicBezTo>
                  <a:cubicBezTo>
                    <a:pt x="2638154" y="417151"/>
                    <a:pt x="2623197" y="415903"/>
                    <a:pt x="2608444" y="413313"/>
                  </a:cubicBezTo>
                  <a:cubicBezTo>
                    <a:pt x="2596119" y="411480"/>
                    <a:pt x="2583983" y="404274"/>
                    <a:pt x="2572858" y="417611"/>
                  </a:cubicBezTo>
                  <a:cubicBezTo>
                    <a:pt x="2571405" y="419381"/>
                    <a:pt x="2559522" y="416031"/>
                    <a:pt x="2556045" y="411986"/>
                  </a:cubicBezTo>
                  <a:cubicBezTo>
                    <a:pt x="2549994" y="402557"/>
                    <a:pt x="2537490" y="399741"/>
                    <a:pt x="2527981" y="405665"/>
                  </a:cubicBezTo>
                  <a:cubicBezTo>
                    <a:pt x="2497894" y="419823"/>
                    <a:pt x="2471095" y="413882"/>
                    <a:pt x="2447392" y="390874"/>
                  </a:cubicBezTo>
                  <a:cubicBezTo>
                    <a:pt x="2441276" y="384830"/>
                    <a:pt x="2434681" y="379292"/>
                    <a:pt x="2427671" y="374314"/>
                  </a:cubicBezTo>
                  <a:cubicBezTo>
                    <a:pt x="2415598" y="365781"/>
                    <a:pt x="2404916" y="362178"/>
                    <a:pt x="2388925" y="371407"/>
                  </a:cubicBezTo>
                  <a:cubicBezTo>
                    <a:pt x="2375209" y="379307"/>
                    <a:pt x="2356310" y="378296"/>
                    <a:pt x="2339623" y="380888"/>
                  </a:cubicBezTo>
                  <a:cubicBezTo>
                    <a:pt x="2337448" y="380893"/>
                    <a:pt x="2335368" y="380001"/>
                    <a:pt x="2333871" y="378423"/>
                  </a:cubicBezTo>
                  <a:cubicBezTo>
                    <a:pt x="2315731" y="359840"/>
                    <a:pt x="2297780" y="341193"/>
                    <a:pt x="2277490" y="320209"/>
                  </a:cubicBezTo>
                  <a:cubicBezTo>
                    <a:pt x="2225897" y="320038"/>
                    <a:pt x="2176004" y="301737"/>
                    <a:pt x="2136538" y="268505"/>
                  </a:cubicBezTo>
                  <a:cubicBezTo>
                    <a:pt x="2131734" y="284496"/>
                    <a:pt x="2124781" y="296253"/>
                    <a:pt x="2106009" y="286961"/>
                  </a:cubicBezTo>
                  <a:cubicBezTo>
                    <a:pt x="2087236" y="277670"/>
                    <a:pt x="2092356" y="263006"/>
                    <a:pt x="2098487" y="248658"/>
                  </a:cubicBezTo>
                  <a:cubicBezTo>
                    <a:pt x="2100383" y="244044"/>
                    <a:pt x="2104492" y="239935"/>
                    <a:pt x="2105124" y="235321"/>
                  </a:cubicBezTo>
                  <a:cubicBezTo>
                    <a:pt x="2106325" y="225714"/>
                    <a:pt x="2109928" y="211492"/>
                    <a:pt x="2105124" y="207131"/>
                  </a:cubicBezTo>
                  <a:cubicBezTo>
                    <a:pt x="2096148" y="198914"/>
                    <a:pt x="2082812" y="191076"/>
                    <a:pt x="2069348" y="205424"/>
                  </a:cubicBezTo>
                  <a:cubicBezTo>
                    <a:pt x="2066757" y="208268"/>
                    <a:pt x="2055632" y="204413"/>
                    <a:pt x="2049122" y="201821"/>
                  </a:cubicBezTo>
                  <a:cubicBezTo>
                    <a:pt x="2046088" y="200620"/>
                    <a:pt x="2044002" y="191961"/>
                    <a:pt x="2042801" y="192214"/>
                  </a:cubicBezTo>
                  <a:cubicBezTo>
                    <a:pt x="2017898" y="197081"/>
                    <a:pt x="2012588" y="174200"/>
                    <a:pt x="1999757" y="160610"/>
                  </a:cubicBezTo>
                  <a:cubicBezTo>
                    <a:pt x="1989012" y="172683"/>
                    <a:pt x="1975359" y="175337"/>
                    <a:pt x="1962781" y="180647"/>
                  </a:cubicBezTo>
                  <a:cubicBezTo>
                    <a:pt x="1932884" y="193288"/>
                    <a:pt x="1904567" y="191139"/>
                    <a:pt x="1875618" y="186335"/>
                  </a:cubicBezTo>
                  <a:cubicBezTo>
                    <a:pt x="1858381" y="183469"/>
                    <a:pt x="1841870" y="177264"/>
                    <a:pt x="1827011" y="168068"/>
                  </a:cubicBezTo>
                  <a:cubicBezTo>
                    <a:pt x="1804320" y="153847"/>
                    <a:pt x="1785294" y="150434"/>
                    <a:pt x="1771578" y="163328"/>
                  </a:cubicBezTo>
                  <a:cubicBezTo>
                    <a:pt x="1751036" y="135327"/>
                    <a:pt x="1746295" y="133368"/>
                    <a:pt x="1715893" y="140384"/>
                  </a:cubicBezTo>
                  <a:cubicBezTo>
                    <a:pt x="1694529" y="145314"/>
                    <a:pt x="1686438" y="159915"/>
                    <a:pt x="1689030" y="178750"/>
                  </a:cubicBezTo>
                  <a:cubicBezTo>
                    <a:pt x="1672153" y="174516"/>
                    <a:pt x="1656099" y="171229"/>
                    <a:pt x="1640550" y="166109"/>
                  </a:cubicBezTo>
                  <a:cubicBezTo>
                    <a:pt x="1625001" y="160989"/>
                    <a:pt x="1610652" y="153467"/>
                    <a:pt x="1595230" y="149422"/>
                  </a:cubicBezTo>
                  <a:cubicBezTo>
                    <a:pt x="1577153" y="144366"/>
                    <a:pt x="1555536" y="151382"/>
                    <a:pt x="1547635" y="122812"/>
                  </a:cubicBezTo>
                  <a:cubicBezTo>
                    <a:pt x="1543210" y="106694"/>
                    <a:pt x="1509710" y="113584"/>
                    <a:pt x="1494857" y="129954"/>
                  </a:cubicBezTo>
                  <a:cubicBezTo>
                    <a:pt x="1488536" y="137160"/>
                    <a:pt x="1476274" y="139372"/>
                    <a:pt x="1466729" y="143860"/>
                  </a:cubicBezTo>
                  <a:cubicBezTo>
                    <a:pt x="1463569" y="136970"/>
                    <a:pt x="1460409" y="130081"/>
                    <a:pt x="1456300" y="121232"/>
                  </a:cubicBezTo>
                  <a:cubicBezTo>
                    <a:pt x="1451710" y="121775"/>
                    <a:pt x="1447219" y="122967"/>
                    <a:pt x="1442964" y="124771"/>
                  </a:cubicBezTo>
                  <a:cubicBezTo>
                    <a:pt x="1409214" y="143897"/>
                    <a:pt x="1371014" y="153774"/>
                    <a:pt x="1332224" y="153404"/>
                  </a:cubicBezTo>
                  <a:cubicBezTo>
                    <a:pt x="1296440" y="153881"/>
                    <a:pt x="1260692" y="150939"/>
                    <a:pt x="1225467" y="144618"/>
                  </a:cubicBezTo>
                  <a:cubicBezTo>
                    <a:pt x="1151198" y="129575"/>
                    <a:pt x="1077941" y="109602"/>
                    <a:pt x="1003862" y="94053"/>
                  </a:cubicBezTo>
                  <a:cubicBezTo>
                    <a:pt x="976746" y="88301"/>
                    <a:pt x="948871" y="87732"/>
                    <a:pt x="932627" y="60237"/>
                  </a:cubicBezTo>
                  <a:cubicBezTo>
                    <a:pt x="932185" y="59478"/>
                    <a:pt x="930036" y="59731"/>
                    <a:pt x="928645" y="59541"/>
                  </a:cubicBezTo>
                  <a:lnTo>
                    <a:pt x="930794" y="65230"/>
                  </a:lnTo>
                  <a:cubicBezTo>
                    <a:pt x="909683" y="73573"/>
                    <a:pt x="888951" y="87795"/>
                    <a:pt x="867587" y="89122"/>
                  </a:cubicBezTo>
                  <a:cubicBezTo>
                    <a:pt x="810258" y="92725"/>
                    <a:pt x="752486" y="91019"/>
                    <a:pt x="694904" y="90829"/>
                  </a:cubicBezTo>
                  <a:cubicBezTo>
                    <a:pt x="660709" y="90829"/>
                    <a:pt x="623922" y="82233"/>
                    <a:pt x="601168" y="123381"/>
                  </a:cubicBezTo>
                  <a:cubicBezTo>
                    <a:pt x="600535" y="114216"/>
                    <a:pt x="599967" y="105114"/>
                    <a:pt x="599334" y="95190"/>
                  </a:cubicBezTo>
                  <a:cubicBezTo>
                    <a:pt x="591370" y="95190"/>
                    <a:pt x="583596" y="95190"/>
                    <a:pt x="575821" y="95190"/>
                  </a:cubicBezTo>
                  <a:cubicBezTo>
                    <a:pt x="555595" y="95570"/>
                    <a:pt x="539351" y="91967"/>
                    <a:pt x="527089" y="71614"/>
                  </a:cubicBezTo>
                  <a:cubicBezTo>
                    <a:pt x="504650" y="34195"/>
                    <a:pt x="488722" y="30150"/>
                    <a:pt x="451240" y="44940"/>
                  </a:cubicBezTo>
                  <a:cubicBezTo>
                    <a:pt x="439357" y="21301"/>
                    <a:pt x="418309" y="19657"/>
                    <a:pt x="401622" y="40516"/>
                  </a:cubicBezTo>
                  <a:cubicBezTo>
                    <a:pt x="393847" y="50187"/>
                    <a:pt x="385441" y="61501"/>
                    <a:pt x="369386" y="50250"/>
                  </a:cubicBezTo>
                  <a:cubicBezTo>
                    <a:pt x="373305" y="41717"/>
                    <a:pt x="377161" y="33500"/>
                    <a:pt x="382596" y="21617"/>
                  </a:cubicBezTo>
                  <a:lnTo>
                    <a:pt x="336708" y="43487"/>
                  </a:lnTo>
                  <a:lnTo>
                    <a:pt x="336708" y="63144"/>
                  </a:lnTo>
                  <a:cubicBezTo>
                    <a:pt x="311425" y="66684"/>
                    <a:pt x="278304" y="92788"/>
                    <a:pt x="272742" y="109538"/>
                  </a:cubicBezTo>
                  <a:lnTo>
                    <a:pt x="308581" y="115037"/>
                  </a:lnTo>
                  <a:lnTo>
                    <a:pt x="290314" y="133494"/>
                  </a:lnTo>
                  <a:lnTo>
                    <a:pt x="303587" y="138867"/>
                  </a:lnTo>
                  <a:cubicBezTo>
                    <a:pt x="301185" y="154795"/>
                    <a:pt x="299036" y="168890"/>
                    <a:pt x="296066" y="188295"/>
                  </a:cubicBezTo>
                  <a:lnTo>
                    <a:pt x="268507" y="155806"/>
                  </a:lnTo>
                  <a:cubicBezTo>
                    <a:pt x="267749" y="158334"/>
                    <a:pt x="267053" y="160863"/>
                    <a:pt x="266358" y="163454"/>
                  </a:cubicBezTo>
                  <a:cubicBezTo>
                    <a:pt x="258476" y="163158"/>
                    <a:pt x="250584" y="163306"/>
                    <a:pt x="242719" y="163897"/>
                  </a:cubicBezTo>
                  <a:cubicBezTo>
                    <a:pt x="236775" y="164286"/>
                    <a:pt x="231000" y="166037"/>
                    <a:pt x="225842" y="169017"/>
                  </a:cubicBezTo>
                  <a:cubicBezTo>
                    <a:pt x="199469" y="188121"/>
                    <a:pt x="165855" y="194235"/>
                    <a:pt x="134444" y="185640"/>
                  </a:cubicBezTo>
                  <a:cubicBezTo>
                    <a:pt x="123004" y="182796"/>
                    <a:pt x="109920" y="186651"/>
                    <a:pt x="97594" y="187473"/>
                  </a:cubicBezTo>
                  <a:cubicBezTo>
                    <a:pt x="97594" y="189749"/>
                    <a:pt x="97594" y="192024"/>
                    <a:pt x="97594" y="194236"/>
                  </a:cubicBezTo>
                  <a:lnTo>
                    <a:pt x="111690" y="209912"/>
                  </a:lnTo>
                  <a:lnTo>
                    <a:pt x="40265" y="234689"/>
                  </a:lnTo>
                  <a:lnTo>
                    <a:pt x="63210" y="242843"/>
                  </a:lnTo>
                  <a:cubicBezTo>
                    <a:pt x="30784" y="259529"/>
                    <a:pt x="6323" y="277228"/>
                    <a:pt x="16815" y="312371"/>
                  </a:cubicBezTo>
                  <a:cubicBezTo>
                    <a:pt x="23136" y="312371"/>
                    <a:pt x="32048" y="309590"/>
                    <a:pt x="36157" y="312813"/>
                  </a:cubicBezTo>
                  <a:cubicBezTo>
                    <a:pt x="56762" y="328805"/>
                    <a:pt x="55814" y="353456"/>
                    <a:pt x="56699" y="375262"/>
                  </a:cubicBezTo>
                  <a:lnTo>
                    <a:pt x="114218" y="350485"/>
                  </a:lnTo>
                  <a:cubicBezTo>
                    <a:pt x="112258" y="359334"/>
                    <a:pt x="112511" y="368057"/>
                    <a:pt x="108592" y="374061"/>
                  </a:cubicBezTo>
                  <a:cubicBezTo>
                    <a:pt x="100439" y="386703"/>
                    <a:pt x="89251" y="397132"/>
                    <a:pt x="80844" y="409521"/>
                  </a:cubicBezTo>
                  <a:cubicBezTo>
                    <a:pt x="71490" y="423300"/>
                    <a:pt x="64410" y="438343"/>
                    <a:pt x="77178" y="455219"/>
                  </a:cubicBezTo>
                  <a:lnTo>
                    <a:pt x="130652" y="414893"/>
                  </a:lnTo>
                  <a:lnTo>
                    <a:pt x="124331" y="406929"/>
                  </a:lnTo>
                  <a:lnTo>
                    <a:pt x="141460" y="419571"/>
                  </a:lnTo>
                  <a:lnTo>
                    <a:pt x="149677" y="401999"/>
                  </a:lnTo>
                  <a:lnTo>
                    <a:pt x="157894" y="408320"/>
                  </a:lnTo>
                  <a:lnTo>
                    <a:pt x="123004" y="508693"/>
                  </a:lnTo>
                  <a:lnTo>
                    <a:pt x="175782" y="495609"/>
                  </a:lnTo>
                  <a:lnTo>
                    <a:pt x="178626" y="501108"/>
                  </a:lnTo>
                  <a:lnTo>
                    <a:pt x="130652" y="553317"/>
                  </a:lnTo>
                  <a:lnTo>
                    <a:pt x="136973" y="560207"/>
                  </a:lnTo>
                  <a:lnTo>
                    <a:pt x="183809" y="528603"/>
                  </a:lnTo>
                  <a:cubicBezTo>
                    <a:pt x="193543" y="547565"/>
                    <a:pt x="182355" y="556162"/>
                    <a:pt x="171547" y="564948"/>
                  </a:cubicBezTo>
                  <a:cubicBezTo>
                    <a:pt x="155492" y="577905"/>
                    <a:pt x="132485" y="584858"/>
                    <a:pt x="132042" y="611531"/>
                  </a:cubicBezTo>
                  <a:cubicBezTo>
                    <a:pt x="132042" y="613870"/>
                    <a:pt x="125722" y="615829"/>
                    <a:pt x="122308" y="618547"/>
                  </a:cubicBezTo>
                  <a:cubicBezTo>
                    <a:pt x="118895" y="621265"/>
                    <a:pt x="114724" y="624299"/>
                    <a:pt x="114787" y="627080"/>
                  </a:cubicBezTo>
                  <a:cubicBezTo>
                    <a:pt x="115672" y="646548"/>
                    <a:pt x="117505" y="665953"/>
                    <a:pt x="119085" y="685421"/>
                  </a:cubicBezTo>
                  <a:lnTo>
                    <a:pt x="125406" y="687127"/>
                  </a:lnTo>
                  <a:cubicBezTo>
                    <a:pt x="135203" y="678215"/>
                    <a:pt x="144810" y="668987"/>
                    <a:pt x="154923" y="660327"/>
                  </a:cubicBezTo>
                  <a:cubicBezTo>
                    <a:pt x="166111" y="650783"/>
                    <a:pt x="176351" y="638458"/>
                    <a:pt x="189435" y="633022"/>
                  </a:cubicBezTo>
                  <a:cubicBezTo>
                    <a:pt x="217562" y="621202"/>
                    <a:pt x="247269" y="613048"/>
                    <a:pt x="276408" y="603504"/>
                  </a:cubicBezTo>
                  <a:cubicBezTo>
                    <a:pt x="288354" y="599585"/>
                    <a:pt x="296950" y="600217"/>
                    <a:pt x="299416" y="616146"/>
                  </a:cubicBezTo>
                  <a:cubicBezTo>
                    <a:pt x="301730" y="622554"/>
                    <a:pt x="306930" y="627497"/>
                    <a:pt x="313448" y="629482"/>
                  </a:cubicBezTo>
                  <a:cubicBezTo>
                    <a:pt x="329945" y="633338"/>
                    <a:pt x="331651" y="641618"/>
                    <a:pt x="323118" y="653943"/>
                  </a:cubicBezTo>
                  <a:cubicBezTo>
                    <a:pt x="317430" y="662160"/>
                    <a:pt x="310477" y="669366"/>
                    <a:pt x="304156" y="677204"/>
                  </a:cubicBezTo>
                  <a:cubicBezTo>
                    <a:pt x="289998" y="695091"/>
                    <a:pt x="290061" y="703372"/>
                    <a:pt x="309718" y="719553"/>
                  </a:cubicBezTo>
                  <a:cubicBezTo>
                    <a:pt x="321285" y="729034"/>
                    <a:pt x="331525" y="720374"/>
                    <a:pt x="340943" y="711083"/>
                  </a:cubicBezTo>
                  <a:cubicBezTo>
                    <a:pt x="351549" y="701785"/>
                    <a:pt x="362670" y="693091"/>
                    <a:pt x="374253" y="685042"/>
                  </a:cubicBezTo>
                  <a:lnTo>
                    <a:pt x="384493" y="700591"/>
                  </a:lnTo>
                  <a:cubicBezTo>
                    <a:pt x="413758" y="690288"/>
                    <a:pt x="441379" y="684915"/>
                    <a:pt x="462554" y="711968"/>
                  </a:cubicBezTo>
                  <a:cubicBezTo>
                    <a:pt x="473236" y="708365"/>
                    <a:pt x="485119" y="705141"/>
                    <a:pt x="493715" y="709060"/>
                  </a:cubicBezTo>
                  <a:cubicBezTo>
                    <a:pt x="511539" y="717088"/>
                    <a:pt x="550602" y="705521"/>
                    <a:pt x="557870" y="687127"/>
                  </a:cubicBezTo>
                  <a:cubicBezTo>
                    <a:pt x="568679" y="660580"/>
                    <a:pt x="571397" y="659000"/>
                    <a:pt x="600219" y="664942"/>
                  </a:cubicBezTo>
                  <a:cubicBezTo>
                    <a:pt x="611407" y="667280"/>
                    <a:pt x="622342" y="672147"/>
                    <a:pt x="633530" y="672590"/>
                  </a:cubicBezTo>
                  <a:cubicBezTo>
                    <a:pt x="641873" y="672969"/>
                    <a:pt x="650343" y="667659"/>
                    <a:pt x="658813" y="665574"/>
                  </a:cubicBezTo>
                  <a:cubicBezTo>
                    <a:pt x="664185" y="664246"/>
                    <a:pt x="673919" y="661908"/>
                    <a:pt x="674867" y="663677"/>
                  </a:cubicBezTo>
                  <a:cubicBezTo>
                    <a:pt x="684791" y="681944"/>
                    <a:pt x="698949" y="676319"/>
                    <a:pt x="714182" y="673917"/>
                  </a:cubicBezTo>
                  <a:cubicBezTo>
                    <a:pt x="721262" y="672843"/>
                    <a:pt x="734598" y="677204"/>
                    <a:pt x="736242" y="682071"/>
                  </a:cubicBezTo>
                  <a:cubicBezTo>
                    <a:pt x="742878" y="702171"/>
                    <a:pt x="751538" y="721955"/>
                    <a:pt x="739528" y="744836"/>
                  </a:cubicBezTo>
                  <a:cubicBezTo>
                    <a:pt x="729415" y="764177"/>
                    <a:pt x="740224" y="775870"/>
                    <a:pt x="762157" y="774670"/>
                  </a:cubicBezTo>
                  <a:cubicBezTo>
                    <a:pt x="771378" y="773658"/>
                    <a:pt x="780683" y="773658"/>
                    <a:pt x="789905" y="774670"/>
                  </a:cubicBezTo>
                  <a:cubicBezTo>
                    <a:pt x="815188" y="779031"/>
                    <a:pt x="833834" y="801659"/>
                    <a:pt x="827260" y="823023"/>
                  </a:cubicBezTo>
                  <a:cubicBezTo>
                    <a:pt x="813630" y="868463"/>
                    <a:pt x="779854" y="905106"/>
                    <a:pt x="735673" y="922385"/>
                  </a:cubicBezTo>
                  <a:cubicBezTo>
                    <a:pt x="715288" y="929206"/>
                    <a:pt x="699044" y="944823"/>
                    <a:pt x="691428" y="964924"/>
                  </a:cubicBezTo>
                  <a:cubicBezTo>
                    <a:pt x="682073" y="986541"/>
                    <a:pt x="672465" y="1007778"/>
                    <a:pt x="634857" y="1001710"/>
                  </a:cubicBezTo>
                  <a:cubicBezTo>
                    <a:pt x="645855" y="1021874"/>
                    <a:pt x="653819" y="1036222"/>
                    <a:pt x="661594" y="1050696"/>
                  </a:cubicBezTo>
                  <a:cubicBezTo>
                    <a:pt x="664817" y="1057017"/>
                    <a:pt x="671391" y="1063717"/>
                    <a:pt x="670316" y="1068963"/>
                  </a:cubicBezTo>
                  <a:cubicBezTo>
                    <a:pt x="660140" y="1118138"/>
                    <a:pt x="679608" y="1168831"/>
                    <a:pt x="662226" y="1217500"/>
                  </a:cubicBezTo>
                  <a:cubicBezTo>
                    <a:pt x="661576" y="1221074"/>
                    <a:pt x="662681" y="1224741"/>
                    <a:pt x="665197" y="1227361"/>
                  </a:cubicBezTo>
                  <a:cubicBezTo>
                    <a:pt x="686245" y="1244553"/>
                    <a:pt x="670000" y="1255235"/>
                    <a:pt x="658433" y="1266296"/>
                  </a:cubicBezTo>
                  <a:cubicBezTo>
                    <a:pt x="650549" y="1273564"/>
                    <a:pt x="642278" y="1280400"/>
                    <a:pt x="633656" y="1286776"/>
                  </a:cubicBezTo>
                  <a:cubicBezTo>
                    <a:pt x="610585" y="1304221"/>
                    <a:pt x="607804" y="1308329"/>
                    <a:pt x="627904" y="1328177"/>
                  </a:cubicBezTo>
                  <a:cubicBezTo>
                    <a:pt x="655399" y="1355293"/>
                    <a:pt x="656095" y="1382914"/>
                    <a:pt x="640925" y="1414707"/>
                  </a:cubicBezTo>
                  <a:cubicBezTo>
                    <a:pt x="638460" y="1419827"/>
                    <a:pt x="636943" y="1425453"/>
                    <a:pt x="634604" y="1430762"/>
                  </a:cubicBezTo>
                  <a:cubicBezTo>
                    <a:pt x="616211" y="1477536"/>
                    <a:pt x="600662" y="1487649"/>
                    <a:pt x="550412" y="1486764"/>
                  </a:cubicBezTo>
                  <a:cubicBezTo>
                    <a:pt x="527152" y="1486321"/>
                    <a:pt x="503955" y="1486764"/>
                    <a:pt x="477471" y="1486764"/>
                  </a:cubicBezTo>
                  <a:cubicBezTo>
                    <a:pt x="487141" y="1517419"/>
                    <a:pt x="506104" y="1531894"/>
                    <a:pt x="525003" y="1547064"/>
                  </a:cubicBezTo>
                  <a:cubicBezTo>
                    <a:pt x="531323" y="1552057"/>
                    <a:pt x="537644" y="1564509"/>
                    <a:pt x="535748" y="1570450"/>
                  </a:cubicBezTo>
                  <a:cubicBezTo>
                    <a:pt x="525319" y="1599083"/>
                    <a:pt x="559893" y="1614190"/>
                    <a:pt x="554710" y="1640484"/>
                  </a:cubicBezTo>
                  <a:cubicBezTo>
                    <a:pt x="554710" y="1641685"/>
                    <a:pt x="559324" y="1643518"/>
                    <a:pt x="561031" y="1645541"/>
                  </a:cubicBezTo>
                  <a:cubicBezTo>
                    <a:pt x="568679" y="1653947"/>
                    <a:pt x="576137" y="1662544"/>
                    <a:pt x="585429" y="1672973"/>
                  </a:cubicBezTo>
                  <a:cubicBezTo>
                    <a:pt x="618360" y="1669433"/>
                    <a:pt x="638523" y="1692377"/>
                    <a:pt x="622974" y="1723539"/>
                  </a:cubicBezTo>
                  <a:cubicBezTo>
                    <a:pt x="608563" y="1752488"/>
                    <a:pt x="598955" y="1785798"/>
                    <a:pt x="562295" y="1798123"/>
                  </a:cubicBezTo>
                  <a:cubicBezTo>
                    <a:pt x="547568" y="1803054"/>
                    <a:pt x="543712" y="1817654"/>
                    <a:pt x="544091" y="1833709"/>
                  </a:cubicBezTo>
                  <a:cubicBezTo>
                    <a:pt x="544192" y="1846003"/>
                    <a:pt x="542050" y="1858212"/>
                    <a:pt x="537771" y="1869737"/>
                  </a:cubicBezTo>
                  <a:cubicBezTo>
                    <a:pt x="531450" y="1887815"/>
                    <a:pt x="525129" y="1903237"/>
                    <a:pt x="543333" y="1919798"/>
                  </a:cubicBezTo>
                  <a:cubicBezTo>
                    <a:pt x="557579" y="1931888"/>
                    <a:pt x="568629" y="1947301"/>
                    <a:pt x="575505" y="1964675"/>
                  </a:cubicBezTo>
                  <a:cubicBezTo>
                    <a:pt x="583153" y="1988125"/>
                    <a:pt x="593077" y="1995014"/>
                    <a:pt x="615705" y="1985470"/>
                  </a:cubicBezTo>
                  <a:cubicBezTo>
                    <a:pt x="629168" y="1979781"/>
                    <a:pt x="635679" y="1987240"/>
                    <a:pt x="632392" y="2000134"/>
                  </a:cubicBezTo>
                  <a:cubicBezTo>
                    <a:pt x="627918" y="2015936"/>
                    <a:pt x="622428" y="2031433"/>
                    <a:pt x="615958" y="2046528"/>
                  </a:cubicBezTo>
                  <a:cubicBezTo>
                    <a:pt x="614179" y="2050414"/>
                    <a:pt x="610892" y="2053404"/>
                    <a:pt x="606856" y="2054808"/>
                  </a:cubicBezTo>
                  <a:cubicBezTo>
                    <a:pt x="588589" y="2059739"/>
                    <a:pt x="570133" y="2063721"/>
                    <a:pt x="560462" y="2065996"/>
                  </a:cubicBezTo>
                  <a:cubicBezTo>
                    <a:pt x="542574" y="2096083"/>
                    <a:pt x="528858" y="2119786"/>
                    <a:pt x="514447" y="2143172"/>
                  </a:cubicBezTo>
                  <a:cubicBezTo>
                    <a:pt x="506609" y="2155814"/>
                    <a:pt x="495990" y="2167318"/>
                    <a:pt x="490112" y="2181097"/>
                  </a:cubicBezTo>
                  <a:cubicBezTo>
                    <a:pt x="486142" y="2191578"/>
                    <a:pt x="485136" y="2202950"/>
                    <a:pt x="487205" y="2213965"/>
                  </a:cubicBezTo>
                  <a:cubicBezTo>
                    <a:pt x="491376" y="2238426"/>
                    <a:pt x="499846" y="2262255"/>
                    <a:pt x="503259" y="2286843"/>
                  </a:cubicBezTo>
                  <a:cubicBezTo>
                    <a:pt x="508758" y="2325842"/>
                    <a:pt x="508000" y="2326284"/>
                    <a:pt x="548389" y="2323693"/>
                  </a:cubicBezTo>
                  <a:lnTo>
                    <a:pt x="623669" y="2318952"/>
                  </a:lnTo>
                  <a:lnTo>
                    <a:pt x="655842" y="2292848"/>
                  </a:lnTo>
                  <a:cubicBezTo>
                    <a:pt x="655842" y="2308396"/>
                    <a:pt x="650975" y="2325399"/>
                    <a:pt x="657106" y="2336018"/>
                  </a:cubicBezTo>
                  <a:cubicBezTo>
                    <a:pt x="664248" y="2348660"/>
                    <a:pt x="680493" y="2356181"/>
                    <a:pt x="693830" y="2364335"/>
                  </a:cubicBezTo>
                  <a:cubicBezTo>
                    <a:pt x="729099" y="2385889"/>
                    <a:pt x="764622" y="2406937"/>
                    <a:pt x="785227" y="2448970"/>
                  </a:cubicBezTo>
                  <a:cubicBezTo>
                    <a:pt x="791548" y="2407758"/>
                    <a:pt x="798311" y="2416608"/>
                    <a:pt x="836931" y="2421791"/>
                  </a:cubicBezTo>
                  <a:cubicBezTo>
                    <a:pt x="831558" y="2426974"/>
                    <a:pt x="824985" y="2432852"/>
                    <a:pt x="818601" y="2432599"/>
                  </a:cubicBezTo>
                  <a:cubicBezTo>
                    <a:pt x="805264" y="2432093"/>
                    <a:pt x="801851" y="2437466"/>
                    <a:pt x="799639" y="2449602"/>
                  </a:cubicBezTo>
                  <a:cubicBezTo>
                    <a:pt x="798101" y="2459099"/>
                    <a:pt x="793213" y="2467732"/>
                    <a:pt x="785860" y="2473937"/>
                  </a:cubicBezTo>
                  <a:cubicBezTo>
                    <a:pt x="769489" y="2485693"/>
                    <a:pt x="772839" y="2500231"/>
                    <a:pt x="784153" y="2507689"/>
                  </a:cubicBezTo>
                  <a:cubicBezTo>
                    <a:pt x="804442" y="2521026"/>
                    <a:pt x="827197" y="2530254"/>
                    <a:pt x="837626" y="2554526"/>
                  </a:cubicBezTo>
                  <a:cubicBezTo>
                    <a:pt x="838567" y="2556165"/>
                    <a:pt x="839691" y="2557692"/>
                    <a:pt x="840976" y="2559077"/>
                  </a:cubicBezTo>
                  <a:cubicBezTo>
                    <a:pt x="828335" y="2581073"/>
                    <a:pt x="827892" y="2581263"/>
                    <a:pt x="839965" y="2604966"/>
                  </a:cubicBezTo>
                  <a:cubicBezTo>
                    <a:pt x="845394" y="2617408"/>
                    <a:pt x="852382" y="2629111"/>
                    <a:pt x="860760" y="2639793"/>
                  </a:cubicBezTo>
                  <a:cubicBezTo>
                    <a:pt x="869718" y="2648684"/>
                    <a:pt x="880020" y="2656107"/>
                    <a:pt x="891289" y="2661789"/>
                  </a:cubicBezTo>
                  <a:cubicBezTo>
                    <a:pt x="903615" y="2668995"/>
                    <a:pt x="917331" y="2673925"/>
                    <a:pt x="929656" y="2681257"/>
                  </a:cubicBezTo>
                  <a:cubicBezTo>
                    <a:pt x="943119" y="2689221"/>
                    <a:pt x="954939" y="2702115"/>
                    <a:pt x="968971" y="2706540"/>
                  </a:cubicBezTo>
                  <a:cubicBezTo>
                    <a:pt x="985172" y="2710673"/>
                    <a:pt x="1002011" y="2711681"/>
                    <a:pt x="1018589" y="2709511"/>
                  </a:cubicBezTo>
                  <a:cubicBezTo>
                    <a:pt x="1022887" y="2709194"/>
                    <a:pt x="1029714" y="2697880"/>
                    <a:pt x="1029714" y="2691623"/>
                  </a:cubicBezTo>
                  <a:cubicBezTo>
                    <a:pt x="1029714" y="2667857"/>
                    <a:pt x="1034201" y="2662990"/>
                    <a:pt x="1058536" y="2666719"/>
                  </a:cubicBezTo>
                  <a:cubicBezTo>
                    <a:pt x="1076740" y="2599656"/>
                    <a:pt x="1122312" y="2566409"/>
                    <a:pt x="1190576" y="2560973"/>
                  </a:cubicBezTo>
                  <a:cubicBezTo>
                    <a:pt x="1204916" y="2560629"/>
                    <a:pt x="1219090" y="2557828"/>
                    <a:pt x="1232483" y="2552693"/>
                  </a:cubicBezTo>
                  <a:cubicBezTo>
                    <a:pt x="1249486" y="2544855"/>
                    <a:pt x="1269586" y="2536070"/>
                    <a:pt x="1279256" y="2521595"/>
                  </a:cubicBezTo>
                  <a:cubicBezTo>
                    <a:pt x="1296891" y="2495301"/>
                    <a:pt x="1321036" y="2485251"/>
                    <a:pt x="1348784" y="2481206"/>
                  </a:cubicBezTo>
                  <a:cubicBezTo>
                    <a:pt x="1373553" y="2477563"/>
                    <a:pt x="1398603" y="2476188"/>
                    <a:pt x="1423622" y="2477097"/>
                  </a:cubicBezTo>
                  <a:cubicBezTo>
                    <a:pt x="1470775" y="2478930"/>
                    <a:pt x="1517864" y="2483418"/>
                    <a:pt x="1565017" y="2486009"/>
                  </a:cubicBezTo>
                  <a:cubicBezTo>
                    <a:pt x="1573535" y="2485742"/>
                    <a:pt x="1582005" y="2484620"/>
                    <a:pt x="1590300" y="2482659"/>
                  </a:cubicBezTo>
                  <a:cubicBezTo>
                    <a:pt x="1610463" y="2479752"/>
                    <a:pt x="1630500" y="2475580"/>
                    <a:pt x="1650726" y="2474126"/>
                  </a:cubicBezTo>
                  <a:cubicBezTo>
                    <a:pt x="1667145" y="2473411"/>
                    <a:pt x="1683596" y="2474087"/>
                    <a:pt x="1699901" y="2476149"/>
                  </a:cubicBezTo>
                  <a:cubicBezTo>
                    <a:pt x="1708750" y="2476551"/>
                    <a:pt x="1717394" y="2478949"/>
                    <a:pt x="1725184" y="2483165"/>
                  </a:cubicBezTo>
                  <a:cubicBezTo>
                    <a:pt x="1758558" y="2504213"/>
                    <a:pt x="1764626" y="2503644"/>
                    <a:pt x="1788392" y="2473052"/>
                  </a:cubicBezTo>
                  <a:cubicBezTo>
                    <a:pt x="1814424" y="2441762"/>
                    <a:pt x="1860893" y="2437499"/>
                    <a:pt x="1892183" y="2463531"/>
                  </a:cubicBezTo>
                  <a:cubicBezTo>
                    <a:pt x="1892500" y="2463794"/>
                    <a:pt x="1892814" y="2464061"/>
                    <a:pt x="1893126" y="2464329"/>
                  </a:cubicBezTo>
                  <a:cubicBezTo>
                    <a:pt x="1915628" y="2484429"/>
                    <a:pt x="1921759" y="2483860"/>
                    <a:pt x="1939141" y="2458008"/>
                  </a:cubicBezTo>
                  <a:cubicBezTo>
                    <a:pt x="1947042" y="2446315"/>
                    <a:pt x="1950708" y="2429818"/>
                    <a:pt x="1961201" y="2422359"/>
                  </a:cubicBezTo>
                  <a:cubicBezTo>
                    <a:pt x="1975928" y="2411867"/>
                    <a:pt x="1980732" y="2398720"/>
                    <a:pt x="1983829" y="2383361"/>
                  </a:cubicBezTo>
                  <a:cubicBezTo>
                    <a:pt x="2001401" y="2296640"/>
                    <a:pt x="2063154" y="2247591"/>
                    <a:pt x="2134579" y="2207138"/>
                  </a:cubicBezTo>
                  <a:cubicBezTo>
                    <a:pt x="2147978" y="2199553"/>
                    <a:pt x="2162706" y="2191716"/>
                    <a:pt x="2178824" y="2203662"/>
                  </a:cubicBezTo>
                  <a:cubicBezTo>
                    <a:pt x="2180973" y="2205242"/>
                    <a:pt x="2186156" y="2202840"/>
                    <a:pt x="2189885" y="2202082"/>
                  </a:cubicBezTo>
                  <a:cubicBezTo>
                    <a:pt x="2199240" y="2200312"/>
                    <a:pt x="2208847" y="2196393"/>
                    <a:pt x="2217823" y="2196962"/>
                  </a:cubicBezTo>
                  <a:cubicBezTo>
                    <a:pt x="2241841" y="2198353"/>
                    <a:pt x="2265291" y="2198479"/>
                    <a:pt x="2289500" y="2187544"/>
                  </a:cubicBezTo>
                  <a:cubicBezTo>
                    <a:pt x="2283874" y="2183562"/>
                    <a:pt x="2280335" y="2181223"/>
                    <a:pt x="2276858" y="2178569"/>
                  </a:cubicBezTo>
                  <a:cubicBezTo>
                    <a:pt x="2256632" y="2162324"/>
                    <a:pt x="2257517" y="2154360"/>
                    <a:pt x="2269147" y="2130910"/>
                  </a:cubicBezTo>
                  <a:cubicBezTo>
                    <a:pt x="2287040" y="2095633"/>
                    <a:pt x="2302417" y="2059134"/>
                    <a:pt x="2315162" y="2021688"/>
                  </a:cubicBezTo>
                  <a:cubicBezTo>
                    <a:pt x="2320029" y="2006834"/>
                    <a:pt x="2325212" y="1996405"/>
                    <a:pt x="2337853" y="1988188"/>
                  </a:cubicBezTo>
                  <a:cubicBezTo>
                    <a:pt x="2342657" y="1985154"/>
                    <a:pt x="2349736" y="1979718"/>
                    <a:pt x="2349547" y="1975547"/>
                  </a:cubicBezTo>
                  <a:cubicBezTo>
                    <a:pt x="2348536" y="1953803"/>
                    <a:pt x="2349547" y="1934209"/>
                    <a:pt x="2375399" y="1927130"/>
                  </a:cubicBezTo>
                  <a:cubicBezTo>
                    <a:pt x="2376347" y="1927130"/>
                    <a:pt x="2376916" y="1924854"/>
                    <a:pt x="2377484" y="1923590"/>
                  </a:cubicBezTo>
                  <a:cubicBezTo>
                    <a:pt x="2388230" y="1896790"/>
                    <a:pt x="2411869" y="1886867"/>
                    <a:pt x="2436520" y="1878081"/>
                  </a:cubicBezTo>
                  <a:cubicBezTo>
                    <a:pt x="2452701" y="1872329"/>
                    <a:pt x="2472422" y="1871128"/>
                    <a:pt x="2475835" y="1848184"/>
                  </a:cubicBezTo>
                  <a:cubicBezTo>
                    <a:pt x="2475835" y="1845971"/>
                    <a:pt x="2479501" y="1843885"/>
                    <a:pt x="2482156" y="1842495"/>
                  </a:cubicBezTo>
                  <a:cubicBezTo>
                    <a:pt x="2503583" y="1829853"/>
                    <a:pt x="2525074" y="1817591"/>
                    <a:pt x="2551684" y="1802106"/>
                  </a:cubicBezTo>
                  <a:cubicBezTo>
                    <a:pt x="2535692" y="1789464"/>
                    <a:pt x="2525706" y="1778213"/>
                    <a:pt x="2513254" y="1772082"/>
                  </a:cubicBezTo>
                  <a:cubicBezTo>
                    <a:pt x="2434940" y="1733778"/>
                    <a:pt x="2398596" y="1667916"/>
                    <a:pt x="2409278" y="1581259"/>
                  </a:cubicBezTo>
                  <a:cubicBezTo>
                    <a:pt x="2419581" y="1497509"/>
                    <a:pt x="2454850" y="1423241"/>
                    <a:pt x="2500043" y="1354028"/>
                  </a:cubicBezTo>
                  <a:cubicBezTo>
                    <a:pt x="2527084" y="1312743"/>
                    <a:pt x="2556504" y="1273066"/>
                    <a:pt x="2588155" y="1235199"/>
                  </a:cubicBezTo>
                  <a:cubicBezTo>
                    <a:pt x="2619189" y="1197969"/>
                    <a:pt x="2650477" y="1160045"/>
                    <a:pt x="2694722" y="1136595"/>
                  </a:cubicBezTo>
                  <a:cubicBezTo>
                    <a:pt x="2703066" y="1132171"/>
                    <a:pt x="2710967" y="1126861"/>
                    <a:pt x="2722344" y="1120035"/>
                  </a:cubicBezTo>
                  <a:lnTo>
                    <a:pt x="2687390" y="1098291"/>
                  </a:lnTo>
                  <a:cubicBezTo>
                    <a:pt x="2685936" y="1063401"/>
                    <a:pt x="2703382" y="1035969"/>
                    <a:pt x="2732015" y="1018776"/>
                  </a:cubicBezTo>
                  <a:cubicBezTo>
                    <a:pt x="2765280" y="998013"/>
                    <a:pt x="2800772" y="981051"/>
                    <a:pt x="2837824" y="968211"/>
                  </a:cubicBezTo>
                  <a:cubicBezTo>
                    <a:pt x="2898945" y="948490"/>
                    <a:pt x="2962026" y="934837"/>
                    <a:pt x="3024222" y="918214"/>
                  </a:cubicBezTo>
                  <a:cubicBezTo>
                    <a:pt x="3031912" y="916793"/>
                    <a:pt x="3038988" y="913067"/>
                    <a:pt x="3044512" y="907531"/>
                  </a:cubicBezTo>
                  <a:cubicBezTo>
                    <a:pt x="3071754" y="871882"/>
                    <a:pt x="3108414" y="848496"/>
                    <a:pt x="3146529" y="826942"/>
                  </a:cubicBezTo>
                  <a:cubicBezTo>
                    <a:pt x="3186412" y="804440"/>
                    <a:pt x="3228066" y="784783"/>
                    <a:pt x="3266180" y="759689"/>
                  </a:cubicBezTo>
                  <a:cubicBezTo>
                    <a:pt x="3291033" y="743127"/>
                    <a:pt x="3312969" y="722558"/>
                    <a:pt x="3331094" y="698821"/>
                  </a:cubicBezTo>
                  <a:cubicBezTo>
                    <a:pt x="3349424" y="674865"/>
                    <a:pt x="3356377" y="645727"/>
                    <a:pt x="3333433" y="617852"/>
                  </a:cubicBezTo>
                  <a:cubicBezTo>
                    <a:pt x="3328802" y="611469"/>
                    <a:pt x="3325177" y="604413"/>
                    <a:pt x="3322688" y="596930"/>
                  </a:cubicBezTo>
                  <a:cubicBezTo>
                    <a:pt x="3315166" y="577968"/>
                    <a:pt x="3318958" y="572280"/>
                    <a:pt x="3339374" y="567033"/>
                  </a:cubicBezTo>
                  <a:cubicBezTo>
                    <a:pt x="3350575" y="563484"/>
                    <a:pt x="3361550" y="559263"/>
                    <a:pt x="3372242" y="554392"/>
                  </a:cubicBezTo>
                  <a:cubicBezTo>
                    <a:pt x="3355302" y="539917"/>
                    <a:pt x="3332421" y="538716"/>
                    <a:pt x="3334950" y="512738"/>
                  </a:cubicBezTo>
                  <a:cubicBezTo>
                    <a:pt x="3334950" y="511790"/>
                    <a:pt x="3331853" y="510210"/>
                    <a:pt x="3329956" y="509388"/>
                  </a:cubicBezTo>
                  <a:cubicBezTo>
                    <a:pt x="3310109" y="500223"/>
                    <a:pt x="3289946" y="493586"/>
                    <a:pt x="3267887" y="501361"/>
                  </a:cubicBezTo>
                  <a:cubicBezTo>
                    <a:pt x="3256493" y="505595"/>
                    <a:pt x="3244889" y="509245"/>
                    <a:pt x="3233123" y="512296"/>
                  </a:cubicBezTo>
                  <a:cubicBezTo>
                    <a:pt x="3220481" y="515330"/>
                    <a:pt x="3207397" y="516467"/>
                    <a:pt x="3205627" y="533913"/>
                  </a:cubicBezTo>
                  <a:cubicBezTo>
                    <a:pt x="3205627" y="536757"/>
                    <a:pt x="3198675" y="540613"/>
                    <a:pt x="3194503" y="541245"/>
                  </a:cubicBezTo>
                  <a:cubicBezTo>
                    <a:pt x="3170105" y="545127"/>
                    <a:pt x="3145176" y="538946"/>
                    <a:pt x="3125417" y="524115"/>
                  </a:cubicBezTo>
                  <a:cubicBezTo>
                    <a:pt x="3095457" y="502815"/>
                    <a:pt x="3077696" y="505975"/>
                    <a:pt x="3050517" y="529867"/>
                  </a:cubicBezTo>
                  <a:cubicBezTo>
                    <a:pt x="3035094" y="543457"/>
                    <a:pt x="3019735" y="542509"/>
                    <a:pt x="3012592" y="523989"/>
                  </a:cubicBezTo>
                  <a:cubicBezTo>
                    <a:pt x="3000709" y="492891"/>
                    <a:pt x="2971254" y="495356"/>
                    <a:pt x="2947741" y="486065"/>
                  </a:cubicBezTo>
                  <a:cubicBezTo>
                    <a:pt x="2945150" y="485053"/>
                    <a:pt x="2940978" y="487013"/>
                    <a:pt x="2937944" y="488340"/>
                  </a:cubicBezTo>
                  <a:cubicBezTo>
                    <a:pt x="2924544" y="494345"/>
                    <a:pt x="2911587" y="500982"/>
                    <a:pt x="2897997" y="506670"/>
                  </a:cubicBezTo>
                  <a:cubicBezTo>
                    <a:pt x="2880931" y="513497"/>
                    <a:pt x="2871829" y="502941"/>
                    <a:pt x="2867658" y="488783"/>
                  </a:cubicBezTo>
                  <a:cubicBezTo>
                    <a:pt x="2865184" y="478803"/>
                    <a:pt x="2864605" y="468447"/>
                    <a:pt x="2865951" y="458253"/>
                  </a:cubicBezTo>
                  <a:cubicBezTo>
                    <a:pt x="2869491" y="424121"/>
                    <a:pt x="2850023" y="404527"/>
                    <a:pt x="2815385" y="405286"/>
                  </a:cubicBezTo>
                  <a:cubicBezTo>
                    <a:pt x="2805778" y="405286"/>
                    <a:pt x="2795854" y="398143"/>
                    <a:pt x="2786436" y="393466"/>
                  </a:cubicBezTo>
                  <a:cubicBezTo>
                    <a:pt x="2782896" y="391633"/>
                    <a:pt x="2781064" y="385818"/>
                    <a:pt x="2777524" y="384806"/>
                  </a:cubicBezTo>
                  <a:cubicBezTo>
                    <a:pt x="2744087" y="375073"/>
                    <a:pt x="2710461" y="365844"/>
                    <a:pt x="2672094" y="355415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82" name="Google Shape;1582;p60"/>
            <p:cNvSpPr/>
            <p:nvPr/>
          </p:nvSpPr>
          <p:spPr>
            <a:xfrm>
              <a:off x="4818855" y="4344975"/>
              <a:ext cx="309069" cy="248740"/>
            </a:xfrm>
            <a:custGeom>
              <a:rect b="b" l="l" r="r" t="t"/>
              <a:pathLst>
                <a:path extrusionOk="0" h="248120" w="307531">
                  <a:moveTo>
                    <a:pt x="215580" y="61147"/>
                  </a:moveTo>
                  <a:cubicBezTo>
                    <a:pt x="226136" y="78719"/>
                    <a:pt x="242886" y="79477"/>
                    <a:pt x="258751" y="69996"/>
                  </a:cubicBezTo>
                  <a:cubicBezTo>
                    <a:pt x="276702" y="59188"/>
                    <a:pt x="289280" y="68290"/>
                    <a:pt x="300910" y="78150"/>
                  </a:cubicBezTo>
                  <a:cubicBezTo>
                    <a:pt x="313552" y="89022"/>
                    <a:pt x="305335" y="101537"/>
                    <a:pt x="298951" y="112851"/>
                  </a:cubicBezTo>
                  <a:cubicBezTo>
                    <a:pt x="281506" y="143696"/>
                    <a:pt x="265894" y="176058"/>
                    <a:pt x="245857" y="204881"/>
                  </a:cubicBezTo>
                  <a:cubicBezTo>
                    <a:pt x="234100" y="221884"/>
                    <a:pt x="215896" y="234778"/>
                    <a:pt x="199020" y="247419"/>
                  </a:cubicBezTo>
                  <a:cubicBezTo>
                    <a:pt x="195670" y="249948"/>
                    <a:pt x="182207" y="245207"/>
                    <a:pt x="178731" y="240151"/>
                  </a:cubicBezTo>
                  <a:cubicBezTo>
                    <a:pt x="169502" y="226687"/>
                    <a:pt x="160211" y="218786"/>
                    <a:pt x="142260" y="221188"/>
                  </a:cubicBezTo>
                  <a:cubicBezTo>
                    <a:pt x="118810" y="224096"/>
                    <a:pt x="108002" y="210253"/>
                    <a:pt x="103261" y="188068"/>
                  </a:cubicBezTo>
                  <a:cubicBezTo>
                    <a:pt x="100606" y="175742"/>
                    <a:pt x="93211" y="164365"/>
                    <a:pt x="87965" y="152545"/>
                  </a:cubicBezTo>
                  <a:cubicBezTo>
                    <a:pt x="76575" y="159660"/>
                    <a:pt x="65621" y="167448"/>
                    <a:pt x="55160" y="175869"/>
                  </a:cubicBezTo>
                  <a:cubicBezTo>
                    <a:pt x="45932" y="184149"/>
                    <a:pt x="39737" y="187688"/>
                    <a:pt x="31584" y="174984"/>
                  </a:cubicBezTo>
                  <a:cubicBezTo>
                    <a:pt x="27547" y="168860"/>
                    <a:pt x="21966" y="163910"/>
                    <a:pt x="15403" y="160636"/>
                  </a:cubicBezTo>
                  <a:cubicBezTo>
                    <a:pt x="-399" y="153051"/>
                    <a:pt x="-4571" y="141989"/>
                    <a:pt x="5353" y="128021"/>
                  </a:cubicBezTo>
                  <a:cubicBezTo>
                    <a:pt x="13104" y="116915"/>
                    <a:pt x="22381" y="106957"/>
                    <a:pt x="32911" y="98440"/>
                  </a:cubicBezTo>
                  <a:cubicBezTo>
                    <a:pt x="84267" y="58405"/>
                    <a:pt x="141517" y="26571"/>
                    <a:pt x="202623" y="4071"/>
                  </a:cubicBezTo>
                  <a:cubicBezTo>
                    <a:pt x="214506" y="-353"/>
                    <a:pt x="227084" y="-4399"/>
                    <a:pt x="237450" y="10392"/>
                  </a:cubicBezTo>
                  <a:lnTo>
                    <a:pt x="220258" y="23602"/>
                  </a:lnTo>
                  <a:lnTo>
                    <a:pt x="235364" y="32830"/>
                  </a:lnTo>
                  <a:lnTo>
                    <a:pt x="215580" y="61147"/>
                  </a:lnTo>
                  <a:close/>
                  <a:moveTo>
                    <a:pt x="191246" y="243185"/>
                  </a:moveTo>
                  <a:cubicBezTo>
                    <a:pt x="208059" y="228078"/>
                    <a:pt x="224240" y="218344"/>
                    <a:pt x="233468" y="204122"/>
                  </a:cubicBezTo>
                  <a:cubicBezTo>
                    <a:pt x="254769" y="171444"/>
                    <a:pt x="272467" y="136427"/>
                    <a:pt x="292188" y="102990"/>
                  </a:cubicBezTo>
                  <a:cubicBezTo>
                    <a:pt x="299393" y="90665"/>
                    <a:pt x="294400" y="83143"/>
                    <a:pt x="283276" y="80362"/>
                  </a:cubicBezTo>
                  <a:cubicBezTo>
                    <a:pt x="275353" y="79065"/>
                    <a:pt x="267225" y="80029"/>
                    <a:pt x="259825" y="83143"/>
                  </a:cubicBezTo>
                  <a:cubicBezTo>
                    <a:pt x="236439" y="91676"/>
                    <a:pt x="211346" y="83839"/>
                    <a:pt x="205404" y="64181"/>
                  </a:cubicBezTo>
                  <a:cubicBezTo>
                    <a:pt x="200979" y="49580"/>
                    <a:pt x="197946" y="34600"/>
                    <a:pt x="194027" y="18545"/>
                  </a:cubicBezTo>
                  <a:cubicBezTo>
                    <a:pt x="136129" y="43828"/>
                    <a:pt x="82782" y="72145"/>
                    <a:pt x="35439" y="110955"/>
                  </a:cubicBezTo>
                  <a:cubicBezTo>
                    <a:pt x="27480" y="116984"/>
                    <a:pt x="20762" y="124496"/>
                    <a:pt x="15655" y="133077"/>
                  </a:cubicBezTo>
                  <a:cubicBezTo>
                    <a:pt x="13696" y="136806"/>
                    <a:pt x="17741" y="146351"/>
                    <a:pt x="21976" y="150270"/>
                  </a:cubicBezTo>
                  <a:cubicBezTo>
                    <a:pt x="29872" y="156471"/>
                    <a:pt x="38337" y="161910"/>
                    <a:pt x="47259" y="166514"/>
                  </a:cubicBezTo>
                  <a:cubicBezTo>
                    <a:pt x="48334" y="164997"/>
                    <a:pt x="50040" y="160193"/>
                    <a:pt x="53580" y="158360"/>
                  </a:cubicBezTo>
                  <a:cubicBezTo>
                    <a:pt x="65716" y="152039"/>
                    <a:pt x="78863" y="142116"/>
                    <a:pt x="90746" y="143190"/>
                  </a:cubicBezTo>
                  <a:cubicBezTo>
                    <a:pt x="98457" y="143823"/>
                    <a:pt x="105410" y="160762"/>
                    <a:pt x="111415" y="171191"/>
                  </a:cubicBezTo>
                  <a:cubicBezTo>
                    <a:pt x="114048" y="177181"/>
                    <a:pt x="115528" y="183615"/>
                    <a:pt x="115776" y="190153"/>
                  </a:cubicBezTo>
                  <a:cubicBezTo>
                    <a:pt x="117862" y="204944"/>
                    <a:pt x="127596" y="212845"/>
                    <a:pt x="141059" y="210759"/>
                  </a:cubicBezTo>
                  <a:cubicBezTo>
                    <a:pt x="165457" y="206903"/>
                    <a:pt x="180627" y="217080"/>
                    <a:pt x="191625" y="243564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83" name="Google Shape;1583;p60"/>
            <p:cNvSpPr/>
            <p:nvPr/>
          </p:nvSpPr>
          <p:spPr>
            <a:xfrm>
              <a:off x="5207349" y="4308552"/>
              <a:ext cx="150738" cy="96948"/>
            </a:xfrm>
            <a:custGeom>
              <a:rect b="b" l="l" r="r" t="t"/>
              <a:pathLst>
                <a:path extrusionOk="0" h="96706" w="149988">
                  <a:moveTo>
                    <a:pt x="45862" y="5921"/>
                  </a:moveTo>
                  <a:cubicBezTo>
                    <a:pt x="56291" y="4025"/>
                    <a:pt x="66657" y="2381"/>
                    <a:pt x="77023" y="295"/>
                  </a:cubicBezTo>
                  <a:cubicBezTo>
                    <a:pt x="91182" y="-2675"/>
                    <a:pt x="123544" y="17298"/>
                    <a:pt x="133531" y="35881"/>
                  </a:cubicBezTo>
                  <a:cubicBezTo>
                    <a:pt x="137171" y="45053"/>
                    <a:pt x="141394" y="53984"/>
                    <a:pt x="146172" y="62618"/>
                  </a:cubicBezTo>
                  <a:cubicBezTo>
                    <a:pt x="156096" y="76334"/>
                    <a:pt x="144213" y="84993"/>
                    <a:pt x="138271" y="92199"/>
                  </a:cubicBezTo>
                  <a:cubicBezTo>
                    <a:pt x="134289" y="97003"/>
                    <a:pt x="121015" y="97888"/>
                    <a:pt x="113873" y="95233"/>
                  </a:cubicBezTo>
                  <a:cubicBezTo>
                    <a:pt x="101362" y="89915"/>
                    <a:pt x="89575" y="83034"/>
                    <a:pt x="78793" y="74754"/>
                  </a:cubicBezTo>
                  <a:cubicBezTo>
                    <a:pt x="63181" y="63882"/>
                    <a:pt x="47568" y="55792"/>
                    <a:pt x="27279" y="59458"/>
                  </a:cubicBezTo>
                  <a:cubicBezTo>
                    <a:pt x="-975" y="64641"/>
                    <a:pt x="5788" y="37841"/>
                    <a:pt x="1174" y="25452"/>
                  </a:cubicBezTo>
                  <a:cubicBezTo>
                    <a:pt x="-4451" y="10345"/>
                    <a:pt x="11287" y="6047"/>
                    <a:pt x="23866" y="4467"/>
                  </a:cubicBezTo>
                  <a:cubicBezTo>
                    <a:pt x="31001" y="4024"/>
                    <a:pt x="38158" y="4024"/>
                    <a:pt x="45293" y="4467"/>
                  </a:cubicBezTo>
                  <a:cubicBezTo>
                    <a:pt x="45293" y="4973"/>
                    <a:pt x="45293" y="5479"/>
                    <a:pt x="45609" y="6047"/>
                  </a:cubicBezTo>
                  <a:close/>
                  <a:moveTo>
                    <a:pt x="127336" y="88091"/>
                  </a:moveTo>
                  <a:cubicBezTo>
                    <a:pt x="135680" y="63882"/>
                    <a:pt x="122975" y="33795"/>
                    <a:pt x="104708" y="24883"/>
                  </a:cubicBezTo>
                  <a:cubicBezTo>
                    <a:pt x="80057" y="12811"/>
                    <a:pt x="54458" y="15528"/>
                    <a:pt x="28859" y="15781"/>
                  </a:cubicBezTo>
                  <a:cubicBezTo>
                    <a:pt x="22918" y="16361"/>
                    <a:pt x="17051" y="17547"/>
                    <a:pt x="11351" y="19321"/>
                  </a:cubicBezTo>
                  <a:lnTo>
                    <a:pt x="22539" y="49850"/>
                  </a:lnTo>
                  <a:cubicBezTo>
                    <a:pt x="67289" y="33606"/>
                    <a:pt x="90360" y="80253"/>
                    <a:pt x="127652" y="87774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84" name="Google Shape;1584;p60"/>
            <p:cNvSpPr/>
            <p:nvPr/>
          </p:nvSpPr>
          <p:spPr>
            <a:xfrm>
              <a:off x="4510984" y="4642381"/>
              <a:ext cx="114990" cy="104761"/>
            </a:xfrm>
            <a:custGeom>
              <a:rect b="b" l="l" r="r" t="t"/>
              <a:pathLst>
                <a:path extrusionOk="0" h="104500" w="114418">
                  <a:moveTo>
                    <a:pt x="50738" y="104501"/>
                  </a:moveTo>
                  <a:cubicBezTo>
                    <a:pt x="39299" y="102763"/>
                    <a:pt x="28029" y="100056"/>
                    <a:pt x="17048" y="96410"/>
                  </a:cubicBezTo>
                  <a:cubicBezTo>
                    <a:pt x="10095" y="93566"/>
                    <a:pt x="993" y="86550"/>
                    <a:pt x="172" y="80356"/>
                  </a:cubicBezTo>
                  <a:cubicBezTo>
                    <a:pt x="-966" y="71886"/>
                    <a:pt x="3775" y="62026"/>
                    <a:pt x="7757" y="53556"/>
                  </a:cubicBezTo>
                  <a:cubicBezTo>
                    <a:pt x="11107" y="46476"/>
                    <a:pt x="18312" y="41230"/>
                    <a:pt x="21536" y="34088"/>
                  </a:cubicBezTo>
                  <a:cubicBezTo>
                    <a:pt x="33166" y="8236"/>
                    <a:pt x="80319" y="-9399"/>
                    <a:pt x="104653" y="5392"/>
                  </a:cubicBezTo>
                  <a:cubicBezTo>
                    <a:pt x="111433" y="10834"/>
                    <a:pt x="115059" y="19294"/>
                    <a:pt x="114324" y="27957"/>
                  </a:cubicBezTo>
                  <a:cubicBezTo>
                    <a:pt x="110773" y="39362"/>
                    <a:pt x="104629" y="49789"/>
                    <a:pt x="96373" y="58423"/>
                  </a:cubicBezTo>
                  <a:cubicBezTo>
                    <a:pt x="82025" y="74604"/>
                    <a:pt x="65971" y="89268"/>
                    <a:pt x="50738" y="104501"/>
                  </a:cubicBezTo>
                  <a:close/>
                  <a:moveTo>
                    <a:pt x="30385" y="58992"/>
                  </a:moveTo>
                  <a:cubicBezTo>
                    <a:pt x="16732" y="60319"/>
                    <a:pt x="5102" y="63669"/>
                    <a:pt x="11802" y="80735"/>
                  </a:cubicBezTo>
                  <a:lnTo>
                    <a:pt x="46882" y="89647"/>
                  </a:lnTo>
                  <a:cubicBezTo>
                    <a:pt x="58323" y="78839"/>
                    <a:pt x="68373" y="69800"/>
                    <a:pt x="77854" y="60192"/>
                  </a:cubicBezTo>
                  <a:cubicBezTo>
                    <a:pt x="86910" y="52281"/>
                    <a:pt x="94880" y="43206"/>
                    <a:pt x="101556" y="33203"/>
                  </a:cubicBezTo>
                  <a:cubicBezTo>
                    <a:pt x="102618" y="26098"/>
                    <a:pt x="99970" y="18944"/>
                    <a:pt x="94540" y="14241"/>
                  </a:cubicBezTo>
                  <a:cubicBezTo>
                    <a:pt x="65086" y="2990"/>
                    <a:pt x="32344" y="25239"/>
                    <a:pt x="30385" y="59244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85" name="Google Shape;1585;p60"/>
            <p:cNvSpPr/>
            <p:nvPr/>
          </p:nvSpPr>
          <p:spPr>
            <a:xfrm>
              <a:off x="4553970" y="4769603"/>
              <a:ext cx="64002" cy="42138"/>
            </a:xfrm>
            <a:custGeom>
              <a:rect b="b" l="l" r="r" t="t"/>
              <a:pathLst>
                <a:path extrusionOk="0" h="42033" w="63684">
                  <a:moveTo>
                    <a:pt x="16152" y="0"/>
                  </a:moveTo>
                  <a:cubicBezTo>
                    <a:pt x="31512" y="7711"/>
                    <a:pt x="44153" y="13337"/>
                    <a:pt x="55910" y="20479"/>
                  </a:cubicBezTo>
                  <a:cubicBezTo>
                    <a:pt x="59702" y="22691"/>
                    <a:pt x="61156" y="28823"/>
                    <a:pt x="63684" y="33121"/>
                  </a:cubicBezTo>
                  <a:cubicBezTo>
                    <a:pt x="57364" y="36281"/>
                    <a:pt x="51043" y="41654"/>
                    <a:pt x="44722" y="42033"/>
                  </a:cubicBezTo>
                  <a:cubicBezTo>
                    <a:pt x="31200" y="42056"/>
                    <a:pt x="17689" y="41233"/>
                    <a:pt x="4270" y="39568"/>
                  </a:cubicBezTo>
                  <a:cubicBezTo>
                    <a:pt x="-3442" y="23071"/>
                    <a:pt x="-1419" y="14980"/>
                    <a:pt x="16216" y="0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86" name="Google Shape;1586;p60"/>
            <p:cNvSpPr/>
            <p:nvPr/>
          </p:nvSpPr>
          <p:spPr>
            <a:xfrm>
              <a:off x="2725707" y="5722328"/>
              <a:ext cx="50183" cy="37512"/>
            </a:xfrm>
            <a:custGeom>
              <a:rect b="b" l="l" r="r" t="t"/>
              <a:pathLst>
                <a:path extrusionOk="0" h="37418" w="49933">
                  <a:moveTo>
                    <a:pt x="25283" y="37419"/>
                  </a:moveTo>
                  <a:lnTo>
                    <a:pt x="0" y="7332"/>
                  </a:lnTo>
                  <a:cubicBezTo>
                    <a:pt x="695" y="4867"/>
                    <a:pt x="1327" y="2402"/>
                    <a:pt x="2023" y="0"/>
                  </a:cubicBezTo>
                  <a:lnTo>
                    <a:pt x="49934" y="4741"/>
                  </a:lnTo>
                  <a:lnTo>
                    <a:pt x="25283" y="37419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26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587" name="Google Shape;1587;p60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588" name="Google Shape;1588;p60"/>
          <p:cNvSpPr txBox="1"/>
          <p:nvPr>
            <p:ph idx="1" type="body"/>
          </p:nvPr>
        </p:nvSpPr>
        <p:spPr>
          <a:xfrm>
            <a:off x="6323939" y="1564822"/>
            <a:ext cx="53409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89" name="Google Shape;1589;p60"/>
          <p:cNvSpPr txBox="1"/>
          <p:nvPr>
            <p:ph idx="2" type="body"/>
          </p:nvPr>
        </p:nvSpPr>
        <p:spPr>
          <a:xfrm>
            <a:off x="5979326" y="1570277"/>
            <a:ext cx="41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90" name="Google Shape;1590;p60"/>
          <p:cNvSpPr txBox="1"/>
          <p:nvPr>
            <p:ph idx="3" type="body"/>
          </p:nvPr>
        </p:nvSpPr>
        <p:spPr>
          <a:xfrm>
            <a:off x="5981513" y="1826807"/>
            <a:ext cx="413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91" name="Google Shape;1591;p60"/>
          <p:cNvSpPr txBox="1"/>
          <p:nvPr>
            <p:ph idx="4" type="body"/>
          </p:nvPr>
        </p:nvSpPr>
        <p:spPr>
          <a:xfrm>
            <a:off x="6321685" y="1828345"/>
            <a:ext cx="5343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92" name="Google Shape;1592;p60"/>
          <p:cNvSpPr txBox="1"/>
          <p:nvPr>
            <p:ph idx="5" type="body"/>
          </p:nvPr>
        </p:nvSpPr>
        <p:spPr>
          <a:xfrm>
            <a:off x="5981513" y="2087259"/>
            <a:ext cx="413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93" name="Google Shape;1593;p60"/>
          <p:cNvSpPr txBox="1"/>
          <p:nvPr>
            <p:ph idx="6" type="body"/>
          </p:nvPr>
        </p:nvSpPr>
        <p:spPr>
          <a:xfrm>
            <a:off x="6323939" y="2110159"/>
            <a:ext cx="53409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94" name="Google Shape;1594;p60"/>
          <p:cNvSpPr txBox="1"/>
          <p:nvPr>
            <p:ph idx="7" type="body"/>
          </p:nvPr>
        </p:nvSpPr>
        <p:spPr>
          <a:xfrm>
            <a:off x="5981514" y="2500913"/>
            <a:ext cx="41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95" name="Google Shape;1595;p60"/>
          <p:cNvSpPr txBox="1"/>
          <p:nvPr>
            <p:ph idx="8" type="body"/>
          </p:nvPr>
        </p:nvSpPr>
        <p:spPr>
          <a:xfrm>
            <a:off x="6323938" y="2523814"/>
            <a:ext cx="5338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96" name="Google Shape;1596;p60"/>
          <p:cNvSpPr txBox="1"/>
          <p:nvPr>
            <p:ph idx="9" type="body"/>
          </p:nvPr>
        </p:nvSpPr>
        <p:spPr>
          <a:xfrm>
            <a:off x="5981514" y="2762864"/>
            <a:ext cx="4113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97" name="Google Shape;1597;p60"/>
          <p:cNvSpPr txBox="1"/>
          <p:nvPr>
            <p:ph idx="13" type="body"/>
          </p:nvPr>
        </p:nvSpPr>
        <p:spPr>
          <a:xfrm>
            <a:off x="6321752" y="2785763"/>
            <a:ext cx="534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98" name="Google Shape;1598;p60"/>
          <p:cNvSpPr txBox="1"/>
          <p:nvPr>
            <p:ph idx="14" type="body"/>
          </p:nvPr>
        </p:nvSpPr>
        <p:spPr>
          <a:xfrm>
            <a:off x="5971920" y="3023795"/>
            <a:ext cx="4209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99" name="Google Shape;1599;p60"/>
          <p:cNvSpPr txBox="1"/>
          <p:nvPr>
            <p:ph idx="15" type="body"/>
          </p:nvPr>
        </p:nvSpPr>
        <p:spPr>
          <a:xfrm>
            <a:off x="6321685" y="3046696"/>
            <a:ext cx="53409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00" name="Google Shape;1600;p60"/>
          <p:cNvSpPr txBox="1"/>
          <p:nvPr>
            <p:ph idx="16" type="body"/>
          </p:nvPr>
        </p:nvSpPr>
        <p:spPr>
          <a:xfrm>
            <a:off x="5975812" y="4421836"/>
            <a:ext cx="4146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01" name="Google Shape;1601;p60"/>
          <p:cNvSpPr txBox="1"/>
          <p:nvPr>
            <p:ph idx="17" type="body"/>
          </p:nvPr>
        </p:nvSpPr>
        <p:spPr>
          <a:xfrm>
            <a:off x="6321686" y="4402325"/>
            <a:ext cx="53454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02" name="Google Shape;1602;p60"/>
          <p:cNvSpPr txBox="1"/>
          <p:nvPr>
            <p:ph idx="18" type="body"/>
          </p:nvPr>
        </p:nvSpPr>
        <p:spPr>
          <a:xfrm>
            <a:off x="5981514" y="5009805"/>
            <a:ext cx="414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03" name="Google Shape;1603;p60"/>
          <p:cNvSpPr txBox="1"/>
          <p:nvPr>
            <p:ph idx="19" type="body"/>
          </p:nvPr>
        </p:nvSpPr>
        <p:spPr>
          <a:xfrm>
            <a:off x="6321685" y="5004478"/>
            <a:ext cx="53454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04" name="Google Shape;1604;p60"/>
          <p:cNvSpPr txBox="1"/>
          <p:nvPr>
            <p:ph idx="20" type="body"/>
          </p:nvPr>
        </p:nvSpPr>
        <p:spPr>
          <a:xfrm>
            <a:off x="5979326" y="5455660"/>
            <a:ext cx="411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05" name="Google Shape;1605;p60"/>
          <p:cNvSpPr txBox="1"/>
          <p:nvPr>
            <p:ph idx="21" type="body"/>
          </p:nvPr>
        </p:nvSpPr>
        <p:spPr>
          <a:xfrm>
            <a:off x="6321686" y="5455654"/>
            <a:ext cx="5345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06" name="Google Shape;1606;p60"/>
          <p:cNvSpPr txBox="1"/>
          <p:nvPr>
            <p:ph idx="22" type="body"/>
          </p:nvPr>
        </p:nvSpPr>
        <p:spPr>
          <a:xfrm>
            <a:off x="5981514" y="5717604"/>
            <a:ext cx="4089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07" name="Google Shape;1607;p60"/>
          <p:cNvSpPr txBox="1"/>
          <p:nvPr>
            <p:ph idx="23" type="body"/>
          </p:nvPr>
        </p:nvSpPr>
        <p:spPr>
          <a:xfrm>
            <a:off x="6321686" y="5734092"/>
            <a:ext cx="5345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08" name="Google Shape;1608;p60"/>
          <p:cNvSpPr txBox="1"/>
          <p:nvPr>
            <p:ph idx="24" type="body"/>
          </p:nvPr>
        </p:nvSpPr>
        <p:spPr>
          <a:xfrm>
            <a:off x="5981514" y="5966212"/>
            <a:ext cx="408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09" name="Google Shape;1609;p60"/>
          <p:cNvSpPr txBox="1"/>
          <p:nvPr>
            <p:ph idx="25" type="body"/>
          </p:nvPr>
        </p:nvSpPr>
        <p:spPr>
          <a:xfrm>
            <a:off x="6321685" y="6002974"/>
            <a:ext cx="5345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10" name="Google Shape;1610;p60"/>
          <p:cNvSpPr txBox="1"/>
          <p:nvPr>
            <p:ph idx="26" type="body"/>
          </p:nvPr>
        </p:nvSpPr>
        <p:spPr>
          <a:xfrm>
            <a:off x="604242" y="1587318"/>
            <a:ext cx="5263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11" name="Google Shape;1611;p60"/>
          <p:cNvSpPr txBox="1"/>
          <p:nvPr>
            <p:ph idx="27" type="body"/>
          </p:nvPr>
        </p:nvSpPr>
        <p:spPr>
          <a:xfrm>
            <a:off x="606384" y="2061851"/>
            <a:ext cx="52638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12" name="Google Shape;1612;p60"/>
          <p:cNvSpPr txBox="1"/>
          <p:nvPr>
            <p:ph idx="28" type="body"/>
          </p:nvPr>
        </p:nvSpPr>
        <p:spPr>
          <a:xfrm>
            <a:off x="611513" y="5980069"/>
            <a:ext cx="33015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13" name="Google Shape;1613;p60"/>
          <p:cNvSpPr txBox="1"/>
          <p:nvPr>
            <p:ph idx="29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Europe map with hospitals">
  <p:cSld name="Template Europe map with hospitals"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61"/>
          <p:cNvSpPr/>
          <p:nvPr/>
        </p:nvSpPr>
        <p:spPr>
          <a:xfrm>
            <a:off x="1566283" y="2787357"/>
            <a:ext cx="3672193" cy="2981535"/>
          </a:xfrm>
          <a:custGeom>
            <a:rect b="b" l="l" r="r" t="t"/>
            <a:pathLst>
              <a:path extrusionOk="0" h="2974100" w="3681396">
                <a:moveTo>
                  <a:pt x="2600311" y="2138548"/>
                </a:moveTo>
                <a:lnTo>
                  <a:pt x="2614101" y="2130951"/>
                </a:lnTo>
                <a:lnTo>
                  <a:pt x="2614548" y="2137335"/>
                </a:lnTo>
                <a:lnTo>
                  <a:pt x="2623166" y="2143720"/>
                </a:lnTo>
                <a:lnTo>
                  <a:pt x="2627827" y="2122524"/>
                </a:lnTo>
                <a:lnTo>
                  <a:pt x="2627380" y="2115821"/>
                </a:lnTo>
                <a:lnTo>
                  <a:pt x="2640595" y="2100627"/>
                </a:lnTo>
                <a:lnTo>
                  <a:pt x="2654895" y="2099605"/>
                </a:lnTo>
                <a:lnTo>
                  <a:pt x="2655406" y="2106756"/>
                </a:lnTo>
                <a:lnTo>
                  <a:pt x="2668685" y="2105798"/>
                </a:lnTo>
                <a:lnTo>
                  <a:pt x="2682922" y="2104776"/>
                </a:lnTo>
                <a:lnTo>
                  <a:pt x="2696264" y="2096732"/>
                </a:lnTo>
                <a:lnTo>
                  <a:pt x="2695754" y="2089646"/>
                </a:lnTo>
                <a:lnTo>
                  <a:pt x="2688476" y="2083390"/>
                </a:lnTo>
                <a:lnTo>
                  <a:pt x="2688029" y="2077005"/>
                </a:lnTo>
                <a:lnTo>
                  <a:pt x="2694732" y="2076559"/>
                </a:lnTo>
                <a:lnTo>
                  <a:pt x="2694221" y="2068898"/>
                </a:lnTo>
                <a:lnTo>
                  <a:pt x="2687454" y="2069408"/>
                </a:lnTo>
                <a:lnTo>
                  <a:pt x="2672835" y="2070430"/>
                </a:lnTo>
                <a:lnTo>
                  <a:pt x="2659109" y="2079048"/>
                </a:lnTo>
                <a:lnTo>
                  <a:pt x="2653810" y="2086007"/>
                </a:lnTo>
                <a:lnTo>
                  <a:pt x="2647426" y="2093604"/>
                </a:lnTo>
                <a:lnTo>
                  <a:pt x="2619847" y="2095583"/>
                </a:lnTo>
                <a:lnTo>
                  <a:pt x="2619336" y="2088433"/>
                </a:lnTo>
                <a:lnTo>
                  <a:pt x="2610845" y="2082432"/>
                </a:lnTo>
                <a:lnTo>
                  <a:pt x="2596864" y="2089774"/>
                </a:lnTo>
                <a:lnTo>
                  <a:pt x="2590480" y="2083390"/>
                </a:lnTo>
                <a:lnTo>
                  <a:pt x="2589905" y="2075729"/>
                </a:lnTo>
                <a:lnTo>
                  <a:pt x="2582755" y="2076239"/>
                </a:lnTo>
                <a:lnTo>
                  <a:pt x="2576371" y="2076750"/>
                </a:lnTo>
                <a:lnTo>
                  <a:pt x="2575924" y="2070366"/>
                </a:lnTo>
                <a:lnTo>
                  <a:pt x="2575541" y="2063982"/>
                </a:lnTo>
                <a:lnTo>
                  <a:pt x="2567178" y="2057853"/>
                </a:lnTo>
                <a:lnTo>
                  <a:pt x="2558687" y="2051469"/>
                </a:lnTo>
                <a:lnTo>
                  <a:pt x="2553516" y="2066089"/>
                </a:lnTo>
                <a:lnTo>
                  <a:pt x="2547132" y="2072473"/>
                </a:lnTo>
                <a:lnTo>
                  <a:pt x="2546685" y="2066089"/>
                </a:lnTo>
                <a:lnTo>
                  <a:pt x="2539471" y="2059002"/>
                </a:lnTo>
                <a:lnTo>
                  <a:pt x="2531363" y="2059577"/>
                </a:lnTo>
                <a:lnTo>
                  <a:pt x="2530916" y="2053193"/>
                </a:lnTo>
                <a:lnTo>
                  <a:pt x="2524532" y="2053576"/>
                </a:lnTo>
                <a:lnTo>
                  <a:pt x="2525553" y="2067812"/>
                </a:lnTo>
                <a:lnTo>
                  <a:pt x="2526000" y="2074196"/>
                </a:lnTo>
                <a:lnTo>
                  <a:pt x="2519297" y="2080900"/>
                </a:lnTo>
                <a:lnTo>
                  <a:pt x="2506529" y="2089774"/>
                </a:lnTo>
                <a:lnTo>
                  <a:pt x="2507039" y="2096158"/>
                </a:lnTo>
                <a:lnTo>
                  <a:pt x="2492228" y="2097179"/>
                </a:lnTo>
                <a:lnTo>
                  <a:pt x="2485844" y="2104776"/>
                </a:lnTo>
                <a:lnTo>
                  <a:pt x="2486355" y="2111927"/>
                </a:lnTo>
                <a:lnTo>
                  <a:pt x="2473587" y="2119907"/>
                </a:lnTo>
                <a:lnTo>
                  <a:pt x="2474098" y="2127057"/>
                </a:lnTo>
                <a:lnTo>
                  <a:pt x="2486866" y="2119013"/>
                </a:lnTo>
                <a:lnTo>
                  <a:pt x="2494016" y="2118502"/>
                </a:lnTo>
                <a:lnTo>
                  <a:pt x="2501102" y="2117992"/>
                </a:lnTo>
                <a:lnTo>
                  <a:pt x="2509274" y="2124376"/>
                </a:lnTo>
                <a:lnTo>
                  <a:pt x="2523510" y="2130057"/>
                </a:lnTo>
                <a:lnTo>
                  <a:pt x="2529895" y="2122907"/>
                </a:lnTo>
                <a:lnTo>
                  <a:pt x="2530341" y="2129611"/>
                </a:lnTo>
                <a:lnTo>
                  <a:pt x="2537555" y="2142826"/>
                </a:lnTo>
                <a:lnTo>
                  <a:pt x="2531810" y="2150359"/>
                </a:lnTo>
                <a:lnTo>
                  <a:pt x="2539024" y="2163702"/>
                </a:lnTo>
                <a:lnTo>
                  <a:pt x="2533342" y="2171618"/>
                </a:lnTo>
                <a:lnTo>
                  <a:pt x="2533853" y="2178321"/>
                </a:lnTo>
                <a:lnTo>
                  <a:pt x="2554793" y="2176853"/>
                </a:lnTo>
                <a:lnTo>
                  <a:pt x="2561879" y="2183237"/>
                </a:lnTo>
                <a:lnTo>
                  <a:pt x="2582755" y="2174619"/>
                </a:lnTo>
                <a:lnTo>
                  <a:pt x="2587990" y="2153296"/>
                </a:lnTo>
                <a:lnTo>
                  <a:pt x="2594374" y="2145699"/>
                </a:lnTo>
                <a:lnTo>
                  <a:pt x="2600056" y="2138165"/>
                </a:lnTo>
                <a:close/>
                <a:moveTo>
                  <a:pt x="2459861" y="250512"/>
                </a:moveTo>
                <a:lnTo>
                  <a:pt x="2474034" y="256194"/>
                </a:lnTo>
                <a:lnTo>
                  <a:pt x="2474544" y="263727"/>
                </a:lnTo>
                <a:lnTo>
                  <a:pt x="2489866" y="270112"/>
                </a:lnTo>
                <a:lnTo>
                  <a:pt x="2503592" y="275347"/>
                </a:lnTo>
                <a:lnTo>
                  <a:pt x="2510295" y="268962"/>
                </a:lnTo>
                <a:lnTo>
                  <a:pt x="2502634" y="262578"/>
                </a:lnTo>
                <a:lnTo>
                  <a:pt x="2509019" y="247895"/>
                </a:lnTo>
                <a:lnTo>
                  <a:pt x="2508508" y="240809"/>
                </a:lnTo>
                <a:lnTo>
                  <a:pt x="2508061" y="233722"/>
                </a:lnTo>
                <a:lnTo>
                  <a:pt x="2500017" y="221465"/>
                </a:lnTo>
                <a:lnTo>
                  <a:pt x="2486674" y="222422"/>
                </a:lnTo>
                <a:lnTo>
                  <a:pt x="2471416" y="215911"/>
                </a:lnTo>
                <a:lnTo>
                  <a:pt x="2463883" y="216485"/>
                </a:lnTo>
                <a:lnTo>
                  <a:pt x="2464330" y="222869"/>
                </a:lnTo>
                <a:lnTo>
                  <a:pt x="2459095" y="236084"/>
                </a:lnTo>
                <a:lnTo>
                  <a:pt x="2460116" y="250257"/>
                </a:lnTo>
                <a:close/>
                <a:moveTo>
                  <a:pt x="3679928" y="1141925"/>
                </a:moveTo>
                <a:lnTo>
                  <a:pt x="3672778" y="1128646"/>
                </a:lnTo>
                <a:lnTo>
                  <a:pt x="3657519" y="1115878"/>
                </a:lnTo>
                <a:lnTo>
                  <a:pt x="3651135" y="1116389"/>
                </a:lnTo>
                <a:lnTo>
                  <a:pt x="3644751" y="1122773"/>
                </a:lnTo>
                <a:lnTo>
                  <a:pt x="3630515" y="1131455"/>
                </a:lnTo>
                <a:lnTo>
                  <a:pt x="3610086" y="1132860"/>
                </a:lnTo>
                <a:lnTo>
                  <a:pt x="3596743" y="1133817"/>
                </a:lnTo>
                <a:lnTo>
                  <a:pt x="3589656" y="1134328"/>
                </a:lnTo>
                <a:lnTo>
                  <a:pt x="3567759" y="1127944"/>
                </a:lnTo>
                <a:lnTo>
                  <a:pt x="3567312" y="1121560"/>
                </a:lnTo>
                <a:lnTo>
                  <a:pt x="3559140" y="1107451"/>
                </a:lnTo>
                <a:lnTo>
                  <a:pt x="3552756" y="1107898"/>
                </a:lnTo>
                <a:lnTo>
                  <a:pt x="3546053" y="1108409"/>
                </a:lnTo>
                <a:lnTo>
                  <a:pt x="3531880" y="1124050"/>
                </a:lnTo>
                <a:lnTo>
                  <a:pt x="3525496" y="1130434"/>
                </a:lnTo>
                <a:lnTo>
                  <a:pt x="3512728" y="1131392"/>
                </a:lnTo>
                <a:lnTo>
                  <a:pt x="3497917" y="1119070"/>
                </a:lnTo>
                <a:lnTo>
                  <a:pt x="3482659" y="1098258"/>
                </a:lnTo>
                <a:lnTo>
                  <a:pt x="3481701" y="1084532"/>
                </a:lnTo>
                <a:lnTo>
                  <a:pt x="3481318" y="1078850"/>
                </a:lnTo>
                <a:lnTo>
                  <a:pt x="3473146" y="1072466"/>
                </a:lnTo>
                <a:lnTo>
                  <a:pt x="3465486" y="1066082"/>
                </a:lnTo>
                <a:lnTo>
                  <a:pt x="3465039" y="1059698"/>
                </a:lnTo>
                <a:lnTo>
                  <a:pt x="3449717" y="1046036"/>
                </a:lnTo>
                <a:lnTo>
                  <a:pt x="3447802" y="1018584"/>
                </a:lnTo>
                <a:lnTo>
                  <a:pt x="3453420" y="997261"/>
                </a:lnTo>
                <a:lnTo>
                  <a:pt x="3445823" y="990877"/>
                </a:lnTo>
                <a:lnTo>
                  <a:pt x="3431969" y="984493"/>
                </a:lnTo>
                <a:lnTo>
                  <a:pt x="3430501" y="963170"/>
                </a:lnTo>
                <a:lnTo>
                  <a:pt x="3429479" y="949381"/>
                </a:lnTo>
                <a:lnTo>
                  <a:pt x="3423095" y="956595"/>
                </a:lnTo>
                <a:lnTo>
                  <a:pt x="3423606" y="963681"/>
                </a:lnTo>
                <a:lnTo>
                  <a:pt x="3411923" y="993048"/>
                </a:lnTo>
                <a:lnTo>
                  <a:pt x="3398580" y="1014818"/>
                </a:lnTo>
                <a:lnTo>
                  <a:pt x="3378151" y="1023436"/>
                </a:lnTo>
                <a:lnTo>
                  <a:pt x="3357786" y="1031991"/>
                </a:lnTo>
                <a:lnTo>
                  <a:pt x="3344443" y="1039652"/>
                </a:lnTo>
                <a:lnTo>
                  <a:pt x="3320502" y="1013541"/>
                </a:lnTo>
                <a:lnTo>
                  <a:pt x="3319034" y="992729"/>
                </a:lnTo>
                <a:lnTo>
                  <a:pt x="3333271" y="985323"/>
                </a:lnTo>
                <a:lnTo>
                  <a:pt x="3352870" y="977343"/>
                </a:lnTo>
                <a:lnTo>
                  <a:pt x="3360403" y="983727"/>
                </a:lnTo>
                <a:lnTo>
                  <a:pt x="3368447" y="990111"/>
                </a:lnTo>
                <a:lnTo>
                  <a:pt x="3374193" y="982961"/>
                </a:lnTo>
                <a:lnTo>
                  <a:pt x="3373107" y="968341"/>
                </a:lnTo>
                <a:lnTo>
                  <a:pt x="3372597" y="961255"/>
                </a:lnTo>
                <a:lnTo>
                  <a:pt x="3379300" y="946955"/>
                </a:lnTo>
                <a:lnTo>
                  <a:pt x="3384982" y="933740"/>
                </a:lnTo>
                <a:lnTo>
                  <a:pt x="3377385" y="919950"/>
                </a:lnTo>
                <a:lnTo>
                  <a:pt x="3363084" y="914843"/>
                </a:lnTo>
                <a:lnTo>
                  <a:pt x="3362574" y="907246"/>
                </a:lnTo>
                <a:lnTo>
                  <a:pt x="3355040" y="907756"/>
                </a:lnTo>
                <a:lnTo>
                  <a:pt x="3348656" y="915864"/>
                </a:lnTo>
                <a:lnTo>
                  <a:pt x="3334803" y="916822"/>
                </a:lnTo>
                <a:lnTo>
                  <a:pt x="3328419" y="917269"/>
                </a:lnTo>
                <a:lnTo>
                  <a:pt x="3321332" y="923653"/>
                </a:lnTo>
                <a:lnTo>
                  <a:pt x="3294200" y="939932"/>
                </a:lnTo>
                <a:lnTo>
                  <a:pt x="3280474" y="940890"/>
                </a:lnTo>
                <a:lnTo>
                  <a:pt x="3271920" y="921035"/>
                </a:lnTo>
                <a:lnTo>
                  <a:pt x="3256661" y="899074"/>
                </a:lnTo>
                <a:lnTo>
                  <a:pt x="3249064" y="892690"/>
                </a:lnTo>
                <a:lnTo>
                  <a:pt x="3255448" y="885476"/>
                </a:lnTo>
                <a:lnTo>
                  <a:pt x="3263109" y="884965"/>
                </a:lnTo>
                <a:lnTo>
                  <a:pt x="3261577" y="864153"/>
                </a:lnTo>
                <a:lnTo>
                  <a:pt x="3252448" y="843404"/>
                </a:lnTo>
                <a:lnTo>
                  <a:pt x="3236168" y="823614"/>
                </a:lnTo>
                <a:lnTo>
                  <a:pt x="3242552" y="808866"/>
                </a:lnTo>
                <a:lnTo>
                  <a:pt x="3248936" y="801780"/>
                </a:lnTo>
                <a:lnTo>
                  <a:pt x="3256534" y="801206"/>
                </a:lnTo>
                <a:lnTo>
                  <a:pt x="3256661" y="793800"/>
                </a:lnTo>
                <a:lnTo>
                  <a:pt x="3248170" y="781989"/>
                </a:lnTo>
                <a:lnTo>
                  <a:pt x="3247660" y="774967"/>
                </a:lnTo>
                <a:lnTo>
                  <a:pt x="3246191" y="754155"/>
                </a:lnTo>
                <a:lnTo>
                  <a:pt x="3245617" y="746558"/>
                </a:lnTo>
                <a:lnTo>
                  <a:pt x="3230870" y="747579"/>
                </a:lnTo>
                <a:lnTo>
                  <a:pt x="3229912" y="734300"/>
                </a:lnTo>
                <a:lnTo>
                  <a:pt x="3222826" y="720574"/>
                </a:lnTo>
                <a:lnTo>
                  <a:pt x="3215101" y="714190"/>
                </a:lnTo>
                <a:lnTo>
                  <a:pt x="3207440" y="700464"/>
                </a:lnTo>
                <a:lnTo>
                  <a:pt x="3199843" y="701039"/>
                </a:lnTo>
                <a:lnTo>
                  <a:pt x="3199332" y="694655"/>
                </a:lnTo>
                <a:lnTo>
                  <a:pt x="3192309" y="688271"/>
                </a:lnTo>
                <a:lnTo>
                  <a:pt x="3185606" y="695293"/>
                </a:lnTo>
                <a:lnTo>
                  <a:pt x="3177435" y="674992"/>
                </a:lnTo>
                <a:lnTo>
                  <a:pt x="3161155" y="647604"/>
                </a:lnTo>
                <a:lnTo>
                  <a:pt x="3152856" y="621429"/>
                </a:lnTo>
                <a:lnTo>
                  <a:pt x="3144748" y="607767"/>
                </a:lnTo>
                <a:lnTo>
                  <a:pt x="3122340" y="594999"/>
                </a:lnTo>
                <a:lnTo>
                  <a:pt x="3120871" y="574123"/>
                </a:lnTo>
                <a:lnTo>
                  <a:pt x="3113274" y="567739"/>
                </a:lnTo>
                <a:lnTo>
                  <a:pt x="3098910" y="554077"/>
                </a:lnTo>
                <a:lnTo>
                  <a:pt x="3098016" y="541308"/>
                </a:lnTo>
                <a:lnTo>
                  <a:pt x="3089781" y="526689"/>
                </a:lnTo>
                <a:lnTo>
                  <a:pt x="3082631" y="520305"/>
                </a:lnTo>
                <a:lnTo>
                  <a:pt x="3074587" y="513921"/>
                </a:lnTo>
                <a:lnTo>
                  <a:pt x="3065521" y="487427"/>
                </a:lnTo>
                <a:lnTo>
                  <a:pt x="3059137" y="481043"/>
                </a:lnTo>
                <a:lnTo>
                  <a:pt x="3044390" y="474658"/>
                </a:lnTo>
                <a:lnTo>
                  <a:pt x="3043879" y="467572"/>
                </a:lnTo>
                <a:lnTo>
                  <a:pt x="3030089" y="461188"/>
                </a:lnTo>
                <a:lnTo>
                  <a:pt x="3022428" y="454804"/>
                </a:lnTo>
                <a:lnTo>
                  <a:pt x="3012724" y="420266"/>
                </a:lnTo>
                <a:lnTo>
                  <a:pt x="3005191" y="420777"/>
                </a:lnTo>
                <a:lnTo>
                  <a:pt x="3004170" y="406987"/>
                </a:lnTo>
                <a:lnTo>
                  <a:pt x="2996062" y="393836"/>
                </a:lnTo>
                <a:lnTo>
                  <a:pt x="2996573" y="400220"/>
                </a:lnTo>
                <a:lnTo>
                  <a:pt x="2988529" y="387962"/>
                </a:lnTo>
                <a:lnTo>
                  <a:pt x="2987508" y="373215"/>
                </a:lnTo>
                <a:lnTo>
                  <a:pt x="2980485" y="367533"/>
                </a:lnTo>
                <a:lnTo>
                  <a:pt x="2972760" y="353297"/>
                </a:lnTo>
                <a:lnTo>
                  <a:pt x="2964397" y="341933"/>
                </a:lnTo>
                <a:lnTo>
                  <a:pt x="2950160" y="342890"/>
                </a:lnTo>
                <a:lnTo>
                  <a:pt x="2949649" y="335421"/>
                </a:lnTo>
                <a:lnTo>
                  <a:pt x="2949139" y="329037"/>
                </a:lnTo>
                <a:lnTo>
                  <a:pt x="2963375" y="328015"/>
                </a:lnTo>
                <a:lnTo>
                  <a:pt x="2970398" y="319971"/>
                </a:lnTo>
                <a:lnTo>
                  <a:pt x="2968419" y="292009"/>
                </a:lnTo>
                <a:lnTo>
                  <a:pt x="2966951" y="271644"/>
                </a:lnTo>
                <a:lnTo>
                  <a:pt x="2965993" y="257535"/>
                </a:lnTo>
                <a:lnTo>
                  <a:pt x="2972377" y="257088"/>
                </a:lnTo>
                <a:lnTo>
                  <a:pt x="2977484" y="235701"/>
                </a:lnTo>
                <a:lnTo>
                  <a:pt x="2975761" y="207037"/>
                </a:lnTo>
                <a:lnTo>
                  <a:pt x="2960056" y="173967"/>
                </a:lnTo>
                <a:lnTo>
                  <a:pt x="2965801" y="159730"/>
                </a:lnTo>
                <a:lnTo>
                  <a:pt x="2978059" y="144600"/>
                </a:lnTo>
                <a:lnTo>
                  <a:pt x="2984443" y="129917"/>
                </a:lnTo>
                <a:lnTo>
                  <a:pt x="2975761" y="110062"/>
                </a:lnTo>
                <a:lnTo>
                  <a:pt x="2974292" y="89250"/>
                </a:lnTo>
                <a:lnTo>
                  <a:pt x="2966631" y="75971"/>
                </a:lnTo>
                <a:lnTo>
                  <a:pt x="2952714" y="68885"/>
                </a:lnTo>
                <a:lnTo>
                  <a:pt x="2958460" y="54648"/>
                </a:lnTo>
                <a:lnTo>
                  <a:pt x="2952075" y="55095"/>
                </a:lnTo>
                <a:lnTo>
                  <a:pt x="2943840" y="49030"/>
                </a:lnTo>
                <a:lnTo>
                  <a:pt x="2936179" y="49605"/>
                </a:lnTo>
                <a:lnTo>
                  <a:pt x="2930561" y="63713"/>
                </a:lnTo>
                <a:lnTo>
                  <a:pt x="2924177" y="64160"/>
                </a:lnTo>
                <a:lnTo>
                  <a:pt x="2916452" y="50945"/>
                </a:lnTo>
                <a:lnTo>
                  <a:pt x="2907834" y="43923"/>
                </a:lnTo>
                <a:lnTo>
                  <a:pt x="2901450" y="44370"/>
                </a:lnTo>
                <a:lnTo>
                  <a:pt x="2893916" y="39198"/>
                </a:lnTo>
                <a:lnTo>
                  <a:pt x="2893023" y="25919"/>
                </a:lnTo>
                <a:lnTo>
                  <a:pt x="2886383" y="26430"/>
                </a:lnTo>
                <a:lnTo>
                  <a:pt x="2871700" y="27452"/>
                </a:lnTo>
                <a:lnTo>
                  <a:pt x="2866018" y="34474"/>
                </a:lnTo>
                <a:lnTo>
                  <a:pt x="2858357" y="35049"/>
                </a:lnTo>
                <a:lnTo>
                  <a:pt x="2851973" y="35496"/>
                </a:lnTo>
                <a:lnTo>
                  <a:pt x="2844184" y="21323"/>
                </a:lnTo>
                <a:lnTo>
                  <a:pt x="2835693" y="15705"/>
                </a:lnTo>
                <a:lnTo>
                  <a:pt x="2843226" y="8044"/>
                </a:lnTo>
                <a:lnTo>
                  <a:pt x="2842716" y="0"/>
                </a:lnTo>
                <a:lnTo>
                  <a:pt x="2834608" y="575"/>
                </a:lnTo>
                <a:lnTo>
                  <a:pt x="2806518" y="2554"/>
                </a:lnTo>
                <a:lnTo>
                  <a:pt x="2780471" y="19599"/>
                </a:lnTo>
                <a:lnTo>
                  <a:pt x="2766617" y="26749"/>
                </a:lnTo>
                <a:lnTo>
                  <a:pt x="2746188" y="28218"/>
                </a:lnTo>
                <a:lnTo>
                  <a:pt x="2731505" y="29239"/>
                </a:lnTo>
                <a:lnTo>
                  <a:pt x="2739549" y="36772"/>
                </a:lnTo>
                <a:lnTo>
                  <a:pt x="2740889" y="55925"/>
                </a:lnTo>
                <a:lnTo>
                  <a:pt x="2734505" y="64033"/>
                </a:lnTo>
                <a:lnTo>
                  <a:pt x="2742102" y="70417"/>
                </a:lnTo>
                <a:lnTo>
                  <a:pt x="2750146" y="76801"/>
                </a:lnTo>
                <a:lnTo>
                  <a:pt x="2757360" y="91101"/>
                </a:lnTo>
                <a:lnTo>
                  <a:pt x="2771597" y="90080"/>
                </a:lnTo>
                <a:lnTo>
                  <a:pt x="2778811" y="96464"/>
                </a:lnTo>
                <a:lnTo>
                  <a:pt x="2765085" y="110700"/>
                </a:lnTo>
                <a:lnTo>
                  <a:pt x="2759850" y="132087"/>
                </a:lnTo>
                <a:lnTo>
                  <a:pt x="2766553" y="131640"/>
                </a:lnTo>
                <a:lnTo>
                  <a:pt x="2774661" y="138599"/>
                </a:lnTo>
                <a:lnTo>
                  <a:pt x="2761318" y="152836"/>
                </a:lnTo>
                <a:lnTo>
                  <a:pt x="2747593" y="153793"/>
                </a:lnTo>
                <a:lnTo>
                  <a:pt x="2732398" y="141600"/>
                </a:lnTo>
                <a:lnTo>
                  <a:pt x="2738783" y="133556"/>
                </a:lnTo>
                <a:lnTo>
                  <a:pt x="2730675" y="119830"/>
                </a:lnTo>
                <a:lnTo>
                  <a:pt x="2723461" y="113446"/>
                </a:lnTo>
                <a:lnTo>
                  <a:pt x="2717077" y="120596"/>
                </a:lnTo>
                <a:lnTo>
                  <a:pt x="2710693" y="135279"/>
                </a:lnTo>
                <a:lnTo>
                  <a:pt x="2711267" y="142812"/>
                </a:lnTo>
                <a:lnTo>
                  <a:pt x="2712161" y="156091"/>
                </a:lnTo>
                <a:lnTo>
                  <a:pt x="2712672" y="163178"/>
                </a:lnTo>
                <a:lnTo>
                  <a:pt x="2706990" y="177861"/>
                </a:lnTo>
                <a:lnTo>
                  <a:pt x="2686114" y="179330"/>
                </a:lnTo>
                <a:lnTo>
                  <a:pt x="2671366" y="180351"/>
                </a:lnTo>
                <a:lnTo>
                  <a:pt x="2672516" y="187310"/>
                </a:lnTo>
                <a:lnTo>
                  <a:pt x="2667280" y="214314"/>
                </a:lnTo>
                <a:lnTo>
                  <a:pt x="2667791" y="221465"/>
                </a:lnTo>
                <a:lnTo>
                  <a:pt x="2655981" y="236531"/>
                </a:lnTo>
                <a:lnTo>
                  <a:pt x="2656428" y="243235"/>
                </a:lnTo>
                <a:lnTo>
                  <a:pt x="2657002" y="250704"/>
                </a:lnTo>
                <a:lnTo>
                  <a:pt x="2648256" y="243809"/>
                </a:lnTo>
                <a:lnTo>
                  <a:pt x="2641872" y="237425"/>
                </a:lnTo>
                <a:lnTo>
                  <a:pt x="2629678" y="259705"/>
                </a:lnTo>
                <a:lnTo>
                  <a:pt x="2628593" y="245086"/>
                </a:lnTo>
                <a:lnTo>
                  <a:pt x="2627635" y="231296"/>
                </a:lnTo>
                <a:lnTo>
                  <a:pt x="2633317" y="223763"/>
                </a:lnTo>
                <a:lnTo>
                  <a:pt x="2626614" y="217379"/>
                </a:lnTo>
                <a:lnTo>
                  <a:pt x="2625784" y="205058"/>
                </a:lnTo>
                <a:lnTo>
                  <a:pt x="2618634" y="205568"/>
                </a:lnTo>
                <a:lnTo>
                  <a:pt x="2610973" y="206143"/>
                </a:lnTo>
                <a:lnTo>
                  <a:pt x="2604269" y="199056"/>
                </a:lnTo>
                <a:lnTo>
                  <a:pt x="2597885" y="219422"/>
                </a:lnTo>
                <a:lnTo>
                  <a:pt x="2605418" y="218847"/>
                </a:lnTo>
                <a:lnTo>
                  <a:pt x="2606440" y="233084"/>
                </a:lnTo>
                <a:lnTo>
                  <a:pt x="2598907" y="233594"/>
                </a:lnTo>
                <a:lnTo>
                  <a:pt x="2598396" y="226508"/>
                </a:lnTo>
                <a:lnTo>
                  <a:pt x="2591693" y="226955"/>
                </a:lnTo>
                <a:lnTo>
                  <a:pt x="2592140" y="234041"/>
                </a:lnTo>
                <a:lnTo>
                  <a:pt x="2592650" y="241192"/>
                </a:lnTo>
                <a:lnTo>
                  <a:pt x="2608419" y="261493"/>
                </a:lnTo>
                <a:lnTo>
                  <a:pt x="2594183" y="262451"/>
                </a:lnTo>
                <a:lnTo>
                  <a:pt x="2587096" y="256067"/>
                </a:lnTo>
                <a:lnTo>
                  <a:pt x="2586330" y="248342"/>
                </a:lnTo>
                <a:lnTo>
                  <a:pt x="2579244" y="256386"/>
                </a:lnTo>
                <a:lnTo>
                  <a:pt x="2573562" y="270303"/>
                </a:lnTo>
                <a:lnTo>
                  <a:pt x="2567178" y="270814"/>
                </a:lnTo>
                <a:lnTo>
                  <a:pt x="2555367" y="300691"/>
                </a:lnTo>
                <a:lnTo>
                  <a:pt x="2548025" y="307714"/>
                </a:lnTo>
                <a:lnTo>
                  <a:pt x="2541641" y="314992"/>
                </a:lnTo>
                <a:lnTo>
                  <a:pt x="2548855" y="321376"/>
                </a:lnTo>
                <a:lnTo>
                  <a:pt x="2556899" y="327760"/>
                </a:lnTo>
                <a:lnTo>
                  <a:pt x="2543620" y="342954"/>
                </a:lnTo>
                <a:lnTo>
                  <a:pt x="2536534" y="350168"/>
                </a:lnTo>
                <a:lnTo>
                  <a:pt x="2530788" y="350551"/>
                </a:lnTo>
                <a:lnTo>
                  <a:pt x="2545089" y="363830"/>
                </a:lnTo>
                <a:lnTo>
                  <a:pt x="2546046" y="376599"/>
                </a:lnTo>
                <a:lnTo>
                  <a:pt x="2547004" y="390388"/>
                </a:lnTo>
                <a:lnTo>
                  <a:pt x="2547515" y="397921"/>
                </a:lnTo>
                <a:lnTo>
                  <a:pt x="2540428" y="404306"/>
                </a:lnTo>
                <a:lnTo>
                  <a:pt x="2528043" y="412796"/>
                </a:lnTo>
                <a:lnTo>
                  <a:pt x="2507167" y="421415"/>
                </a:lnTo>
                <a:lnTo>
                  <a:pt x="2501485" y="428948"/>
                </a:lnTo>
                <a:lnTo>
                  <a:pt x="2478183" y="416180"/>
                </a:lnTo>
                <a:lnTo>
                  <a:pt x="2464330" y="409796"/>
                </a:lnTo>
                <a:lnTo>
                  <a:pt x="2450476" y="410817"/>
                </a:lnTo>
                <a:lnTo>
                  <a:pt x="2435793" y="405646"/>
                </a:lnTo>
                <a:lnTo>
                  <a:pt x="2435282" y="398113"/>
                </a:lnTo>
                <a:lnTo>
                  <a:pt x="2434261" y="384387"/>
                </a:lnTo>
                <a:lnTo>
                  <a:pt x="2433941" y="379152"/>
                </a:lnTo>
                <a:lnTo>
                  <a:pt x="2454754" y="370087"/>
                </a:lnTo>
                <a:lnTo>
                  <a:pt x="2454307" y="363703"/>
                </a:lnTo>
                <a:lnTo>
                  <a:pt x="2468096" y="362681"/>
                </a:lnTo>
                <a:lnTo>
                  <a:pt x="2473778" y="354765"/>
                </a:lnTo>
                <a:lnTo>
                  <a:pt x="2459988" y="349019"/>
                </a:lnTo>
                <a:lnTo>
                  <a:pt x="2452774" y="342635"/>
                </a:lnTo>
                <a:lnTo>
                  <a:pt x="2445114" y="336251"/>
                </a:lnTo>
                <a:lnTo>
                  <a:pt x="2430877" y="337272"/>
                </a:lnTo>
                <a:lnTo>
                  <a:pt x="2423280" y="323547"/>
                </a:lnTo>
                <a:lnTo>
                  <a:pt x="2416577" y="323993"/>
                </a:lnTo>
                <a:lnTo>
                  <a:pt x="2395701" y="332612"/>
                </a:lnTo>
                <a:lnTo>
                  <a:pt x="2381975" y="333570"/>
                </a:lnTo>
                <a:lnTo>
                  <a:pt x="2382486" y="340656"/>
                </a:lnTo>
                <a:lnTo>
                  <a:pt x="2367674" y="341677"/>
                </a:lnTo>
                <a:lnTo>
                  <a:pt x="2382996" y="348062"/>
                </a:lnTo>
                <a:lnTo>
                  <a:pt x="2390083" y="354446"/>
                </a:lnTo>
                <a:lnTo>
                  <a:pt x="2397680" y="360830"/>
                </a:lnTo>
                <a:lnTo>
                  <a:pt x="2398190" y="368363"/>
                </a:lnTo>
                <a:lnTo>
                  <a:pt x="2399212" y="382536"/>
                </a:lnTo>
                <a:lnTo>
                  <a:pt x="2406681" y="387260"/>
                </a:lnTo>
                <a:lnTo>
                  <a:pt x="2407192" y="393963"/>
                </a:lnTo>
                <a:lnTo>
                  <a:pt x="2413576" y="393516"/>
                </a:lnTo>
                <a:lnTo>
                  <a:pt x="2408405" y="408519"/>
                </a:lnTo>
                <a:lnTo>
                  <a:pt x="2408852" y="414903"/>
                </a:lnTo>
                <a:lnTo>
                  <a:pt x="2410384" y="436737"/>
                </a:lnTo>
                <a:lnTo>
                  <a:pt x="2424684" y="435715"/>
                </a:lnTo>
                <a:lnTo>
                  <a:pt x="2437963" y="434758"/>
                </a:lnTo>
                <a:lnTo>
                  <a:pt x="2444348" y="441142"/>
                </a:lnTo>
                <a:lnTo>
                  <a:pt x="2444858" y="448292"/>
                </a:lnTo>
                <a:lnTo>
                  <a:pt x="2453477" y="455315"/>
                </a:lnTo>
                <a:lnTo>
                  <a:pt x="2453924" y="461699"/>
                </a:lnTo>
                <a:lnTo>
                  <a:pt x="2461585" y="468785"/>
                </a:lnTo>
                <a:lnTo>
                  <a:pt x="2455200" y="475871"/>
                </a:lnTo>
                <a:lnTo>
                  <a:pt x="2448050" y="490236"/>
                </a:lnTo>
                <a:lnTo>
                  <a:pt x="2464266" y="503323"/>
                </a:lnTo>
                <a:lnTo>
                  <a:pt x="2471480" y="509707"/>
                </a:lnTo>
                <a:lnTo>
                  <a:pt x="2458137" y="517751"/>
                </a:lnTo>
                <a:lnTo>
                  <a:pt x="2449582" y="511367"/>
                </a:lnTo>
                <a:lnTo>
                  <a:pt x="2437325" y="519347"/>
                </a:lnTo>
                <a:lnTo>
                  <a:pt x="2422514" y="520432"/>
                </a:lnTo>
                <a:lnTo>
                  <a:pt x="2429600" y="505621"/>
                </a:lnTo>
                <a:lnTo>
                  <a:pt x="2435984" y="505174"/>
                </a:lnTo>
                <a:lnTo>
                  <a:pt x="2420343" y="490810"/>
                </a:lnTo>
                <a:lnTo>
                  <a:pt x="2414661" y="498343"/>
                </a:lnTo>
                <a:lnTo>
                  <a:pt x="2400425" y="499365"/>
                </a:lnTo>
                <a:lnTo>
                  <a:pt x="2385614" y="492981"/>
                </a:lnTo>
                <a:lnTo>
                  <a:pt x="2386125" y="500067"/>
                </a:lnTo>
                <a:lnTo>
                  <a:pt x="2380060" y="514814"/>
                </a:lnTo>
                <a:lnTo>
                  <a:pt x="2374378" y="536073"/>
                </a:lnTo>
                <a:lnTo>
                  <a:pt x="2361609" y="543160"/>
                </a:lnTo>
                <a:lnTo>
                  <a:pt x="2354459" y="550374"/>
                </a:lnTo>
                <a:lnTo>
                  <a:pt x="2355417" y="564547"/>
                </a:lnTo>
                <a:lnTo>
                  <a:pt x="2349799" y="578719"/>
                </a:lnTo>
                <a:lnTo>
                  <a:pt x="2343415" y="586827"/>
                </a:lnTo>
                <a:lnTo>
                  <a:pt x="2337797" y="594807"/>
                </a:lnTo>
                <a:lnTo>
                  <a:pt x="2344181" y="600489"/>
                </a:lnTo>
                <a:lnTo>
                  <a:pt x="2366589" y="613257"/>
                </a:lnTo>
                <a:lnTo>
                  <a:pt x="2380379" y="619641"/>
                </a:lnTo>
                <a:lnTo>
                  <a:pt x="2380889" y="626345"/>
                </a:lnTo>
                <a:lnTo>
                  <a:pt x="2396147" y="639560"/>
                </a:lnTo>
                <a:lnTo>
                  <a:pt x="2405277" y="659861"/>
                </a:lnTo>
                <a:lnTo>
                  <a:pt x="2405724" y="666245"/>
                </a:lnTo>
                <a:lnTo>
                  <a:pt x="2397616" y="660244"/>
                </a:lnTo>
                <a:lnTo>
                  <a:pt x="2390529" y="660755"/>
                </a:lnTo>
                <a:lnTo>
                  <a:pt x="2383826" y="667842"/>
                </a:lnTo>
                <a:lnTo>
                  <a:pt x="2377442" y="661457"/>
                </a:lnTo>
                <a:lnTo>
                  <a:pt x="2362631" y="669118"/>
                </a:lnTo>
                <a:lnTo>
                  <a:pt x="2342266" y="663947"/>
                </a:lnTo>
                <a:lnTo>
                  <a:pt x="2327455" y="657563"/>
                </a:lnTo>
                <a:lnTo>
                  <a:pt x="2313218" y="658585"/>
                </a:lnTo>
                <a:lnTo>
                  <a:pt x="2312707" y="652200"/>
                </a:lnTo>
                <a:lnTo>
                  <a:pt x="2306323" y="652647"/>
                </a:lnTo>
                <a:lnTo>
                  <a:pt x="2284936" y="654180"/>
                </a:lnTo>
                <a:lnTo>
                  <a:pt x="2264060" y="648945"/>
                </a:lnTo>
                <a:lnTo>
                  <a:pt x="2264954" y="662160"/>
                </a:lnTo>
                <a:lnTo>
                  <a:pt x="2257995" y="670331"/>
                </a:lnTo>
                <a:lnTo>
                  <a:pt x="2258442" y="676715"/>
                </a:lnTo>
                <a:lnTo>
                  <a:pt x="2273636" y="683100"/>
                </a:lnTo>
                <a:lnTo>
                  <a:pt x="2280020" y="689484"/>
                </a:lnTo>
                <a:lnTo>
                  <a:pt x="2301918" y="695102"/>
                </a:lnTo>
                <a:lnTo>
                  <a:pt x="2301407" y="688015"/>
                </a:lnTo>
                <a:lnTo>
                  <a:pt x="2308557" y="687505"/>
                </a:lnTo>
                <a:lnTo>
                  <a:pt x="2323752" y="699315"/>
                </a:lnTo>
                <a:lnTo>
                  <a:pt x="2332434" y="726703"/>
                </a:lnTo>
                <a:lnTo>
                  <a:pt x="2318708" y="735321"/>
                </a:lnTo>
                <a:lnTo>
                  <a:pt x="2312324" y="742408"/>
                </a:lnTo>
                <a:lnTo>
                  <a:pt x="2297641" y="736854"/>
                </a:lnTo>
                <a:lnTo>
                  <a:pt x="2283340" y="737811"/>
                </a:lnTo>
                <a:lnTo>
                  <a:pt x="2276956" y="738258"/>
                </a:lnTo>
                <a:lnTo>
                  <a:pt x="2261315" y="725107"/>
                </a:lnTo>
                <a:lnTo>
                  <a:pt x="2254101" y="718723"/>
                </a:lnTo>
                <a:lnTo>
                  <a:pt x="2246951" y="712339"/>
                </a:lnTo>
                <a:lnTo>
                  <a:pt x="2240567" y="727086"/>
                </a:lnTo>
                <a:lnTo>
                  <a:pt x="2232970" y="720702"/>
                </a:lnTo>
                <a:lnTo>
                  <a:pt x="2212030" y="715084"/>
                </a:lnTo>
                <a:lnTo>
                  <a:pt x="2211136" y="702316"/>
                </a:lnTo>
                <a:lnTo>
                  <a:pt x="2203986" y="702826"/>
                </a:lnTo>
                <a:lnTo>
                  <a:pt x="2203475" y="695740"/>
                </a:lnTo>
                <a:lnTo>
                  <a:pt x="2203028" y="689356"/>
                </a:lnTo>
                <a:lnTo>
                  <a:pt x="2195367" y="682270"/>
                </a:lnTo>
                <a:lnTo>
                  <a:pt x="2194856" y="675885"/>
                </a:lnTo>
                <a:lnTo>
                  <a:pt x="2186238" y="662287"/>
                </a:lnTo>
                <a:lnTo>
                  <a:pt x="2179024" y="655903"/>
                </a:lnTo>
                <a:lnTo>
                  <a:pt x="2178513" y="648817"/>
                </a:lnTo>
                <a:lnTo>
                  <a:pt x="2184897" y="641284"/>
                </a:lnTo>
                <a:lnTo>
                  <a:pt x="2183876" y="627494"/>
                </a:lnTo>
                <a:lnTo>
                  <a:pt x="2176662" y="620408"/>
                </a:lnTo>
                <a:lnTo>
                  <a:pt x="2176151" y="614023"/>
                </a:lnTo>
                <a:lnTo>
                  <a:pt x="2169129" y="608342"/>
                </a:lnTo>
                <a:lnTo>
                  <a:pt x="2162425" y="601255"/>
                </a:lnTo>
                <a:lnTo>
                  <a:pt x="2140528" y="602787"/>
                </a:lnTo>
                <a:lnTo>
                  <a:pt x="2133377" y="603298"/>
                </a:lnTo>
                <a:lnTo>
                  <a:pt x="2126993" y="603745"/>
                </a:lnTo>
                <a:lnTo>
                  <a:pt x="2118375" y="596659"/>
                </a:lnTo>
                <a:lnTo>
                  <a:pt x="2126483" y="596084"/>
                </a:lnTo>
                <a:lnTo>
                  <a:pt x="2126036" y="589700"/>
                </a:lnTo>
                <a:lnTo>
                  <a:pt x="2117928" y="590275"/>
                </a:lnTo>
                <a:lnTo>
                  <a:pt x="2111544" y="590721"/>
                </a:lnTo>
                <a:lnTo>
                  <a:pt x="2111033" y="583635"/>
                </a:lnTo>
                <a:lnTo>
                  <a:pt x="2096797" y="584657"/>
                </a:lnTo>
                <a:lnTo>
                  <a:pt x="2090093" y="578272"/>
                </a:lnTo>
                <a:lnTo>
                  <a:pt x="2080645" y="565121"/>
                </a:lnTo>
                <a:lnTo>
                  <a:pt x="2088242" y="551778"/>
                </a:lnTo>
                <a:lnTo>
                  <a:pt x="2079751" y="552353"/>
                </a:lnTo>
                <a:lnTo>
                  <a:pt x="2073367" y="545969"/>
                </a:lnTo>
                <a:lnTo>
                  <a:pt x="2079751" y="545522"/>
                </a:lnTo>
                <a:lnTo>
                  <a:pt x="2088242" y="544947"/>
                </a:lnTo>
                <a:lnTo>
                  <a:pt x="2094626" y="544501"/>
                </a:lnTo>
                <a:lnTo>
                  <a:pt x="2109820" y="557269"/>
                </a:lnTo>
                <a:lnTo>
                  <a:pt x="2116204" y="563014"/>
                </a:lnTo>
                <a:lnTo>
                  <a:pt x="2124312" y="562440"/>
                </a:lnTo>
                <a:lnTo>
                  <a:pt x="2123865" y="556056"/>
                </a:lnTo>
                <a:lnTo>
                  <a:pt x="2137591" y="561227"/>
                </a:lnTo>
                <a:lnTo>
                  <a:pt x="2151892" y="566973"/>
                </a:lnTo>
                <a:lnTo>
                  <a:pt x="2159999" y="566398"/>
                </a:lnTo>
                <a:lnTo>
                  <a:pt x="2166383" y="565951"/>
                </a:lnTo>
                <a:lnTo>
                  <a:pt x="2173534" y="572335"/>
                </a:lnTo>
                <a:lnTo>
                  <a:pt x="2187834" y="571314"/>
                </a:lnTo>
                <a:lnTo>
                  <a:pt x="2202134" y="570292"/>
                </a:lnTo>
                <a:lnTo>
                  <a:pt x="2223074" y="575974"/>
                </a:lnTo>
                <a:lnTo>
                  <a:pt x="2229458" y="568377"/>
                </a:lnTo>
                <a:lnTo>
                  <a:pt x="2235843" y="560780"/>
                </a:lnTo>
                <a:lnTo>
                  <a:pt x="2242993" y="567164"/>
                </a:lnTo>
                <a:lnTo>
                  <a:pt x="2243503" y="574250"/>
                </a:lnTo>
                <a:lnTo>
                  <a:pt x="2257740" y="573229"/>
                </a:lnTo>
                <a:lnTo>
                  <a:pt x="2271019" y="572335"/>
                </a:lnTo>
                <a:lnTo>
                  <a:pt x="2285319" y="571314"/>
                </a:lnTo>
                <a:lnTo>
                  <a:pt x="2298535" y="556120"/>
                </a:lnTo>
                <a:lnTo>
                  <a:pt x="2305238" y="555609"/>
                </a:lnTo>
                <a:lnTo>
                  <a:pt x="2319027" y="547948"/>
                </a:lnTo>
                <a:lnTo>
                  <a:pt x="2325412" y="541564"/>
                </a:lnTo>
                <a:lnTo>
                  <a:pt x="2324901" y="535180"/>
                </a:lnTo>
                <a:lnTo>
                  <a:pt x="2332051" y="527583"/>
                </a:lnTo>
                <a:lnTo>
                  <a:pt x="2338435" y="527136"/>
                </a:lnTo>
                <a:lnTo>
                  <a:pt x="2337924" y="520049"/>
                </a:lnTo>
                <a:lnTo>
                  <a:pt x="2337414" y="512899"/>
                </a:lnTo>
                <a:lnTo>
                  <a:pt x="2344564" y="512452"/>
                </a:lnTo>
                <a:lnTo>
                  <a:pt x="2349160" y="483979"/>
                </a:lnTo>
                <a:lnTo>
                  <a:pt x="2341755" y="468210"/>
                </a:lnTo>
                <a:lnTo>
                  <a:pt x="2340797" y="454421"/>
                </a:lnTo>
                <a:lnTo>
                  <a:pt x="2333647" y="454931"/>
                </a:lnTo>
                <a:lnTo>
                  <a:pt x="2332689" y="441269"/>
                </a:lnTo>
                <a:lnTo>
                  <a:pt x="2327008" y="448292"/>
                </a:lnTo>
                <a:lnTo>
                  <a:pt x="2318836" y="442227"/>
                </a:lnTo>
                <a:lnTo>
                  <a:pt x="2318197" y="428054"/>
                </a:lnTo>
                <a:lnTo>
                  <a:pt x="2304855" y="429012"/>
                </a:lnTo>
                <a:lnTo>
                  <a:pt x="2297322" y="429523"/>
                </a:lnTo>
                <a:lnTo>
                  <a:pt x="2296747" y="421926"/>
                </a:lnTo>
                <a:lnTo>
                  <a:pt x="2275041" y="417138"/>
                </a:lnTo>
                <a:lnTo>
                  <a:pt x="2261251" y="424288"/>
                </a:lnTo>
                <a:lnTo>
                  <a:pt x="2254867" y="418606"/>
                </a:lnTo>
                <a:lnTo>
                  <a:pt x="2247206" y="411583"/>
                </a:lnTo>
                <a:lnTo>
                  <a:pt x="2232459" y="405199"/>
                </a:lnTo>
                <a:lnTo>
                  <a:pt x="2232970" y="412349"/>
                </a:lnTo>
                <a:lnTo>
                  <a:pt x="2225819" y="405965"/>
                </a:lnTo>
                <a:lnTo>
                  <a:pt x="2210753" y="395049"/>
                </a:lnTo>
                <a:lnTo>
                  <a:pt x="2190324" y="396517"/>
                </a:lnTo>
                <a:lnTo>
                  <a:pt x="2167405" y="383749"/>
                </a:lnTo>
                <a:lnTo>
                  <a:pt x="2147359" y="377365"/>
                </a:lnTo>
                <a:lnTo>
                  <a:pt x="2132739" y="385983"/>
                </a:lnTo>
                <a:lnTo>
                  <a:pt x="2084156" y="389367"/>
                </a:lnTo>
                <a:lnTo>
                  <a:pt x="2077772" y="389814"/>
                </a:lnTo>
                <a:lnTo>
                  <a:pt x="2068770" y="382919"/>
                </a:lnTo>
                <a:lnTo>
                  <a:pt x="2055428" y="391601"/>
                </a:lnTo>
                <a:lnTo>
                  <a:pt x="2054853" y="384132"/>
                </a:lnTo>
                <a:lnTo>
                  <a:pt x="2048469" y="377748"/>
                </a:lnTo>
                <a:lnTo>
                  <a:pt x="2042085" y="384962"/>
                </a:lnTo>
                <a:lnTo>
                  <a:pt x="2033530" y="371683"/>
                </a:lnTo>
                <a:lnTo>
                  <a:pt x="2026827" y="372130"/>
                </a:lnTo>
                <a:lnTo>
                  <a:pt x="2018272" y="358468"/>
                </a:lnTo>
                <a:lnTo>
                  <a:pt x="2012526" y="358915"/>
                </a:lnTo>
                <a:lnTo>
                  <a:pt x="2006142" y="373598"/>
                </a:lnTo>
                <a:lnTo>
                  <a:pt x="1998992" y="374364"/>
                </a:lnTo>
                <a:lnTo>
                  <a:pt x="1990820" y="360638"/>
                </a:lnTo>
                <a:lnTo>
                  <a:pt x="1984436" y="361085"/>
                </a:lnTo>
                <a:lnTo>
                  <a:pt x="1985905" y="382408"/>
                </a:lnTo>
                <a:lnTo>
                  <a:pt x="1971540" y="383429"/>
                </a:lnTo>
                <a:lnTo>
                  <a:pt x="1963943" y="377045"/>
                </a:lnTo>
                <a:lnTo>
                  <a:pt x="1952580" y="377811"/>
                </a:lnTo>
                <a:lnTo>
                  <a:pt x="1956218" y="356169"/>
                </a:lnTo>
                <a:lnTo>
                  <a:pt x="1954942" y="357191"/>
                </a:lnTo>
                <a:lnTo>
                  <a:pt x="1940705" y="358212"/>
                </a:lnTo>
                <a:lnTo>
                  <a:pt x="1933555" y="358723"/>
                </a:lnTo>
                <a:lnTo>
                  <a:pt x="1939939" y="351637"/>
                </a:lnTo>
                <a:lnTo>
                  <a:pt x="1938981" y="337400"/>
                </a:lnTo>
                <a:lnTo>
                  <a:pt x="1931384" y="331016"/>
                </a:lnTo>
                <a:lnTo>
                  <a:pt x="1938471" y="330505"/>
                </a:lnTo>
                <a:lnTo>
                  <a:pt x="1944855" y="322908"/>
                </a:lnTo>
                <a:lnTo>
                  <a:pt x="1944344" y="315822"/>
                </a:lnTo>
                <a:lnTo>
                  <a:pt x="1943961" y="308608"/>
                </a:lnTo>
                <a:lnTo>
                  <a:pt x="1936875" y="309118"/>
                </a:lnTo>
                <a:lnTo>
                  <a:pt x="1936364" y="302224"/>
                </a:lnTo>
                <a:lnTo>
                  <a:pt x="1922064" y="303245"/>
                </a:lnTo>
                <a:lnTo>
                  <a:pt x="1908785" y="311289"/>
                </a:lnTo>
                <a:lnTo>
                  <a:pt x="1907763" y="297116"/>
                </a:lnTo>
                <a:lnTo>
                  <a:pt x="1893463" y="298074"/>
                </a:lnTo>
                <a:lnTo>
                  <a:pt x="1885866" y="291690"/>
                </a:lnTo>
                <a:lnTo>
                  <a:pt x="1872650" y="306884"/>
                </a:lnTo>
                <a:lnTo>
                  <a:pt x="1873097" y="313970"/>
                </a:lnTo>
                <a:lnTo>
                  <a:pt x="1867032" y="321376"/>
                </a:lnTo>
                <a:lnTo>
                  <a:pt x="1858861" y="307650"/>
                </a:lnTo>
                <a:lnTo>
                  <a:pt x="1858542" y="300500"/>
                </a:lnTo>
                <a:lnTo>
                  <a:pt x="1864926" y="292903"/>
                </a:lnTo>
                <a:lnTo>
                  <a:pt x="1864479" y="286519"/>
                </a:lnTo>
                <a:lnTo>
                  <a:pt x="1863457" y="272282"/>
                </a:lnTo>
                <a:lnTo>
                  <a:pt x="1856307" y="272793"/>
                </a:lnTo>
                <a:lnTo>
                  <a:pt x="1842964" y="287987"/>
                </a:lnTo>
                <a:lnTo>
                  <a:pt x="1843475" y="294371"/>
                </a:lnTo>
                <a:lnTo>
                  <a:pt x="1829686" y="302479"/>
                </a:lnTo>
                <a:lnTo>
                  <a:pt x="1831218" y="323738"/>
                </a:lnTo>
                <a:lnTo>
                  <a:pt x="1831728" y="330888"/>
                </a:lnTo>
                <a:lnTo>
                  <a:pt x="1824067" y="324504"/>
                </a:lnTo>
                <a:lnTo>
                  <a:pt x="1823621" y="317418"/>
                </a:lnTo>
                <a:lnTo>
                  <a:pt x="1816470" y="311034"/>
                </a:lnTo>
                <a:lnTo>
                  <a:pt x="1815960" y="303947"/>
                </a:lnTo>
                <a:lnTo>
                  <a:pt x="1815449" y="296861"/>
                </a:lnTo>
                <a:lnTo>
                  <a:pt x="1815002" y="290477"/>
                </a:lnTo>
                <a:lnTo>
                  <a:pt x="1807852" y="290988"/>
                </a:lnTo>
                <a:lnTo>
                  <a:pt x="1814236" y="283391"/>
                </a:lnTo>
                <a:lnTo>
                  <a:pt x="1806575" y="277006"/>
                </a:lnTo>
                <a:lnTo>
                  <a:pt x="1786210" y="292711"/>
                </a:lnTo>
                <a:lnTo>
                  <a:pt x="1778613" y="286327"/>
                </a:lnTo>
                <a:lnTo>
                  <a:pt x="1772229" y="293924"/>
                </a:lnTo>
                <a:lnTo>
                  <a:pt x="1772675" y="300308"/>
                </a:lnTo>
                <a:lnTo>
                  <a:pt x="1787040" y="306693"/>
                </a:lnTo>
                <a:lnTo>
                  <a:pt x="1766547" y="315311"/>
                </a:lnTo>
                <a:lnTo>
                  <a:pt x="1758950" y="308927"/>
                </a:lnTo>
                <a:lnTo>
                  <a:pt x="1752565" y="316524"/>
                </a:lnTo>
                <a:lnTo>
                  <a:pt x="1753587" y="330761"/>
                </a:lnTo>
                <a:lnTo>
                  <a:pt x="1746437" y="331271"/>
                </a:lnTo>
                <a:lnTo>
                  <a:pt x="1754098" y="337655"/>
                </a:lnTo>
                <a:lnTo>
                  <a:pt x="1740819" y="352403"/>
                </a:lnTo>
                <a:lnTo>
                  <a:pt x="1732711" y="339188"/>
                </a:lnTo>
                <a:lnTo>
                  <a:pt x="1726327" y="346721"/>
                </a:lnTo>
                <a:lnTo>
                  <a:pt x="1726837" y="353105"/>
                </a:lnTo>
                <a:lnTo>
                  <a:pt x="1727348" y="360191"/>
                </a:lnTo>
                <a:lnTo>
                  <a:pt x="1720581" y="367788"/>
                </a:lnTo>
                <a:lnTo>
                  <a:pt x="1712984" y="361404"/>
                </a:lnTo>
                <a:lnTo>
                  <a:pt x="1705834" y="361851"/>
                </a:lnTo>
                <a:lnTo>
                  <a:pt x="1706345" y="369001"/>
                </a:lnTo>
                <a:lnTo>
                  <a:pt x="1698684" y="362617"/>
                </a:lnTo>
                <a:lnTo>
                  <a:pt x="1691597" y="363128"/>
                </a:lnTo>
                <a:lnTo>
                  <a:pt x="1685213" y="370725"/>
                </a:lnTo>
                <a:lnTo>
                  <a:pt x="1685660" y="377109"/>
                </a:lnTo>
                <a:lnTo>
                  <a:pt x="1678574" y="377620"/>
                </a:lnTo>
                <a:lnTo>
                  <a:pt x="1672190" y="385728"/>
                </a:lnTo>
                <a:lnTo>
                  <a:pt x="1673147" y="399390"/>
                </a:lnTo>
                <a:lnTo>
                  <a:pt x="1680744" y="405774"/>
                </a:lnTo>
                <a:lnTo>
                  <a:pt x="1681766" y="420393"/>
                </a:lnTo>
                <a:lnTo>
                  <a:pt x="1674105" y="413371"/>
                </a:lnTo>
                <a:lnTo>
                  <a:pt x="1666508" y="406987"/>
                </a:lnTo>
                <a:lnTo>
                  <a:pt x="1659357" y="407498"/>
                </a:lnTo>
                <a:lnTo>
                  <a:pt x="1654250" y="420968"/>
                </a:lnTo>
                <a:lnTo>
                  <a:pt x="1645695" y="406859"/>
                </a:lnTo>
                <a:lnTo>
                  <a:pt x="1639311" y="414456"/>
                </a:lnTo>
                <a:lnTo>
                  <a:pt x="1640333" y="428629"/>
                </a:lnTo>
                <a:lnTo>
                  <a:pt x="1648185" y="442674"/>
                </a:lnTo>
                <a:lnTo>
                  <a:pt x="1648632" y="449058"/>
                </a:lnTo>
                <a:lnTo>
                  <a:pt x="1641482" y="442674"/>
                </a:lnTo>
                <a:lnTo>
                  <a:pt x="1633374" y="429012"/>
                </a:lnTo>
                <a:lnTo>
                  <a:pt x="1634396" y="443185"/>
                </a:lnTo>
                <a:lnTo>
                  <a:pt x="1628012" y="457357"/>
                </a:lnTo>
                <a:lnTo>
                  <a:pt x="1620351" y="450973"/>
                </a:lnTo>
                <a:lnTo>
                  <a:pt x="1619457" y="437694"/>
                </a:lnTo>
                <a:lnTo>
                  <a:pt x="1612753" y="444908"/>
                </a:lnTo>
                <a:lnTo>
                  <a:pt x="1614286" y="465657"/>
                </a:lnTo>
                <a:lnTo>
                  <a:pt x="1607901" y="466104"/>
                </a:lnTo>
                <a:lnTo>
                  <a:pt x="1600241" y="466678"/>
                </a:lnTo>
                <a:lnTo>
                  <a:pt x="1593857" y="473828"/>
                </a:lnTo>
                <a:lnTo>
                  <a:pt x="1601007" y="480979"/>
                </a:lnTo>
                <a:lnTo>
                  <a:pt x="1594942" y="488512"/>
                </a:lnTo>
                <a:lnTo>
                  <a:pt x="1588175" y="495598"/>
                </a:lnTo>
                <a:lnTo>
                  <a:pt x="1588685" y="502748"/>
                </a:lnTo>
                <a:lnTo>
                  <a:pt x="1596346" y="509133"/>
                </a:lnTo>
                <a:lnTo>
                  <a:pt x="1589962" y="517177"/>
                </a:lnTo>
                <a:lnTo>
                  <a:pt x="1568639" y="518645"/>
                </a:lnTo>
                <a:lnTo>
                  <a:pt x="1568065" y="511175"/>
                </a:lnTo>
                <a:lnTo>
                  <a:pt x="1561681" y="519156"/>
                </a:lnTo>
                <a:lnTo>
                  <a:pt x="1562128" y="525540"/>
                </a:lnTo>
                <a:lnTo>
                  <a:pt x="1563149" y="539712"/>
                </a:lnTo>
                <a:lnTo>
                  <a:pt x="1563596" y="546097"/>
                </a:lnTo>
                <a:lnTo>
                  <a:pt x="1558042" y="560780"/>
                </a:lnTo>
                <a:lnTo>
                  <a:pt x="1557020" y="546607"/>
                </a:lnTo>
                <a:lnTo>
                  <a:pt x="1556063" y="533328"/>
                </a:lnTo>
                <a:lnTo>
                  <a:pt x="1555552" y="525795"/>
                </a:lnTo>
                <a:lnTo>
                  <a:pt x="1549168" y="533839"/>
                </a:lnTo>
                <a:lnTo>
                  <a:pt x="1542018" y="534350"/>
                </a:lnTo>
                <a:lnTo>
                  <a:pt x="1534867" y="534797"/>
                </a:lnTo>
                <a:lnTo>
                  <a:pt x="1528483" y="542011"/>
                </a:lnTo>
                <a:lnTo>
                  <a:pt x="1535634" y="541500"/>
                </a:lnTo>
                <a:lnTo>
                  <a:pt x="1543230" y="547565"/>
                </a:lnTo>
                <a:lnTo>
                  <a:pt x="1543741" y="555226"/>
                </a:lnTo>
                <a:lnTo>
                  <a:pt x="1536080" y="548076"/>
                </a:lnTo>
                <a:lnTo>
                  <a:pt x="1529696" y="556183"/>
                </a:lnTo>
                <a:lnTo>
                  <a:pt x="1522035" y="549097"/>
                </a:lnTo>
                <a:lnTo>
                  <a:pt x="1514885" y="549608"/>
                </a:lnTo>
                <a:lnTo>
                  <a:pt x="1515906" y="563781"/>
                </a:lnTo>
                <a:lnTo>
                  <a:pt x="1509522" y="571888"/>
                </a:lnTo>
                <a:lnTo>
                  <a:pt x="1529952" y="562759"/>
                </a:lnTo>
                <a:lnTo>
                  <a:pt x="1537613" y="569909"/>
                </a:lnTo>
                <a:lnTo>
                  <a:pt x="1538123" y="576293"/>
                </a:lnTo>
                <a:lnTo>
                  <a:pt x="1523823" y="577315"/>
                </a:lnTo>
                <a:lnTo>
                  <a:pt x="1516736" y="577762"/>
                </a:lnTo>
                <a:lnTo>
                  <a:pt x="1510352" y="585359"/>
                </a:lnTo>
                <a:lnTo>
                  <a:pt x="1510863" y="592445"/>
                </a:lnTo>
                <a:lnTo>
                  <a:pt x="1524717" y="591488"/>
                </a:lnTo>
                <a:lnTo>
                  <a:pt x="1525674" y="605277"/>
                </a:lnTo>
                <a:lnTo>
                  <a:pt x="1518588" y="605788"/>
                </a:lnTo>
                <a:lnTo>
                  <a:pt x="1512204" y="606235"/>
                </a:lnTo>
                <a:lnTo>
                  <a:pt x="1505820" y="613832"/>
                </a:lnTo>
                <a:lnTo>
                  <a:pt x="1499436" y="621429"/>
                </a:lnTo>
                <a:lnTo>
                  <a:pt x="1484688" y="615045"/>
                </a:lnTo>
                <a:lnTo>
                  <a:pt x="1478304" y="622642"/>
                </a:lnTo>
                <a:lnTo>
                  <a:pt x="1478815" y="629728"/>
                </a:lnTo>
                <a:lnTo>
                  <a:pt x="1479326" y="636112"/>
                </a:lnTo>
                <a:lnTo>
                  <a:pt x="1472942" y="636623"/>
                </a:lnTo>
                <a:lnTo>
                  <a:pt x="1466174" y="643710"/>
                </a:lnTo>
                <a:lnTo>
                  <a:pt x="1473963" y="650796"/>
                </a:lnTo>
                <a:lnTo>
                  <a:pt x="1467260" y="658393"/>
                </a:lnTo>
                <a:lnTo>
                  <a:pt x="1452959" y="659414"/>
                </a:lnTo>
                <a:lnTo>
                  <a:pt x="1460620" y="665799"/>
                </a:lnTo>
                <a:lnTo>
                  <a:pt x="1468217" y="672183"/>
                </a:lnTo>
                <a:lnTo>
                  <a:pt x="1474985" y="664522"/>
                </a:lnTo>
                <a:lnTo>
                  <a:pt x="1475942" y="678248"/>
                </a:lnTo>
                <a:lnTo>
                  <a:pt x="1461578" y="679269"/>
                </a:lnTo>
                <a:lnTo>
                  <a:pt x="1454428" y="679716"/>
                </a:lnTo>
                <a:lnTo>
                  <a:pt x="1454938" y="686802"/>
                </a:lnTo>
                <a:lnTo>
                  <a:pt x="1462535" y="693186"/>
                </a:lnTo>
                <a:lnTo>
                  <a:pt x="1456151" y="700783"/>
                </a:lnTo>
                <a:lnTo>
                  <a:pt x="1449001" y="701294"/>
                </a:lnTo>
                <a:lnTo>
                  <a:pt x="1442617" y="709338"/>
                </a:lnTo>
                <a:lnTo>
                  <a:pt x="1435914" y="716488"/>
                </a:lnTo>
                <a:lnTo>
                  <a:pt x="1443639" y="723511"/>
                </a:lnTo>
                <a:lnTo>
                  <a:pt x="1444022" y="729895"/>
                </a:lnTo>
                <a:lnTo>
                  <a:pt x="1437637" y="737492"/>
                </a:lnTo>
                <a:lnTo>
                  <a:pt x="1430487" y="731108"/>
                </a:lnTo>
                <a:lnTo>
                  <a:pt x="1430040" y="724724"/>
                </a:lnTo>
                <a:lnTo>
                  <a:pt x="1423337" y="738514"/>
                </a:lnTo>
                <a:lnTo>
                  <a:pt x="1423848" y="745664"/>
                </a:lnTo>
                <a:lnTo>
                  <a:pt x="1431509" y="745089"/>
                </a:lnTo>
                <a:lnTo>
                  <a:pt x="1432530" y="759262"/>
                </a:lnTo>
                <a:lnTo>
                  <a:pt x="1425380" y="766923"/>
                </a:lnTo>
                <a:lnTo>
                  <a:pt x="1418996" y="767370"/>
                </a:lnTo>
                <a:lnTo>
                  <a:pt x="1420017" y="781159"/>
                </a:lnTo>
                <a:lnTo>
                  <a:pt x="1413633" y="788757"/>
                </a:lnTo>
                <a:lnTo>
                  <a:pt x="1406483" y="789267"/>
                </a:lnTo>
                <a:lnTo>
                  <a:pt x="1406994" y="795970"/>
                </a:lnTo>
                <a:lnTo>
                  <a:pt x="1414144" y="795460"/>
                </a:lnTo>
                <a:lnTo>
                  <a:pt x="1414655" y="802993"/>
                </a:lnTo>
                <a:lnTo>
                  <a:pt x="1415165" y="810079"/>
                </a:lnTo>
                <a:lnTo>
                  <a:pt x="1405270" y="818187"/>
                </a:lnTo>
                <a:lnTo>
                  <a:pt x="1390970" y="812505"/>
                </a:lnTo>
                <a:lnTo>
                  <a:pt x="1390459" y="805419"/>
                </a:lnTo>
                <a:lnTo>
                  <a:pt x="1382798" y="798396"/>
                </a:lnTo>
                <a:lnTo>
                  <a:pt x="1376414" y="806377"/>
                </a:lnTo>
                <a:lnTo>
                  <a:pt x="1370030" y="813974"/>
                </a:lnTo>
                <a:lnTo>
                  <a:pt x="1362496" y="814548"/>
                </a:lnTo>
                <a:lnTo>
                  <a:pt x="1355793" y="814995"/>
                </a:lnTo>
                <a:lnTo>
                  <a:pt x="1356751" y="828785"/>
                </a:lnTo>
                <a:lnTo>
                  <a:pt x="1349601" y="835871"/>
                </a:lnTo>
                <a:lnTo>
                  <a:pt x="1344429" y="850491"/>
                </a:lnTo>
                <a:lnTo>
                  <a:pt x="1337279" y="851002"/>
                </a:lnTo>
                <a:lnTo>
                  <a:pt x="1330129" y="851512"/>
                </a:lnTo>
                <a:lnTo>
                  <a:pt x="1330704" y="859173"/>
                </a:lnTo>
                <a:lnTo>
                  <a:pt x="1331661" y="872388"/>
                </a:lnTo>
                <a:lnTo>
                  <a:pt x="1324064" y="866004"/>
                </a:lnTo>
                <a:lnTo>
                  <a:pt x="1317680" y="873154"/>
                </a:lnTo>
                <a:lnTo>
                  <a:pt x="1311296" y="881198"/>
                </a:lnTo>
                <a:lnTo>
                  <a:pt x="1303635" y="874176"/>
                </a:lnTo>
                <a:lnTo>
                  <a:pt x="1297570" y="882156"/>
                </a:lnTo>
                <a:lnTo>
                  <a:pt x="1289590" y="889562"/>
                </a:lnTo>
                <a:lnTo>
                  <a:pt x="1283206" y="890008"/>
                </a:lnTo>
                <a:lnTo>
                  <a:pt x="1284227" y="904245"/>
                </a:lnTo>
                <a:lnTo>
                  <a:pt x="1276630" y="897861"/>
                </a:lnTo>
                <a:lnTo>
                  <a:pt x="1269480" y="898372"/>
                </a:lnTo>
                <a:lnTo>
                  <a:pt x="1277141" y="904756"/>
                </a:lnTo>
                <a:lnTo>
                  <a:pt x="1277588" y="911906"/>
                </a:lnTo>
                <a:lnTo>
                  <a:pt x="1270501" y="912353"/>
                </a:lnTo>
                <a:lnTo>
                  <a:pt x="1262841" y="905969"/>
                </a:lnTo>
                <a:lnTo>
                  <a:pt x="1256456" y="913566"/>
                </a:lnTo>
                <a:lnTo>
                  <a:pt x="1249306" y="914076"/>
                </a:lnTo>
                <a:lnTo>
                  <a:pt x="1241773" y="914587"/>
                </a:lnTo>
                <a:lnTo>
                  <a:pt x="1235389" y="915034"/>
                </a:lnTo>
                <a:lnTo>
                  <a:pt x="1235900" y="922121"/>
                </a:lnTo>
                <a:lnTo>
                  <a:pt x="1243560" y="935336"/>
                </a:lnTo>
                <a:lnTo>
                  <a:pt x="1236857" y="935782"/>
                </a:lnTo>
                <a:lnTo>
                  <a:pt x="1229196" y="936357"/>
                </a:lnTo>
                <a:lnTo>
                  <a:pt x="1214449" y="929973"/>
                </a:lnTo>
                <a:lnTo>
                  <a:pt x="1208065" y="930356"/>
                </a:lnTo>
                <a:lnTo>
                  <a:pt x="1201681" y="937953"/>
                </a:lnTo>
                <a:lnTo>
                  <a:pt x="1209278" y="944656"/>
                </a:lnTo>
                <a:lnTo>
                  <a:pt x="1209789" y="951807"/>
                </a:lnTo>
                <a:lnTo>
                  <a:pt x="1202638" y="952254"/>
                </a:lnTo>
                <a:lnTo>
                  <a:pt x="1188210" y="953403"/>
                </a:lnTo>
                <a:lnTo>
                  <a:pt x="1181826" y="968150"/>
                </a:lnTo>
                <a:lnTo>
                  <a:pt x="1180805" y="953977"/>
                </a:lnTo>
                <a:lnTo>
                  <a:pt x="1174421" y="954424"/>
                </a:lnTo>
                <a:lnTo>
                  <a:pt x="1168036" y="962021"/>
                </a:lnTo>
                <a:lnTo>
                  <a:pt x="1160950" y="955637"/>
                </a:lnTo>
                <a:lnTo>
                  <a:pt x="1153289" y="956148"/>
                </a:lnTo>
                <a:lnTo>
                  <a:pt x="1146905" y="956658"/>
                </a:lnTo>
                <a:lnTo>
                  <a:pt x="1147416" y="963745"/>
                </a:lnTo>
                <a:lnTo>
                  <a:pt x="1147927" y="970831"/>
                </a:lnTo>
                <a:lnTo>
                  <a:pt x="1155013" y="977215"/>
                </a:lnTo>
                <a:lnTo>
                  <a:pt x="1162674" y="976641"/>
                </a:lnTo>
                <a:lnTo>
                  <a:pt x="1163185" y="983727"/>
                </a:lnTo>
                <a:lnTo>
                  <a:pt x="1155524" y="984302"/>
                </a:lnTo>
                <a:lnTo>
                  <a:pt x="1149140" y="991835"/>
                </a:lnTo>
                <a:lnTo>
                  <a:pt x="1134392" y="992920"/>
                </a:lnTo>
                <a:lnTo>
                  <a:pt x="1134839" y="999304"/>
                </a:lnTo>
                <a:lnTo>
                  <a:pt x="1143075" y="1006327"/>
                </a:lnTo>
                <a:lnTo>
                  <a:pt x="1143522" y="1012711"/>
                </a:lnTo>
                <a:lnTo>
                  <a:pt x="1128774" y="1007029"/>
                </a:lnTo>
                <a:lnTo>
                  <a:pt x="1129285" y="1013413"/>
                </a:lnTo>
                <a:lnTo>
                  <a:pt x="1129796" y="1020500"/>
                </a:lnTo>
                <a:lnTo>
                  <a:pt x="1137329" y="1033715"/>
                </a:lnTo>
                <a:lnTo>
                  <a:pt x="1152140" y="1032693"/>
                </a:lnTo>
                <a:lnTo>
                  <a:pt x="1152651" y="1040290"/>
                </a:lnTo>
                <a:lnTo>
                  <a:pt x="1145564" y="1040801"/>
                </a:lnTo>
                <a:lnTo>
                  <a:pt x="1130753" y="1034417"/>
                </a:lnTo>
                <a:lnTo>
                  <a:pt x="1131264" y="1042078"/>
                </a:lnTo>
                <a:lnTo>
                  <a:pt x="1131775" y="1048462"/>
                </a:lnTo>
                <a:lnTo>
                  <a:pt x="1138414" y="1061932"/>
                </a:lnTo>
                <a:lnTo>
                  <a:pt x="1146586" y="1068317"/>
                </a:lnTo>
                <a:lnTo>
                  <a:pt x="1139436" y="1075977"/>
                </a:lnTo>
                <a:lnTo>
                  <a:pt x="1132349" y="1069593"/>
                </a:lnTo>
                <a:lnTo>
                  <a:pt x="1125965" y="1077190"/>
                </a:lnTo>
                <a:lnTo>
                  <a:pt x="1126476" y="1084277"/>
                </a:lnTo>
                <a:lnTo>
                  <a:pt x="1140712" y="1090661"/>
                </a:lnTo>
                <a:lnTo>
                  <a:pt x="1134328" y="1091108"/>
                </a:lnTo>
                <a:lnTo>
                  <a:pt x="1127242" y="1091619"/>
                </a:lnTo>
                <a:lnTo>
                  <a:pt x="1127753" y="1098705"/>
                </a:lnTo>
                <a:lnTo>
                  <a:pt x="1135350" y="1105089"/>
                </a:lnTo>
                <a:lnTo>
                  <a:pt x="1142436" y="1111473"/>
                </a:lnTo>
                <a:lnTo>
                  <a:pt x="1157247" y="1110452"/>
                </a:lnTo>
                <a:lnTo>
                  <a:pt x="1170973" y="1102727"/>
                </a:lnTo>
                <a:lnTo>
                  <a:pt x="1157694" y="1117538"/>
                </a:lnTo>
                <a:lnTo>
                  <a:pt x="1151310" y="1124624"/>
                </a:lnTo>
                <a:lnTo>
                  <a:pt x="1143522" y="1132541"/>
                </a:lnTo>
                <a:lnTo>
                  <a:pt x="1159290" y="1145756"/>
                </a:lnTo>
                <a:lnTo>
                  <a:pt x="1152140" y="1146267"/>
                </a:lnTo>
                <a:lnTo>
                  <a:pt x="1144479" y="1146777"/>
                </a:lnTo>
                <a:lnTo>
                  <a:pt x="1138095" y="1153800"/>
                </a:lnTo>
                <a:lnTo>
                  <a:pt x="1130498" y="1147735"/>
                </a:lnTo>
                <a:lnTo>
                  <a:pt x="1123795" y="1148182"/>
                </a:lnTo>
                <a:lnTo>
                  <a:pt x="1117411" y="1161971"/>
                </a:lnTo>
                <a:lnTo>
                  <a:pt x="1117921" y="1169505"/>
                </a:lnTo>
                <a:lnTo>
                  <a:pt x="1112239" y="1183741"/>
                </a:lnTo>
                <a:lnTo>
                  <a:pt x="1119453" y="1190828"/>
                </a:lnTo>
                <a:lnTo>
                  <a:pt x="1132222" y="1168483"/>
                </a:lnTo>
                <a:lnTo>
                  <a:pt x="1146011" y="1167526"/>
                </a:lnTo>
                <a:lnTo>
                  <a:pt x="1146458" y="1174229"/>
                </a:lnTo>
                <a:lnTo>
                  <a:pt x="1147480" y="1188849"/>
                </a:lnTo>
                <a:lnTo>
                  <a:pt x="1141096" y="1189295"/>
                </a:lnTo>
                <a:lnTo>
                  <a:pt x="1142053" y="1203085"/>
                </a:lnTo>
                <a:lnTo>
                  <a:pt x="1135669" y="1210171"/>
                </a:lnTo>
                <a:lnTo>
                  <a:pt x="1135158" y="1203787"/>
                </a:lnTo>
                <a:lnTo>
                  <a:pt x="1128774" y="1210810"/>
                </a:lnTo>
                <a:lnTo>
                  <a:pt x="1129285" y="1217896"/>
                </a:lnTo>
                <a:lnTo>
                  <a:pt x="1130243" y="1232133"/>
                </a:lnTo>
                <a:lnTo>
                  <a:pt x="1130753" y="1239283"/>
                </a:lnTo>
                <a:lnTo>
                  <a:pt x="1145564" y="1252051"/>
                </a:lnTo>
                <a:lnTo>
                  <a:pt x="1167462" y="1257669"/>
                </a:lnTo>
                <a:lnTo>
                  <a:pt x="1153672" y="1272480"/>
                </a:lnTo>
                <a:lnTo>
                  <a:pt x="1168994" y="1278864"/>
                </a:lnTo>
                <a:lnTo>
                  <a:pt x="1175059" y="1270948"/>
                </a:lnTo>
                <a:lnTo>
                  <a:pt x="1176081" y="1285121"/>
                </a:lnTo>
                <a:lnTo>
                  <a:pt x="1197467" y="1283589"/>
                </a:lnTo>
                <a:lnTo>
                  <a:pt x="1211704" y="1282631"/>
                </a:lnTo>
                <a:lnTo>
                  <a:pt x="1225493" y="1274906"/>
                </a:lnTo>
                <a:lnTo>
                  <a:pt x="1225940" y="1281290"/>
                </a:lnTo>
                <a:lnTo>
                  <a:pt x="1238709" y="1273693"/>
                </a:lnTo>
                <a:lnTo>
                  <a:pt x="1245859" y="1265649"/>
                </a:lnTo>
                <a:lnTo>
                  <a:pt x="1251477" y="1251349"/>
                </a:lnTo>
                <a:lnTo>
                  <a:pt x="1258435" y="1243879"/>
                </a:lnTo>
                <a:lnTo>
                  <a:pt x="1279312" y="1235261"/>
                </a:lnTo>
                <a:lnTo>
                  <a:pt x="1278801" y="1228877"/>
                </a:lnTo>
                <a:lnTo>
                  <a:pt x="1285185" y="1221216"/>
                </a:lnTo>
                <a:lnTo>
                  <a:pt x="1299422" y="1220194"/>
                </a:lnTo>
                <a:lnTo>
                  <a:pt x="1299932" y="1227408"/>
                </a:lnTo>
                <a:lnTo>
                  <a:pt x="1307529" y="1233793"/>
                </a:lnTo>
                <a:lnTo>
                  <a:pt x="1321319" y="1226195"/>
                </a:lnTo>
                <a:lnTo>
                  <a:pt x="1320297" y="1211895"/>
                </a:lnTo>
                <a:lnTo>
                  <a:pt x="1333066" y="1196765"/>
                </a:lnTo>
                <a:lnTo>
                  <a:pt x="1332044" y="1182528"/>
                </a:lnTo>
                <a:lnTo>
                  <a:pt x="1324511" y="1176910"/>
                </a:lnTo>
                <a:lnTo>
                  <a:pt x="1337726" y="1161269"/>
                </a:lnTo>
                <a:lnTo>
                  <a:pt x="1344110" y="1154119"/>
                </a:lnTo>
                <a:lnTo>
                  <a:pt x="1350494" y="1146075"/>
                </a:lnTo>
                <a:lnTo>
                  <a:pt x="1357645" y="1145564"/>
                </a:lnTo>
                <a:lnTo>
                  <a:pt x="1358666" y="1159801"/>
                </a:lnTo>
                <a:lnTo>
                  <a:pt x="1352282" y="1167398"/>
                </a:lnTo>
                <a:lnTo>
                  <a:pt x="1345132" y="1167909"/>
                </a:lnTo>
                <a:lnTo>
                  <a:pt x="1346153" y="1181571"/>
                </a:lnTo>
                <a:lnTo>
                  <a:pt x="1353240" y="1181060"/>
                </a:lnTo>
                <a:lnTo>
                  <a:pt x="1374690" y="1193828"/>
                </a:lnTo>
                <a:lnTo>
                  <a:pt x="1362943" y="1208895"/>
                </a:lnTo>
                <a:lnTo>
                  <a:pt x="1365242" y="1208895"/>
                </a:lnTo>
                <a:lnTo>
                  <a:pt x="1362433" y="1208895"/>
                </a:lnTo>
                <a:lnTo>
                  <a:pt x="1363390" y="1223195"/>
                </a:lnTo>
                <a:lnTo>
                  <a:pt x="1363901" y="1229579"/>
                </a:lnTo>
                <a:lnTo>
                  <a:pt x="1364922" y="1243752"/>
                </a:lnTo>
                <a:lnTo>
                  <a:pt x="1365369" y="1250838"/>
                </a:lnTo>
                <a:lnTo>
                  <a:pt x="1365880" y="1257222"/>
                </a:lnTo>
                <a:lnTo>
                  <a:pt x="1366391" y="1264756"/>
                </a:lnTo>
                <a:lnTo>
                  <a:pt x="1366901" y="1271140"/>
                </a:lnTo>
                <a:lnTo>
                  <a:pt x="1373988" y="1270629"/>
                </a:lnTo>
                <a:lnTo>
                  <a:pt x="1375009" y="1284865"/>
                </a:lnTo>
                <a:lnTo>
                  <a:pt x="1380691" y="1277332"/>
                </a:lnTo>
                <a:lnTo>
                  <a:pt x="1388863" y="1283716"/>
                </a:lnTo>
                <a:lnTo>
                  <a:pt x="1382479" y="1298400"/>
                </a:lnTo>
                <a:lnTo>
                  <a:pt x="1382926" y="1304784"/>
                </a:lnTo>
                <a:lnTo>
                  <a:pt x="1383436" y="1311870"/>
                </a:lnTo>
                <a:lnTo>
                  <a:pt x="1383883" y="1318574"/>
                </a:lnTo>
                <a:lnTo>
                  <a:pt x="1384969" y="1333193"/>
                </a:lnTo>
                <a:lnTo>
                  <a:pt x="1385415" y="1339896"/>
                </a:lnTo>
                <a:lnTo>
                  <a:pt x="1393587" y="1346281"/>
                </a:lnTo>
                <a:lnTo>
                  <a:pt x="1386437" y="1353942"/>
                </a:lnTo>
                <a:lnTo>
                  <a:pt x="1387395" y="1367731"/>
                </a:lnTo>
                <a:lnTo>
                  <a:pt x="1395566" y="1374115"/>
                </a:lnTo>
                <a:lnTo>
                  <a:pt x="1402269" y="1373605"/>
                </a:lnTo>
                <a:lnTo>
                  <a:pt x="1403802" y="1394927"/>
                </a:lnTo>
                <a:lnTo>
                  <a:pt x="1418932" y="1400482"/>
                </a:lnTo>
                <a:lnTo>
                  <a:pt x="1419443" y="1407568"/>
                </a:lnTo>
                <a:lnTo>
                  <a:pt x="1419953" y="1414654"/>
                </a:lnTo>
                <a:lnTo>
                  <a:pt x="1412803" y="1415165"/>
                </a:lnTo>
                <a:lnTo>
                  <a:pt x="1413314" y="1422251"/>
                </a:lnTo>
                <a:lnTo>
                  <a:pt x="1406228" y="1429466"/>
                </a:lnTo>
                <a:lnTo>
                  <a:pt x="1406738" y="1436552"/>
                </a:lnTo>
                <a:lnTo>
                  <a:pt x="1407249" y="1443638"/>
                </a:lnTo>
                <a:lnTo>
                  <a:pt x="1415229" y="1450022"/>
                </a:lnTo>
                <a:lnTo>
                  <a:pt x="1415804" y="1457619"/>
                </a:lnTo>
                <a:lnTo>
                  <a:pt x="1423401" y="1464004"/>
                </a:lnTo>
                <a:lnTo>
                  <a:pt x="1423912" y="1471154"/>
                </a:lnTo>
                <a:lnTo>
                  <a:pt x="1424869" y="1485326"/>
                </a:lnTo>
                <a:lnTo>
                  <a:pt x="1418485" y="1492924"/>
                </a:lnTo>
                <a:lnTo>
                  <a:pt x="1426082" y="1499308"/>
                </a:lnTo>
                <a:lnTo>
                  <a:pt x="1432466" y="1492094"/>
                </a:lnTo>
                <a:lnTo>
                  <a:pt x="1440063" y="1498478"/>
                </a:lnTo>
                <a:lnTo>
                  <a:pt x="1460556" y="1490306"/>
                </a:lnTo>
                <a:lnTo>
                  <a:pt x="1468153" y="1496690"/>
                </a:lnTo>
                <a:lnTo>
                  <a:pt x="1474538" y="1496243"/>
                </a:lnTo>
                <a:lnTo>
                  <a:pt x="1482198" y="1495669"/>
                </a:lnTo>
                <a:lnTo>
                  <a:pt x="1481752" y="1489285"/>
                </a:lnTo>
                <a:lnTo>
                  <a:pt x="1480730" y="1475048"/>
                </a:lnTo>
                <a:lnTo>
                  <a:pt x="1479709" y="1460875"/>
                </a:lnTo>
                <a:lnTo>
                  <a:pt x="1486093" y="1453853"/>
                </a:lnTo>
                <a:lnTo>
                  <a:pt x="1493243" y="1453342"/>
                </a:lnTo>
                <a:lnTo>
                  <a:pt x="1500393" y="1452831"/>
                </a:lnTo>
                <a:lnTo>
                  <a:pt x="1506777" y="1444724"/>
                </a:lnTo>
                <a:lnTo>
                  <a:pt x="1499627" y="1445234"/>
                </a:lnTo>
                <a:lnTo>
                  <a:pt x="1506011" y="1438148"/>
                </a:lnTo>
                <a:lnTo>
                  <a:pt x="1519801" y="1430040"/>
                </a:lnTo>
                <a:lnTo>
                  <a:pt x="1534165" y="1436424"/>
                </a:lnTo>
                <a:lnTo>
                  <a:pt x="1534612" y="1442808"/>
                </a:lnTo>
                <a:lnTo>
                  <a:pt x="1541698" y="1442298"/>
                </a:lnTo>
                <a:lnTo>
                  <a:pt x="1555999" y="1441276"/>
                </a:lnTo>
                <a:lnTo>
                  <a:pt x="1563085" y="1440765"/>
                </a:lnTo>
                <a:lnTo>
                  <a:pt x="1562128" y="1427103"/>
                </a:lnTo>
                <a:lnTo>
                  <a:pt x="1561617" y="1420017"/>
                </a:lnTo>
                <a:lnTo>
                  <a:pt x="1574002" y="1398183"/>
                </a:lnTo>
                <a:lnTo>
                  <a:pt x="1572980" y="1384521"/>
                </a:lnTo>
                <a:lnTo>
                  <a:pt x="1579365" y="1376924"/>
                </a:lnTo>
                <a:lnTo>
                  <a:pt x="1585749" y="1368753"/>
                </a:lnTo>
                <a:lnTo>
                  <a:pt x="1585302" y="1362369"/>
                </a:lnTo>
                <a:lnTo>
                  <a:pt x="1578215" y="1362815"/>
                </a:lnTo>
                <a:lnTo>
                  <a:pt x="1584280" y="1348004"/>
                </a:lnTo>
                <a:lnTo>
                  <a:pt x="1590984" y="1340982"/>
                </a:lnTo>
                <a:lnTo>
                  <a:pt x="1583323" y="1334598"/>
                </a:lnTo>
                <a:lnTo>
                  <a:pt x="1582812" y="1327511"/>
                </a:lnTo>
                <a:lnTo>
                  <a:pt x="1582365" y="1320808"/>
                </a:lnTo>
                <a:lnTo>
                  <a:pt x="1588749" y="1312828"/>
                </a:lnTo>
                <a:lnTo>
                  <a:pt x="1588239" y="1305742"/>
                </a:lnTo>
                <a:lnTo>
                  <a:pt x="1594623" y="1291441"/>
                </a:lnTo>
                <a:lnTo>
                  <a:pt x="1594176" y="1285057"/>
                </a:lnTo>
                <a:lnTo>
                  <a:pt x="1593665" y="1277460"/>
                </a:lnTo>
                <a:lnTo>
                  <a:pt x="1585557" y="1264245"/>
                </a:lnTo>
                <a:lnTo>
                  <a:pt x="1599283" y="1256137"/>
                </a:lnTo>
                <a:lnTo>
                  <a:pt x="1577449" y="1250966"/>
                </a:lnTo>
                <a:lnTo>
                  <a:pt x="1583833" y="1242986"/>
                </a:lnTo>
                <a:lnTo>
                  <a:pt x="1598645" y="1249370"/>
                </a:lnTo>
                <a:lnTo>
                  <a:pt x="1605731" y="1248859"/>
                </a:lnTo>
                <a:lnTo>
                  <a:pt x="1618499" y="1233665"/>
                </a:lnTo>
                <a:lnTo>
                  <a:pt x="1617988" y="1226579"/>
                </a:lnTo>
                <a:lnTo>
                  <a:pt x="1617478" y="1219492"/>
                </a:lnTo>
                <a:lnTo>
                  <a:pt x="1624628" y="1218982"/>
                </a:lnTo>
                <a:lnTo>
                  <a:pt x="1631714" y="1218471"/>
                </a:lnTo>
                <a:lnTo>
                  <a:pt x="1639375" y="1224855"/>
                </a:lnTo>
                <a:lnTo>
                  <a:pt x="1645759" y="1210108"/>
                </a:lnTo>
                <a:lnTo>
                  <a:pt x="1652144" y="1203085"/>
                </a:lnTo>
                <a:lnTo>
                  <a:pt x="1665933" y="1194850"/>
                </a:lnTo>
                <a:lnTo>
                  <a:pt x="1651186" y="1188465"/>
                </a:lnTo>
                <a:lnTo>
                  <a:pt x="1650675" y="1181379"/>
                </a:lnTo>
                <a:lnTo>
                  <a:pt x="1657761" y="1173718"/>
                </a:lnTo>
                <a:lnTo>
                  <a:pt x="1664145" y="1173271"/>
                </a:lnTo>
                <a:lnTo>
                  <a:pt x="1676914" y="1151884"/>
                </a:lnTo>
                <a:lnTo>
                  <a:pt x="1669253" y="1144926"/>
                </a:lnTo>
                <a:lnTo>
                  <a:pt x="1668231" y="1131136"/>
                </a:lnTo>
                <a:lnTo>
                  <a:pt x="1655591" y="1138542"/>
                </a:lnTo>
                <a:lnTo>
                  <a:pt x="1655080" y="1132158"/>
                </a:lnTo>
                <a:lnTo>
                  <a:pt x="1654569" y="1124624"/>
                </a:lnTo>
                <a:lnTo>
                  <a:pt x="1646462" y="1118240"/>
                </a:lnTo>
                <a:lnTo>
                  <a:pt x="1639375" y="1111856"/>
                </a:lnTo>
                <a:lnTo>
                  <a:pt x="1638864" y="1104770"/>
                </a:lnTo>
                <a:lnTo>
                  <a:pt x="1638354" y="1097683"/>
                </a:lnTo>
                <a:lnTo>
                  <a:pt x="1624500" y="1105791"/>
                </a:lnTo>
                <a:lnTo>
                  <a:pt x="1616903" y="1099407"/>
                </a:lnTo>
                <a:lnTo>
                  <a:pt x="1609178" y="1092321"/>
                </a:lnTo>
                <a:lnTo>
                  <a:pt x="1608221" y="1078659"/>
                </a:lnTo>
                <a:lnTo>
                  <a:pt x="1600624" y="1072275"/>
                </a:lnTo>
                <a:lnTo>
                  <a:pt x="1600113" y="1065188"/>
                </a:lnTo>
                <a:lnTo>
                  <a:pt x="1593027" y="1058804"/>
                </a:lnTo>
                <a:lnTo>
                  <a:pt x="1599411" y="1058357"/>
                </a:lnTo>
                <a:lnTo>
                  <a:pt x="1605795" y="1050760"/>
                </a:lnTo>
                <a:lnTo>
                  <a:pt x="1604773" y="1036524"/>
                </a:lnTo>
                <a:lnTo>
                  <a:pt x="1604263" y="1029437"/>
                </a:lnTo>
                <a:lnTo>
                  <a:pt x="1603305" y="1015648"/>
                </a:lnTo>
                <a:lnTo>
                  <a:pt x="1610455" y="1015137"/>
                </a:lnTo>
                <a:lnTo>
                  <a:pt x="1602858" y="1009072"/>
                </a:lnTo>
                <a:lnTo>
                  <a:pt x="1609242" y="1000964"/>
                </a:lnTo>
                <a:lnTo>
                  <a:pt x="1608285" y="987302"/>
                </a:lnTo>
                <a:lnTo>
                  <a:pt x="1614669" y="979705"/>
                </a:lnTo>
                <a:lnTo>
                  <a:pt x="1613711" y="965532"/>
                </a:lnTo>
                <a:lnTo>
                  <a:pt x="1592324" y="967001"/>
                </a:lnTo>
                <a:lnTo>
                  <a:pt x="1591303" y="953211"/>
                </a:lnTo>
                <a:lnTo>
                  <a:pt x="1597687" y="945614"/>
                </a:lnTo>
                <a:lnTo>
                  <a:pt x="1612434" y="951998"/>
                </a:lnTo>
                <a:lnTo>
                  <a:pt x="1618818" y="944401"/>
                </a:lnTo>
                <a:lnTo>
                  <a:pt x="1626096" y="943890"/>
                </a:lnTo>
                <a:lnTo>
                  <a:pt x="1632480" y="936804"/>
                </a:lnTo>
                <a:lnTo>
                  <a:pt x="1640077" y="936293"/>
                </a:lnTo>
                <a:lnTo>
                  <a:pt x="1654250" y="927866"/>
                </a:lnTo>
                <a:lnTo>
                  <a:pt x="1646589" y="921482"/>
                </a:lnTo>
                <a:lnTo>
                  <a:pt x="1659804" y="906160"/>
                </a:lnTo>
                <a:lnTo>
                  <a:pt x="1652207" y="899776"/>
                </a:lnTo>
                <a:lnTo>
                  <a:pt x="1666444" y="898818"/>
                </a:lnTo>
                <a:lnTo>
                  <a:pt x="1672828" y="884646"/>
                </a:lnTo>
                <a:lnTo>
                  <a:pt x="1680042" y="891030"/>
                </a:lnTo>
                <a:lnTo>
                  <a:pt x="1693768" y="882922"/>
                </a:lnTo>
                <a:lnTo>
                  <a:pt x="1686554" y="876538"/>
                </a:lnTo>
                <a:lnTo>
                  <a:pt x="1692938" y="868941"/>
                </a:lnTo>
                <a:lnTo>
                  <a:pt x="1700088" y="868430"/>
                </a:lnTo>
                <a:lnTo>
                  <a:pt x="1713814" y="860322"/>
                </a:lnTo>
                <a:lnTo>
                  <a:pt x="1712793" y="846150"/>
                </a:lnTo>
                <a:lnTo>
                  <a:pt x="1712346" y="839446"/>
                </a:lnTo>
                <a:lnTo>
                  <a:pt x="1711899" y="833062"/>
                </a:lnTo>
                <a:lnTo>
                  <a:pt x="1718283" y="818379"/>
                </a:lnTo>
                <a:lnTo>
                  <a:pt x="1724667" y="817932"/>
                </a:lnTo>
                <a:lnTo>
                  <a:pt x="1731051" y="803248"/>
                </a:lnTo>
                <a:lnTo>
                  <a:pt x="1737435" y="795587"/>
                </a:lnTo>
                <a:lnTo>
                  <a:pt x="1729838" y="789203"/>
                </a:lnTo>
                <a:lnTo>
                  <a:pt x="1729327" y="782117"/>
                </a:lnTo>
                <a:lnTo>
                  <a:pt x="1728306" y="767880"/>
                </a:lnTo>
                <a:lnTo>
                  <a:pt x="1727284" y="753708"/>
                </a:lnTo>
                <a:lnTo>
                  <a:pt x="1733669" y="746494"/>
                </a:lnTo>
                <a:lnTo>
                  <a:pt x="1733158" y="739407"/>
                </a:lnTo>
                <a:lnTo>
                  <a:pt x="1732711" y="732321"/>
                </a:lnTo>
                <a:lnTo>
                  <a:pt x="1739095" y="724724"/>
                </a:lnTo>
                <a:lnTo>
                  <a:pt x="1753459" y="723702"/>
                </a:lnTo>
                <a:lnTo>
                  <a:pt x="1752438" y="709530"/>
                </a:lnTo>
                <a:lnTo>
                  <a:pt x="1751480" y="695804"/>
                </a:lnTo>
                <a:lnTo>
                  <a:pt x="1751033" y="689420"/>
                </a:lnTo>
                <a:lnTo>
                  <a:pt x="1757417" y="688973"/>
                </a:lnTo>
                <a:lnTo>
                  <a:pt x="1765014" y="695357"/>
                </a:lnTo>
                <a:lnTo>
                  <a:pt x="1778293" y="680163"/>
                </a:lnTo>
                <a:lnTo>
                  <a:pt x="1785954" y="687185"/>
                </a:lnTo>
                <a:lnTo>
                  <a:pt x="1793041" y="686675"/>
                </a:lnTo>
                <a:lnTo>
                  <a:pt x="1800191" y="686228"/>
                </a:lnTo>
                <a:lnTo>
                  <a:pt x="1807341" y="692612"/>
                </a:lnTo>
                <a:lnTo>
                  <a:pt x="1813725" y="685462"/>
                </a:lnTo>
                <a:lnTo>
                  <a:pt x="1812640" y="670842"/>
                </a:lnTo>
                <a:lnTo>
                  <a:pt x="1805043" y="664458"/>
                </a:lnTo>
                <a:lnTo>
                  <a:pt x="1797510" y="651243"/>
                </a:lnTo>
                <a:lnTo>
                  <a:pt x="1796999" y="644156"/>
                </a:lnTo>
                <a:lnTo>
                  <a:pt x="1795977" y="629984"/>
                </a:lnTo>
                <a:lnTo>
                  <a:pt x="1794956" y="615747"/>
                </a:lnTo>
                <a:lnTo>
                  <a:pt x="1801340" y="608597"/>
                </a:lnTo>
                <a:lnTo>
                  <a:pt x="1794254" y="602213"/>
                </a:lnTo>
                <a:lnTo>
                  <a:pt x="1793743" y="595063"/>
                </a:lnTo>
                <a:lnTo>
                  <a:pt x="1786082" y="588679"/>
                </a:lnTo>
                <a:lnTo>
                  <a:pt x="1785571" y="581592"/>
                </a:lnTo>
                <a:lnTo>
                  <a:pt x="1785124" y="574889"/>
                </a:lnTo>
                <a:lnTo>
                  <a:pt x="1784614" y="567803"/>
                </a:lnTo>
                <a:lnTo>
                  <a:pt x="1785060" y="567803"/>
                </a:lnTo>
                <a:lnTo>
                  <a:pt x="1785571" y="574889"/>
                </a:lnTo>
                <a:lnTo>
                  <a:pt x="1786018" y="581273"/>
                </a:lnTo>
                <a:lnTo>
                  <a:pt x="1786529" y="588359"/>
                </a:lnTo>
                <a:lnTo>
                  <a:pt x="1794190" y="594743"/>
                </a:lnTo>
                <a:lnTo>
                  <a:pt x="1794701" y="601830"/>
                </a:lnTo>
                <a:lnTo>
                  <a:pt x="1801851" y="608214"/>
                </a:lnTo>
                <a:lnTo>
                  <a:pt x="1795467" y="615364"/>
                </a:lnTo>
                <a:lnTo>
                  <a:pt x="1796488" y="629537"/>
                </a:lnTo>
                <a:lnTo>
                  <a:pt x="1797446" y="643710"/>
                </a:lnTo>
                <a:lnTo>
                  <a:pt x="1797957" y="650860"/>
                </a:lnTo>
                <a:lnTo>
                  <a:pt x="1805617" y="664011"/>
                </a:lnTo>
                <a:lnTo>
                  <a:pt x="1813214" y="670395"/>
                </a:lnTo>
                <a:lnTo>
                  <a:pt x="1814300" y="685015"/>
                </a:lnTo>
                <a:lnTo>
                  <a:pt x="1821386" y="684504"/>
                </a:lnTo>
                <a:lnTo>
                  <a:pt x="1828983" y="690888"/>
                </a:lnTo>
                <a:lnTo>
                  <a:pt x="1843284" y="689867"/>
                </a:lnTo>
                <a:lnTo>
                  <a:pt x="1843794" y="697400"/>
                </a:lnTo>
                <a:lnTo>
                  <a:pt x="1850817" y="703082"/>
                </a:lnTo>
                <a:lnTo>
                  <a:pt x="1851328" y="710168"/>
                </a:lnTo>
                <a:lnTo>
                  <a:pt x="1851838" y="717318"/>
                </a:lnTo>
                <a:lnTo>
                  <a:pt x="1852860" y="731491"/>
                </a:lnTo>
                <a:lnTo>
                  <a:pt x="1853371" y="738577"/>
                </a:lnTo>
                <a:lnTo>
                  <a:pt x="1860968" y="744962"/>
                </a:lnTo>
                <a:lnTo>
                  <a:pt x="1861478" y="752048"/>
                </a:lnTo>
                <a:lnTo>
                  <a:pt x="1854328" y="752559"/>
                </a:lnTo>
                <a:lnTo>
                  <a:pt x="1847944" y="753005"/>
                </a:lnTo>
                <a:lnTo>
                  <a:pt x="1840794" y="753516"/>
                </a:lnTo>
                <a:lnTo>
                  <a:pt x="1841304" y="760603"/>
                </a:lnTo>
                <a:lnTo>
                  <a:pt x="1828536" y="782947"/>
                </a:lnTo>
                <a:lnTo>
                  <a:pt x="1829047" y="789331"/>
                </a:lnTo>
                <a:lnTo>
                  <a:pt x="1822663" y="803504"/>
                </a:lnTo>
                <a:lnTo>
                  <a:pt x="1816279" y="811612"/>
                </a:lnTo>
                <a:lnTo>
                  <a:pt x="1803511" y="826806"/>
                </a:lnTo>
                <a:lnTo>
                  <a:pt x="1804021" y="833190"/>
                </a:lnTo>
                <a:lnTo>
                  <a:pt x="1804468" y="839574"/>
                </a:lnTo>
                <a:lnTo>
                  <a:pt x="1790742" y="848065"/>
                </a:lnTo>
                <a:lnTo>
                  <a:pt x="1784358" y="855279"/>
                </a:lnTo>
                <a:lnTo>
                  <a:pt x="1777974" y="862876"/>
                </a:lnTo>
                <a:lnTo>
                  <a:pt x="1778485" y="869962"/>
                </a:lnTo>
                <a:lnTo>
                  <a:pt x="1779506" y="884135"/>
                </a:lnTo>
                <a:lnTo>
                  <a:pt x="1766227" y="891732"/>
                </a:lnTo>
                <a:lnTo>
                  <a:pt x="1758503" y="885348"/>
                </a:lnTo>
                <a:lnTo>
                  <a:pt x="1751416" y="885859"/>
                </a:lnTo>
                <a:lnTo>
                  <a:pt x="1752374" y="899521"/>
                </a:lnTo>
                <a:lnTo>
                  <a:pt x="1739159" y="914843"/>
                </a:lnTo>
                <a:lnTo>
                  <a:pt x="1740117" y="929015"/>
                </a:lnTo>
                <a:lnTo>
                  <a:pt x="1740627" y="935399"/>
                </a:lnTo>
                <a:lnTo>
                  <a:pt x="1748224" y="941783"/>
                </a:lnTo>
                <a:lnTo>
                  <a:pt x="1749246" y="955573"/>
                </a:lnTo>
                <a:lnTo>
                  <a:pt x="1742862" y="963553"/>
                </a:lnTo>
                <a:lnTo>
                  <a:pt x="1743372" y="970257"/>
                </a:lnTo>
                <a:lnTo>
                  <a:pt x="1758120" y="976322"/>
                </a:lnTo>
                <a:lnTo>
                  <a:pt x="1758566" y="982706"/>
                </a:lnTo>
                <a:lnTo>
                  <a:pt x="1759652" y="997453"/>
                </a:lnTo>
                <a:lnTo>
                  <a:pt x="1761056" y="1017818"/>
                </a:lnTo>
                <a:lnTo>
                  <a:pt x="1762078" y="1031991"/>
                </a:lnTo>
                <a:lnTo>
                  <a:pt x="1748352" y="1040099"/>
                </a:lnTo>
                <a:lnTo>
                  <a:pt x="1749310" y="1054272"/>
                </a:lnTo>
                <a:lnTo>
                  <a:pt x="1749820" y="1061422"/>
                </a:lnTo>
                <a:lnTo>
                  <a:pt x="1765525" y="1080574"/>
                </a:lnTo>
                <a:lnTo>
                  <a:pt x="1786465" y="1079106"/>
                </a:lnTo>
                <a:lnTo>
                  <a:pt x="1794190" y="1086192"/>
                </a:lnTo>
                <a:lnTo>
                  <a:pt x="1808426" y="1085171"/>
                </a:lnTo>
                <a:lnTo>
                  <a:pt x="1815513" y="1084660"/>
                </a:lnTo>
                <a:lnTo>
                  <a:pt x="1823684" y="1098386"/>
                </a:lnTo>
                <a:lnTo>
                  <a:pt x="1824642" y="1111665"/>
                </a:lnTo>
                <a:lnTo>
                  <a:pt x="1832303" y="1118623"/>
                </a:lnTo>
                <a:lnTo>
                  <a:pt x="1839453" y="1125007"/>
                </a:lnTo>
                <a:lnTo>
                  <a:pt x="1860840" y="1123475"/>
                </a:lnTo>
                <a:lnTo>
                  <a:pt x="1867990" y="1122964"/>
                </a:lnTo>
                <a:lnTo>
                  <a:pt x="1874374" y="1108281"/>
                </a:lnTo>
                <a:lnTo>
                  <a:pt x="1880758" y="1101131"/>
                </a:lnTo>
                <a:lnTo>
                  <a:pt x="1888866" y="1114857"/>
                </a:lnTo>
                <a:lnTo>
                  <a:pt x="1895250" y="1106813"/>
                </a:lnTo>
                <a:lnTo>
                  <a:pt x="1901954" y="1099663"/>
                </a:lnTo>
                <a:lnTo>
                  <a:pt x="1915807" y="1092065"/>
                </a:lnTo>
                <a:lnTo>
                  <a:pt x="1936172" y="1083511"/>
                </a:lnTo>
                <a:lnTo>
                  <a:pt x="1943323" y="1083000"/>
                </a:lnTo>
                <a:lnTo>
                  <a:pt x="1950409" y="1082489"/>
                </a:lnTo>
                <a:lnTo>
                  <a:pt x="1949898" y="1075403"/>
                </a:lnTo>
                <a:lnTo>
                  <a:pt x="1947919" y="1068317"/>
                </a:lnTo>
                <a:lnTo>
                  <a:pt x="1954303" y="1061230"/>
                </a:lnTo>
                <a:lnTo>
                  <a:pt x="1962475" y="1074956"/>
                </a:lnTo>
                <a:lnTo>
                  <a:pt x="1968859" y="1066848"/>
                </a:lnTo>
                <a:lnTo>
                  <a:pt x="1982649" y="1059315"/>
                </a:lnTo>
                <a:lnTo>
                  <a:pt x="1989033" y="1045015"/>
                </a:lnTo>
                <a:lnTo>
                  <a:pt x="1996694" y="1051399"/>
                </a:lnTo>
                <a:lnTo>
                  <a:pt x="2011313" y="1050313"/>
                </a:lnTo>
                <a:lnTo>
                  <a:pt x="2017697" y="1049930"/>
                </a:lnTo>
                <a:lnTo>
                  <a:pt x="2024082" y="1042716"/>
                </a:lnTo>
                <a:lnTo>
                  <a:pt x="2031104" y="1025862"/>
                </a:lnTo>
                <a:lnTo>
                  <a:pt x="2032189" y="1041184"/>
                </a:lnTo>
                <a:lnTo>
                  <a:pt x="2045979" y="1040226"/>
                </a:lnTo>
                <a:lnTo>
                  <a:pt x="2059705" y="1032119"/>
                </a:lnTo>
                <a:lnTo>
                  <a:pt x="2065451" y="1031736"/>
                </a:lnTo>
                <a:lnTo>
                  <a:pt x="2065961" y="1038822"/>
                </a:lnTo>
                <a:lnTo>
                  <a:pt x="2061173" y="1052995"/>
                </a:lnTo>
                <a:lnTo>
                  <a:pt x="2061684" y="1060081"/>
                </a:lnTo>
                <a:lnTo>
                  <a:pt x="2075027" y="1059187"/>
                </a:lnTo>
                <a:lnTo>
                  <a:pt x="2082305" y="1066721"/>
                </a:lnTo>
                <a:lnTo>
                  <a:pt x="2097435" y="1072275"/>
                </a:lnTo>
                <a:lnTo>
                  <a:pt x="2103117" y="1065252"/>
                </a:lnTo>
                <a:lnTo>
                  <a:pt x="2116970" y="1064295"/>
                </a:lnTo>
                <a:lnTo>
                  <a:pt x="2125461" y="1063720"/>
                </a:lnTo>
                <a:lnTo>
                  <a:pt x="2131845" y="1070104"/>
                </a:lnTo>
                <a:lnTo>
                  <a:pt x="2138996" y="1069593"/>
                </a:lnTo>
                <a:lnTo>
                  <a:pt x="2139953" y="1083383"/>
                </a:lnTo>
                <a:lnTo>
                  <a:pt x="2132803" y="1083894"/>
                </a:lnTo>
                <a:lnTo>
                  <a:pt x="2118183" y="1084915"/>
                </a:lnTo>
                <a:lnTo>
                  <a:pt x="2104330" y="1085873"/>
                </a:lnTo>
                <a:lnTo>
                  <a:pt x="2083454" y="1087341"/>
                </a:lnTo>
                <a:lnTo>
                  <a:pt x="2083964" y="1094428"/>
                </a:lnTo>
                <a:lnTo>
                  <a:pt x="2077261" y="1094938"/>
                </a:lnTo>
                <a:lnTo>
                  <a:pt x="2076750" y="1087788"/>
                </a:lnTo>
                <a:lnTo>
                  <a:pt x="2069728" y="1095449"/>
                </a:lnTo>
                <a:lnTo>
                  <a:pt x="2070175" y="1101833"/>
                </a:lnTo>
                <a:lnTo>
                  <a:pt x="2070686" y="1108919"/>
                </a:lnTo>
                <a:lnTo>
                  <a:pt x="2071196" y="1116006"/>
                </a:lnTo>
                <a:lnTo>
                  <a:pt x="2065451" y="1116453"/>
                </a:lnTo>
                <a:lnTo>
                  <a:pt x="2057279" y="1102727"/>
                </a:lnTo>
                <a:lnTo>
                  <a:pt x="2050895" y="1110324"/>
                </a:lnTo>
                <a:lnTo>
                  <a:pt x="2051405" y="1117410"/>
                </a:lnTo>
                <a:lnTo>
                  <a:pt x="2051916" y="1124561"/>
                </a:lnTo>
                <a:lnTo>
                  <a:pt x="2052874" y="1138286"/>
                </a:lnTo>
                <a:lnTo>
                  <a:pt x="2046490" y="1138733"/>
                </a:lnTo>
                <a:lnTo>
                  <a:pt x="2017953" y="1140776"/>
                </a:lnTo>
                <a:lnTo>
                  <a:pt x="2011569" y="1141223"/>
                </a:lnTo>
                <a:lnTo>
                  <a:pt x="2003908" y="1134839"/>
                </a:lnTo>
                <a:lnTo>
                  <a:pt x="1997524" y="1135286"/>
                </a:lnTo>
                <a:lnTo>
                  <a:pt x="1983798" y="1143394"/>
                </a:lnTo>
                <a:lnTo>
                  <a:pt x="1983287" y="1136307"/>
                </a:lnTo>
                <a:lnTo>
                  <a:pt x="1969051" y="1137329"/>
                </a:lnTo>
                <a:lnTo>
                  <a:pt x="1962666" y="1137712"/>
                </a:lnTo>
                <a:lnTo>
                  <a:pt x="1956282" y="1138223"/>
                </a:lnTo>
                <a:lnTo>
                  <a:pt x="1948685" y="1138733"/>
                </a:lnTo>
                <a:lnTo>
                  <a:pt x="1942301" y="1146330"/>
                </a:lnTo>
                <a:lnTo>
                  <a:pt x="1935917" y="1146777"/>
                </a:lnTo>
                <a:lnTo>
                  <a:pt x="1922255" y="1147799"/>
                </a:lnTo>
                <a:lnTo>
                  <a:pt x="1914594" y="1148309"/>
                </a:lnTo>
                <a:lnTo>
                  <a:pt x="1908210" y="1148756"/>
                </a:lnTo>
                <a:lnTo>
                  <a:pt x="1900549" y="1149331"/>
                </a:lnTo>
                <a:lnTo>
                  <a:pt x="1901060" y="1155715"/>
                </a:lnTo>
                <a:lnTo>
                  <a:pt x="1901570" y="1163312"/>
                </a:lnTo>
                <a:lnTo>
                  <a:pt x="1895186" y="1163759"/>
                </a:lnTo>
                <a:lnTo>
                  <a:pt x="1888100" y="1164270"/>
                </a:lnTo>
                <a:lnTo>
                  <a:pt x="1880950" y="1164780"/>
                </a:lnTo>
                <a:lnTo>
                  <a:pt x="1874566" y="1172378"/>
                </a:lnTo>
                <a:lnTo>
                  <a:pt x="1875076" y="1178762"/>
                </a:lnTo>
                <a:lnTo>
                  <a:pt x="1875523" y="1185848"/>
                </a:lnTo>
                <a:lnTo>
                  <a:pt x="1876034" y="1192934"/>
                </a:lnTo>
                <a:lnTo>
                  <a:pt x="1890335" y="1191913"/>
                </a:lnTo>
                <a:lnTo>
                  <a:pt x="1890718" y="1197659"/>
                </a:lnTo>
                <a:lnTo>
                  <a:pt x="1891228" y="1204745"/>
                </a:lnTo>
                <a:lnTo>
                  <a:pt x="1884078" y="1205256"/>
                </a:lnTo>
                <a:lnTo>
                  <a:pt x="1884589" y="1211640"/>
                </a:lnTo>
                <a:lnTo>
                  <a:pt x="1886121" y="1233473"/>
                </a:lnTo>
                <a:lnTo>
                  <a:pt x="1901315" y="1245731"/>
                </a:lnTo>
                <a:lnTo>
                  <a:pt x="1907699" y="1245284"/>
                </a:lnTo>
                <a:lnTo>
                  <a:pt x="1907252" y="1238900"/>
                </a:lnTo>
                <a:lnTo>
                  <a:pt x="1914403" y="1231239"/>
                </a:lnTo>
                <a:lnTo>
                  <a:pt x="1920787" y="1230792"/>
                </a:lnTo>
                <a:lnTo>
                  <a:pt x="1928958" y="1237176"/>
                </a:lnTo>
                <a:lnTo>
                  <a:pt x="1922574" y="1251477"/>
                </a:lnTo>
                <a:lnTo>
                  <a:pt x="1923596" y="1265139"/>
                </a:lnTo>
                <a:lnTo>
                  <a:pt x="1923915" y="1270310"/>
                </a:lnTo>
                <a:lnTo>
                  <a:pt x="1916509" y="1272736"/>
                </a:lnTo>
                <a:lnTo>
                  <a:pt x="1917020" y="1279886"/>
                </a:lnTo>
                <a:lnTo>
                  <a:pt x="1917531" y="1286972"/>
                </a:lnTo>
                <a:lnTo>
                  <a:pt x="1917978" y="1293356"/>
                </a:lnTo>
                <a:lnTo>
                  <a:pt x="1918999" y="1307018"/>
                </a:lnTo>
                <a:lnTo>
                  <a:pt x="1919510" y="1314105"/>
                </a:lnTo>
                <a:lnTo>
                  <a:pt x="1920468" y="1328277"/>
                </a:lnTo>
                <a:lnTo>
                  <a:pt x="1914083" y="1335875"/>
                </a:lnTo>
                <a:lnTo>
                  <a:pt x="1907699" y="1343025"/>
                </a:lnTo>
                <a:lnTo>
                  <a:pt x="1900549" y="1343535"/>
                </a:lnTo>
                <a:lnTo>
                  <a:pt x="1885355" y="1330767"/>
                </a:lnTo>
                <a:lnTo>
                  <a:pt x="1878141" y="1324383"/>
                </a:lnTo>
                <a:lnTo>
                  <a:pt x="1877119" y="1309700"/>
                </a:lnTo>
                <a:lnTo>
                  <a:pt x="1861925" y="1296931"/>
                </a:lnTo>
                <a:lnTo>
                  <a:pt x="1855541" y="1297442"/>
                </a:lnTo>
                <a:lnTo>
                  <a:pt x="1848391" y="1291058"/>
                </a:lnTo>
                <a:lnTo>
                  <a:pt x="1845773" y="1285376"/>
                </a:lnTo>
                <a:lnTo>
                  <a:pt x="1832048" y="1286334"/>
                </a:lnTo>
                <a:lnTo>
                  <a:pt x="1818258" y="1294442"/>
                </a:lnTo>
                <a:lnTo>
                  <a:pt x="1811108" y="1301656"/>
                </a:lnTo>
                <a:lnTo>
                  <a:pt x="1804724" y="1302166"/>
                </a:lnTo>
                <a:lnTo>
                  <a:pt x="1799553" y="1316275"/>
                </a:lnTo>
                <a:lnTo>
                  <a:pt x="1800574" y="1330959"/>
                </a:lnTo>
                <a:lnTo>
                  <a:pt x="1794190" y="1345131"/>
                </a:lnTo>
                <a:lnTo>
                  <a:pt x="1787423" y="1358538"/>
                </a:lnTo>
                <a:lnTo>
                  <a:pt x="1783273" y="1401184"/>
                </a:lnTo>
                <a:lnTo>
                  <a:pt x="1784741" y="1421932"/>
                </a:lnTo>
                <a:lnTo>
                  <a:pt x="1785252" y="1429082"/>
                </a:lnTo>
                <a:lnTo>
                  <a:pt x="1785763" y="1435467"/>
                </a:lnTo>
                <a:lnTo>
                  <a:pt x="1794381" y="1456279"/>
                </a:lnTo>
                <a:lnTo>
                  <a:pt x="1795914" y="1477602"/>
                </a:lnTo>
                <a:lnTo>
                  <a:pt x="1810661" y="1476516"/>
                </a:lnTo>
                <a:lnTo>
                  <a:pt x="1811108" y="1482900"/>
                </a:lnTo>
                <a:lnTo>
                  <a:pt x="1817811" y="1489285"/>
                </a:lnTo>
                <a:lnTo>
                  <a:pt x="1824195" y="1488838"/>
                </a:lnTo>
                <a:lnTo>
                  <a:pt x="1832367" y="1495222"/>
                </a:lnTo>
                <a:lnTo>
                  <a:pt x="1835878" y="1495222"/>
                </a:lnTo>
                <a:lnTo>
                  <a:pt x="1833516" y="1498222"/>
                </a:lnTo>
                <a:lnTo>
                  <a:pt x="1819662" y="1499180"/>
                </a:lnTo>
                <a:lnTo>
                  <a:pt x="1811171" y="1499754"/>
                </a:lnTo>
                <a:lnTo>
                  <a:pt x="1809320" y="1499754"/>
                </a:lnTo>
                <a:lnTo>
                  <a:pt x="1806894" y="1494264"/>
                </a:lnTo>
                <a:lnTo>
                  <a:pt x="1800510" y="1486539"/>
                </a:lnTo>
                <a:lnTo>
                  <a:pt x="1790168" y="1489285"/>
                </a:lnTo>
                <a:lnTo>
                  <a:pt x="1783081" y="1489732"/>
                </a:lnTo>
                <a:lnTo>
                  <a:pt x="1783528" y="1496116"/>
                </a:lnTo>
                <a:lnTo>
                  <a:pt x="1790679" y="1495669"/>
                </a:lnTo>
                <a:lnTo>
                  <a:pt x="1784294" y="1509905"/>
                </a:lnTo>
                <a:lnTo>
                  <a:pt x="1777910" y="1517502"/>
                </a:lnTo>
                <a:lnTo>
                  <a:pt x="1764185" y="1518524"/>
                </a:lnTo>
                <a:lnTo>
                  <a:pt x="1763674" y="1511374"/>
                </a:lnTo>
                <a:lnTo>
                  <a:pt x="1763163" y="1504989"/>
                </a:lnTo>
                <a:lnTo>
                  <a:pt x="1762716" y="1497839"/>
                </a:lnTo>
                <a:lnTo>
                  <a:pt x="1742287" y="1513161"/>
                </a:lnTo>
                <a:lnTo>
                  <a:pt x="1742798" y="1520248"/>
                </a:lnTo>
                <a:lnTo>
                  <a:pt x="1731115" y="1531037"/>
                </a:lnTo>
                <a:lnTo>
                  <a:pt x="1743883" y="1534420"/>
                </a:lnTo>
                <a:lnTo>
                  <a:pt x="1744394" y="1540804"/>
                </a:lnTo>
                <a:lnTo>
                  <a:pt x="1738010" y="1548976"/>
                </a:lnTo>
                <a:lnTo>
                  <a:pt x="1731306" y="1549423"/>
                </a:lnTo>
                <a:lnTo>
                  <a:pt x="1731817" y="1556509"/>
                </a:lnTo>
                <a:lnTo>
                  <a:pt x="1732264" y="1562893"/>
                </a:lnTo>
                <a:lnTo>
                  <a:pt x="1732775" y="1569980"/>
                </a:lnTo>
                <a:lnTo>
                  <a:pt x="1718474" y="1571001"/>
                </a:lnTo>
                <a:lnTo>
                  <a:pt x="1711388" y="1571512"/>
                </a:lnTo>
                <a:lnTo>
                  <a:pt x="1710877" y="1564425"/>
                </a:lnTo>
                <a:lnTo>
                  <a:pt x="1703727" y="1564936"/>
                </a:lnTo>
                <a:lnTo>
                  <a:pt x="1683298" y="1573491"/>
                </a:lnTo>
                <a:lnTo>
                  <a:pt x="1675254" y="1567107"/>
                </a:lnTo>
                <a:lnTo>
                  <a:pt x="1674807" y="1560723"/>
                </a:lnTo>
                <a:lnTo>
                  <a:pt x="1674296" y="1553636"/>
                </a:lnTo>
                <a:lnTo>
                  <a:pt x="1673722" y="1545975"/>
                </a:lnTo>
                <a:lnTo>
                  <a:pt x="1666571" y="1539591"/>
                </a:lnTo>
                <a:lnTo>
                  <a:pt x="1666061" y="1532505"/>
                </a:lnTo>
                <a:lnTo>
                  <a:pt x="1644674" y="1533973"/>
                </a:lnTo>
                <a:lnTo>
                  <a:pt x="1638290" y="1541570"/>
                </a:lnTo>
                <a:lnTo>
                  <a:pt x="1631204" y="1542081"/>
                </a:lnTo>
                <a:lnTo>
                  <a:pt x="1616967" y="1535697"/>
                </a:lnTo>
                <a:lnTo>
                  <a:pt x="1610583" y="1543294"/>
                </a:lnTo>
                <a:lnTo>
                  <a:pt x="1603433" y="1543805"/>
                </a:lnTo>
                <a:lnTo>
                  <a:pt x="1603879" y="1550189"/>
                </a:lnTo>
                <a:lnTo>
                  <a:pt x="1596793" y="1550700"/>
                </a:lnTo>
                <a:lnTo>
                  <a:pt x="1590409" y="1558807"/>
                </a:lnTo>
                <a:lnTo>
                  <a:pt x="1582748" y="1551721"/>
                </a:lnTo>
                <a:lnTo>
                  <a:pt x="1576683" y="1559765"/>
                </a:lnTo>
                <a:lnTo>
                  <a:pt x="1570299" y="1567362"/>
                </a:lnTo>
                <a:lnTo>
                  <a:pt x="1563915" y="1574449"/>
                </a:lnTo>
                <a:lnTo>
                  <a:pt x="1556765" y="1574959"/>
                </a:lnTo>
                <a:lnTo>
                  <a:pt x="1550381" y="1582556"/>
                </a:lnTo>
                <a:lnTo>
                  <a:pt x="1543294" y="1583067"/>
                </a:lnTo>
                <a:lnTo>
                  <a:pt x="1543805" y="1590153"/>
                </a:lnTo>
                <a:lnTo>
                  <a:pt x="1537102" y="1590664"/>
                </a:lnTo>
                <a:lnTo>
                  <a:pt x="1522801" y="1591622"/>
                </a:lnTo>
                <a:lnTo>
                  <a:pt x="1515715" y="1592132"/>
                </a:lnTo>
                <a:lnTo>
                  <a:pt x="1501925" y="1600240"/>
                </a:lnTo>
                <a:lnTo>
                  <a:pt x="1495860" y="1615052"/>
                </a:lnTo>
                <a:lnTo>
                  <a:pt x="1489476" y="1622074"/>
                </a:lnTo>
                <a:lnTo>
                  <a:pt x="1496499" y="1628458"/>
                </a:lnTo>
                <a:lnTo>
                  <a:pt x="1497073" y="1636055"/>
                </a:lnTo>
                <a:lnTo>
                  <a:pt x="1495094" y="1635289"/>
                </a:lnTo>
                <a:lnTo>
                  <a:pt x="1484624" y="1635991"/>
                </a:lnTo>
                <a:lnTo>
                  <a:pt x="1475495" y="1627309"/>
                </a:lnTo>
                <a:lnTo>
                  <a:pt x="1475495" y="1633374"/>
                </a:lnTo>
                <a:lnTo>
                  <a:pt x="1474346" y="1617477"/>
                </a:lnTo>
                <a:lnTo>
                  <a:pt x="1453023" y="1618946"/>
                </a:lnTo>
                <a:lnTo>
                  <a:pt x="1452002" y="1604645"/>
                </a:lnTo>
                <a:lnTo>
                  <a:pt x="1450980" y="1590473"/>
                </a:lnTo>
                <a:lnTo>
                  <a:pt x="1437127" y="1591430"/>
                </a:lnTo>
                <a:lnTo>
                  <a:pt x="1429593" y="1591941"/>
                </a:lnTo>
                <a:lnTo>
                  <a:pt x="1429083" y="1584855"/>
                </a:lnTo>
                <a:lnTo>
                  <a:pt x="1421932" y="1578471"/>
                </a:lnTo>
                <a:lnTo>
                  <a:pt x="1421422" y="1571384"/>
                </a:lnTo>
                <a:lnTo>
                  <a:pt x="1413889" y="1571959"/>
                </a:lnTo>
                <a:lnTo>
                  <a:pt x="1407504" y="1579492"/>
                </a:lnTo>
                <a:lnTo>
                  <a:pt x="1399971" y="1580003"/>
                </a:lnTo>
                <a:lnTo>
                  <a:pt x="1393268" y="1580514"/>
                </a:lnTo>
                <a:lnTo>
                  <a:pt x="1379478" y="1588111"/>
                </a:lnTo>
                <a:lnTo>
                  <a:pt x="1365752" y="1596218"/>
                </a:lnTo>
                <a:lnTo>
                  <a:pt x="1358602" y="1589834"/>
                </a:lnTo>
                <a:lnTo>
                  <a:pt x="1359113" y="1596921"/>
                </a:lnTo>
                <a:lnTo>
                  <a:pt x="1352027" y="1597431"/>
                </a:lnTo>
                <a:lnTo>
                  <a:pt x="1337726" y="1598389"/>
                </a:lnTo>
                <a:lnTo>
                  <a:pt x="1330640" y="1598900"/>
                </a:lnTo>
                <a:lnTo>
                  <a:pt x="1315765" y="1592835"/>
                </a:lnTo>
                <a:lnTo>
                  <a:pt x="1323426" y="1592324"/>
                </a:lnTo>
                <a:lnTo>
                  <a:pt x="1322915" y="1585940"/>
                </a:lnTo>
                <a:lnTo>
                  <a:pt x="1329682" y="1585493"/>
                </a:lnTo>
                <a:lnTo>
                  <a:pt x="1329171" y="1578407"/>
                </a:lnTo>
                <a:lnTo>
                  <a:pt x="1328597" y="1570810"/>
                </a:lnTo>
                <a:lnTo>
                  <a:pt x="1322213" y="1571257"/>
                </a:lnTo>
                <a:lnTo>
                  <a:pt x="1314552" y="1571767"/>
                </a:lnTo>
                <a:lnTo>
                  <a:pt x="1308487" y="1579875"/>
                </a:lnTo>
                <a:lnTo>
                  <a:pt x="1300379" y="1566149"/>
                </a:lnTo>
                <a:lnTo>
                  <a:pt x="1293676" y="1566660"/>
                </a:lnTo>
                <a:lnTo>
                  <a:pt x="1286142" y="1567171"/>
                </a:lnTo>
                <a:lnTo>
                  <a:pt x="1285632" y="1560084"/>
                </a:lnTo>
                <a:lnTo>
                  <a:pt x="1278929" y="1560531"/>
                </a:lnTo>
                <a:lnTo>
                  <a:pt x="1271395" y="1561106"/>
                </a:lnTo>
                <a:lnTo>
                  <a:pt x="1270884" y="1554019"/>
                </a:lnTo>
                <a:lnTo>
                  <a:pt x="1277907" y="1546359"/>
                </a:lnTo>
                <a:lnTo>
                  <a:pt x="1269863" y="1539974"/>
                </a:lnTo>
                <a:lnTo>
                  <a:pt x="1262266" y="1533590"/>
                </a:lnTo>
                <a:lnTo>
                  <a:pt x="1260095" y="1531866"/>
                </a:lnTo>
                <a:lnTo>
                  <a:pt x="1260606" y="1531356"/>
                </a:lnTo>
                <a:lnTo>
                  <a:pt x="1260606" y="1531356"/>
                </a:lnTo>
                <a:lnTo>
                  <a:pt x="1264245" y="1527398"/>
                </a:lnTo>
                <a:lnTo>
                  <a:pt x="1271395" y="1526951"/>
                </a:lnTo>
                <a:lnTo>
                  <a:pt x="1263734" y="1520567"/>
                </a:lnTo>
                <a:lnTo>
                  <a:pt x="1255690" y="1514183"/>
                </a:lnTo>
                <a:lnTo>
                  <a:pt x="1262777" y="1507096"/>
                </a:lnTo>
                <a:lnTo>
                  <a:pt x="1269863" y="1506585"/>
                </a:lnTo>
                <a:lnTo>
                  <a:pt x="1262266" y="1500201"/>
                </a:lnTo>
                <a:lnTo>
                  <a:pt x="1261819" y="1493498"/>
                </a:lnTo>
                <a:lnTo>
                  <a:pt x="1268905" y="1492987"/>
                </a:lnTo>
                <a:lnTo>
                  <a:pt x="1268395" y="1485518"/>
                </a:lnTo>
                <a:lnTo>
                  <a:pt x="1267884" y="1478815"/>
                </a:lnTo>
                <a:lnTo>
                  <a:pt x="1275162" y="1478304"/>
                </a:lnTo>
                <a:lnTo>
                  <a:pt x="1281227" y="1470771"/>
                </a:lnTo>
                <a:lnTo>
                  <a:pt x="1288888" y="1470196"/>
                </a:lnTo>
                <a:lnTo>
                  <a:pt x="1288377" y="1463110"/>
                </a:lnTo>
                <a:lnTo>
                  <a:pt x="1301656" y="1455066"/>
                </a:lnTo>
                <a:lnTo>
                  <a:pt x="1308040" y="1440765"/>
                </a:lnTo>
                <a:lnTo>
                  <a:pt x="1300379" y="1434381"/>
                </a:lnTo>
                <a:lnTo>
                  <a:pt x="1306763" y="1426784"/>
                </a:lnTo>
                <a:lnTo>
                  <a:pt x="1313913" y="1426273"/>
                </a:lnTo>
                <a:lnTo>
                  <a:pt x="1314360" y="1433360"/>
                </a:lnTo>
                <a:lnTo>
                  <a:pt x="1321510" y="1432849"/>
                </a:lnTo>
                <a:lnTo>
                  <a:pt x="1327895" y="1425252"/>
                </a:lnTo>
                <a:lnTo>
                  <a:pt x="1327384" y="1418166"/>
                </a:lnTo>
                <a:lnTo>
                  <a:pt x="1326937" y="1411079"/>
                </a:lnTo>
                <a:lnTo>
                  <a:pt x="1319723" y="1405014"/>
                </a:lnTo>
                <a:lnTo>
                  <a:pt x="1312573" y="1405461"/>
                </a:lnTo>
                <a:lnTo>
                  <a:pt x="1305486" y="1405972"/>
                </a:lnTo>
                <a:lnTo>
                  <a:pt x="1304976" y="1398886"/>
                </a:lnTo>
                <a:lnTo>
                  <a:pt x="1297826" y="1399396"/>
                </a:lnTo>
                <a:lnTo>
                  <a:pt x="1297379" y="1392310"/>
                </a:lnTo>
                <a:lnTo>
                  <a:pt x="1303763" y="1384713"/>
                </a:lnTo>
                <a:lnTo>
                  <a:pt x="1310913" y="1384202"/>
                </a:lnTo>
                <a:lnTo>
                  <a:pt x="1303316" y="1377818"/>
                </a:lnTo>
                <a:lnTo>
                  <a:pt x="1302741" y="1370285"/>
                </a:lnTo>
                <a:lnTo>
                  <a:pt x="1295655" y="1370796"/>
                </a:lnTo>
                <a:lnTo>
                  <a:pt x="1289271" y="1371306"/>
                </a:lnTo>
                <a:lnTo>
                  <a:pt x="1289845" y="1378776"/>
                </a:lnTo>
                <a:lnTo>
                  <a:pt x="1275034" y="1379797"/>
                </a:lnTo>
                <a:lnTo>
                  <a:pt x="1268650" y="1380308"/>
                </a:lnTo>
                <a:lnTo>
                  <a:pt x="1261883" y="1387458"/>
                </a:lnTo>
                <a:lnTo>
                  <a:pt x="1269608" y="1393842"/>
                </a:lnTo>
                <a:lnTo>
                  <a:pt x="1270118" y="1400929"/>
                </a:lnTo>
                <a:lnTo>
                  <a:pt x="1262394" y="1394544"/>
                </a:lnTo>
                <a:lnTo>
                  <a:pt x="1256009" y="1402141"/>
                </a:lnTo>
                <a:lnTo>
                  <a:pt x="1255499" y="1394991"/>
                </a:lnTo>
                <a:lnTo>
                  <a:pt x="1254988" y="1387905"/>
                </a:lnTo>
                <a:lnTo>
                  <a:pt x="1247455" y="1388479"/>
                </a:lnTo>
                <a:lnTo>
                  <a:pt x="1241773" y="1396013"/>
                </a:lnTo>
                <a:lnTo>
                  <a:pt x="1242284" y="1403099"/>
                </a:lnTo>
                <a:lnTo>
                  <a:pt x="1235134" y="1403610"/>
                </a:lnTo>
                <a:lnTo>
                  <a:pt x="1227026" y="1397226"/>
                </a:lnTo>
                <a:lnTo>
                  <a:pt x="1220642" y="1397673"/>
                </a:lnTo>
                <a:lnTo>
                  <a:pt x="1220131" y="1390586"/>
                </a:lnTo>
                <a:lnTo>
                  <a:pt x="1213044" y="1391097"/>
                </a:lnTo>
                <a:lnTo>
                  <a:pt x="1213555" y="1398183"/>
                </a:lnTo>
                <a:lnTo>
                  <a:pt x="1207171" y="1405780"/>
                </a:lnTo>
                <a:lnTo>
                  <a:pt x="1207682" y="1412867"/>
                </a:lnTo>
                <a:lnTo>
                  <a:pt x="1208639" y="1426529"/>
                </a:lnTo>
                <a:lnTo>
                  <a:pt x="1209150" y="1433679"/>
                </a:lnTo>
                <a:lnTo>
                  <a:pt x="1209661" y="1440765"/>
                </a:lnTo>
                <a:lnTo>
                  <a:pt x="1210172" y="1447852"/>
                </a:lnTo>
                <a:lnTo>
                  <a:pt x="1210618" y="1454236"/>
                </a:lnTo>
                <a:lnTo>
                  <a:pt x="1211129" y="1461322"/>
                </a:lnTo>
                <a:lnTo>
                  <a:pt x="1204745" y="1468919"/>
                </a:lnTo>
                <a:lnTo>
                  <a:pt x="1212406" y="1475303"/>
                </a:lnTo>
                <a:lnTo>
                  <a:pt x="1219492" y="1474793"/>
                </a:lnTo>
                <a:lnTo>
                  <a:pt x="1220003" y="1481879"/>
                </a:lnTo>
                <a:lnTo>
                  <a:pt x="1227600" y="1488263"/>
                </a:lnTo>
                <a:lnTo>
                  <a:pt x="1228175" y="1495796"/>
                </a:lnTo>
                <a:lnTo>
                  <a:pt x="1228622" y="1502500"/>
                </a:lnTo>
                <a:lnTo>
                  <a:pt x="1229579" y="1516162"/>
                </a:lnTo>
                <a:lnTo>
                  <a:pt x="1230026" y="1522546"/>
                </a:lnTo>
                <a:lnTo>
                  <a:pt x="1228175" y="1522546"/>
                </a:lnTo>
                <a:lnTo>
                  <a:pt x="1229132" y="1536782"/>
                </a:lnTo>
                <a:lnTo>
                  <a:pt x="1229643" y="1543869"/>
                </a:lnTo>
                <a:lnTo>
                  <a:pt x="1236730" y="1550253"/>
                </a:lnTo>
                <a:lnTo>
                  <a:pt x="1237240" y="1557403"/>
                </a:lnTo>
                <a:lnTo>
                  <a:pt x="1223514" y="1565447"/>
                </a:lnTo>
                <a:lnTo>
                  <a:pt x="1217130" y="1565958"/>
                </a:lnTo>
                <a:lnTo>
                  <a:pt x="1217641" y="1573044"/>
                </a:lnTo>
                <a:lnTo>
                  <a:pt x="1224025" y="1572533"/>
                </a:lnTo>
                <a:lnTo>
                  <a:pt x="1224536" y="1578918"/>
                </a:lnTo>
                <a:lnTo>
                  <a:pt x="1225047" y="1586578"/>
                </a:lnTo>
                <a:lnTo>
                  <a:pt x="1239794" y="1592962"/>
                </a:lnTo>
                <a:lnTo>
                  <a:pt x="1233410" y="1600049"/>
                </a:lnTo>
                <a:lnTo>
                  <a:pt x="1240560" y="1606433"/>
                </a:lnTo>
                <a:lnTo>
                  <a:pt x="1226260" y="1607454"/>
                </a:lnTo>
                <a:lnTo>
                  <a:pt x="1212534" y="1608412"/>
                </a:lnTo>
                <a:lnTo>
                  <a:pt x="1213044" y="1615562"/>
                </a:lnTo>
                <a:lnTo>
                  <a:pt x="1214066" y="1629735"/>
                </a:lnTo>
                <a:lnTo>
                  <a:pt x="1214577" y="1636949"/>
                </a:lnTo>
                <a:lnTo>
                  <a:pt x="1208193" y="1644035"/>
                </a:lnTo>
                <a:lnTo>
                  <a:pt x="1208639" y="1650419"/>
                </a:lnTo>
                <a:lnTo>
                  <a:pt x="1200595" y="1637651"/>
                </a:lnTo>
                <a:lnTo>
                  <a:pt x="1200085" y="1630501"/>
                </a:lnTo>
                <a:lnTo>
                  <a:pt x="1199574" y="1623415"/>
                </a:lnTo>
                <a:lnTo>
                  <a:pt x="1192424" y="1623861"/>
                </a:lnTo>
                <a:lnTo>
                  <a:pt x="1192935" y="1631012"/>
                </a:lnTo>
                <a:lnTo>
                  <a:pt x="1186231" y="1631459"/>
                </a:lnTo>
                <a:lnTo>
                  <a:pt x="1185720" y="1624372"/>
                </a:lnTo>
                <a:lnTo>
                  <a:pt x="1192105" y="1616775"/>
                </a:lnTo>
                <a:lnTo>
                  <a:pt x="1177230" y="1610710"/>
                </a:lnTo>
                <a:lnTo>
                  <a:pt x="1163504" y="1611668"/>
                </a:lnTo>
                <a:lnTo>
                  <a:pt x="1149267" y="1612689"/>
                </a:lnTo>
                <a:lnTo>
                  <a:pt x="1142117" y="1613136"/>
                </a:lnTo>
                <a:lnTo>
                  <a:pt x="1142628" y="1620286"/>
                </a:lnTo>
                <a:lnTo>
                  <a:pt x="1136244" y="1627884"/>
                </a:lnTo>
                <a:lnTo>
                  <a:pt x="1136754" y="1634970"/>
                </a:lnTo>
                <a:lnTo>
                  <a:pt x="1143841" y="1634459"/>
                </a:lnTo>
                <a:lnTo>
                  <a:pt x="1144351" y="1641673"/>
                </a:lnTo>
                <a:lnTo>
                  <a:pt x="1151949" y="1647738"/>
                </a:lnTo>
                <a:lnTo>
                  <a:pt x="1151055" y="1648696"/>
                </a:lnTo>
                <a:lnTo>
                  <a:pt x="1143905" y="1642631"/>
                </a:lnTo>
                <a:lnTo>
                  <a:pt x="1134265" y="1649270"/>
                </a:lnTo>
                <a:lnTo>
                  <a:pt x="1127561" y="1649717"/>
                </a:lnTo>
                <a:lnTo>
                  <a:pt x="1125582" y="1621755"/>
                </a:lnTo>
                <a:lnTo>
                  <a:pt x="1118432" y="1622265"/>
                </a:lnTo>
                <a:lnTo>
                  <a:pt x="1111346" y="1622712"/>
                </a:lnTo>
                <a:lnTo>
                  <a:pt x="1104962" y="1630820"/>
                </a:lnTo>
                <a:lnTo>
                  <a:pt x="1091236" y="1638481"/>
                </a:lnTo>
                <a:lnTo>
                  <a:pt x="1090725" y="1632097"/>
                </a:lnTo>
                <a:lnTo>
                  <a:pt x="1090214" y="1624436"/>
                </a:lnTo>
                <a:lnTo>
                  <a:pt x="1083128" y="1632608"/>
                </a:lnTo>
                <a:lnTo>
                  <a:pt x="1076744" y="1633055"/>
                </a:lnTo>
                <a:lnTo>
                  <a:pt x="1069594" y="1633565"/>
                </a:lnTo>
                <a:lnTo>
                  <a:pt x="1055740" y="1641290"/>
                </a:lnTo>
                <a:lnTo>
                  <a:pt x="1049356" y="1648887"/>
                </a:lnTo>
                <a:lnTo>
                  <a:pt x="1049867" y="1655271"/>
                </a:lnTo>
                <a:lnTo>
                  <a:pt x="1050314" y="1662358"/>
                </a:lnTo>
                <a:lnTo>
                  <a:pt x="1050824" y="1669444"/>
                </a:lnTo>
                <a:lnTo>
                  <a:pt x="1051335" y="1676530"/>
                </a:lnTo>
                <a:lnTo>
                  <a:pt x="1052356" y="1690767"/>
                </a:lnTo>
                <a:lnTo>
                  <a:pt x="1039588" y="1705514"/>
                </a:lnTo>
                <a:lnTo>
                  <a:pt x="1032502" y="1706025"/>
                </a:lnTo>
                <a:lnTo>
                  <a:pt x="1025352" y="1706472"/>
                </a:lnTo>
                <a:lnTo>
                  <a:pt x="1024394" y="1692746"/>
                </a:lnTo>
                <a:lnTo>
                  <a:pt x="1030778" y="1684702"/>
                </a:lnTo>
                <a:lnTo>
                  <a:pt x="1023628" y="1685213"/>
                </a:lnTo>
                <a:lnTo>
                  <a:pt x="1030012" y="1677999"/>
                </a:lnTo>
                <a:lnTo>
                  <a:pt x="1036396" y="1670402"/>
                </a:lnTo>
                <a:lnTo>
                  <a:pt x="1035885" y="1663315"/>
                </a:lnTo>
                <a:lnTo>
                  <a:pt x="1028288" y="1656931"/>
                </a:lnTo>
                <a:lnTo>
                  <a:pt x="1014435" y="1657889"/>
                </a:lnTo>
                <a:lnTo>
                  <a:pt x="1008051" y="1672636"/>
                </a:lnTo>
                <a:lnTo>
                  <a:pt x="1009008" y="1686426"/>
                </a:lnTo>
                <a:lnTo>
                  <a:pt x="1003071" y="1693959"/>
                </a:lnTo>
                <a:lnTo>
                  <a:pt x="1003582" y="1700343"/>
                </a:lnTo>
                <a:lnTo>
                  <a:pt x="995985" y="1700918"/>
                </a:lnTo>
                <a:lnTo>
                  <a:pt x="996495" y="1708004"/>
                </a:lnTo>
                <a:lnTo>
                  <a:pt x="990111" y="1715537"/>
                </a:lnTo>
                <a:lnTo>
                  <a:pt x="975875" y="1716559"/>
                </a:lnTo>
                <a:lnTo>
                  <a:pt x="976896" y="1730795"/>
                </a:lnTo>
                <a:lnTo>
                  <a:pt x="983983" y="1730285"/>
                </a:lnTo>
                <a:lnTo>
                  <a:pt x="984493" y="1736669"/>
                </a:lnTo>
                <a:lnTo>
                  <a:pt x="971534" y="1745032"/>
                </a:lnTo>
                <a:lnTo>
                  <a:pt x="970512" y="1731370"/>
                </a:lnTo>
                <a:lnTo>
                  <a:pt x="962851" y="1731881"/>
                </a:lnTo>
                <a:lnTo>
                  <a:pt x="963362" y="1738265"/>
                </a:lnTo>
                <a:lnTo>
                  <a:pt x="963873" y="1745351"/>
                </a:lnTo>
                <a:lnTo>
                  <a:pt x="964830" y="1759141"/>
                </a:lnTo>
                <a:lnTo>
                  <a:pt x="972491" y="1758630"/>
                </a:lnTo>
                <a:lnTo>
                  <a:pt x="978875" y="1765014"/>
                </a:lnTo>
                <a:lnTo>
                  <a:pt x="973066" y="1765461"/>
                </a:lnTo>
                <a:lnTo>
                  <a:pt x="966682" y="1772483"/>
                </a:lnTo>
                <a:lnTo>
                  <a:pt x="967192" y="1779634"/>
                </a:lnTo>
                <a:lnTo>
                  <a:pt x="952892" y="1780591"/>
                </a:lnTo>
                <a:lnTo>
                  <a:pt x="945806" y="1781102"/>
                </a:lnTo>
                <a:lnTo>
                  <a:pt x="939422" y="1781549"/>
                </a:lnTo>
                <a:lnTo>
                  <a:pt x="938975" y="1774463"/>
                </a:lnTo>
                <a:lnTo>
                  <a:pt x="931378" y="1768398"/>
                </a:lnTo>
                <a:lnTo>
                  <a:pt x="924100" y="1768908"/>
                </a:lnTo>
                <a:lnTo>
                  <a:pt x="923589" y="1761311"/>
                </a:lnTo>
                <a:lnTo>
                  <a:pt x="916439" y="1761822"/>
                </a:lnTo>
                <a:lnTo>
                  <a:pt x="910055" y="1769930"/>
                </a:lnTo>
                <a:lnTo>
                  <a:pt x="902394" y="1762780"/>
                </a:lnTo>
                <a:lnTo>
                  <a:pt x="902904" y="1770441"/>
                </a:lnTo>
                <a:lnTo>
                  <a:pt x="889689" y="1777974"/>
                </a:lnTo>
                <a:lnTo>
                  <a:pt x="890200" y="1785060"/>
                </a:lnTo>
                <a:lnTo>
                  <a:pt x="890711" y="1792657"/>
                </a:lnTo>
                <a:lnTo>
                  <a:pt x="891094" y="1797892"/>
                </a:lnTo>
                <a:lnTo>
                  <a:pt x="890519" y="1797445"/>
                </a:lnTo>
                <a:lnTo>
                  <a:pt x="890072" y="1791061"/>
                </a:lnTo>
                <a:lnTo>
                  <a:pt x="889562" y="1783975"/>
                </a:lnTo>
                <a:lnTo>
                  <a:pt x="889051" y="1776889"/>
                </a:lnTo>
                <a:lnTo>
                  <a:pt x="874814" y="1777910"/>
                </a:lnTo>
                <a:lnTo>
                  <a:pt x="867664" y="1778421"/>
                </a:lnTo>
                <a:lnTo>
                  <a:pt x="860514" y="1778932"/>
                </a:lnTo>
                <a:lnTo>
                  <a:pt x="853428" y="1779378"/>
                </a:lnTo>
                <a:lnTo>
                  <a:pt x="847043" y="1779889"/>
                </a:lnTo>
                <a:lnTo>
                  <a:pt x="840659" y="1787486"/>
                </a:lnTo>
                <a:lnTo>
                  <a:pt x="841106" y="1794573"/>
                </a:lnTo>
                <a:lnTo>
                  <a:pt x="841617" y="1800957"/>
                </a:lnTo>
                <a:lnTo>
                  <a:pt x="835233" y="1808490"/>
                </a:lnTo>
                <a:lnTo>
                  <a:pt x="835744" y="1815640"/>
                </a:lnTo>
                <a:lnTo>
                  <a:pt x="836765" y="1829940"/>
                </a:lnTo>
                <a:lnTo>
                  <a:pt x="837276" y="1837027"/>
                </a:lnTo>
                <a:lnTo>
                  <a:pt x="829743" y="1837538"/>
                </a:lnTo>
                <a:lnTo>
                  <a:pt x="822592" y="1838048"/>
                </a:lnTo>
                <a:lnTo>
                  <a:pt x="816208" y="1845135"/>
                </a:lnTo>
                <a:lnTo>
                  <a:pt x="808994" y="1845646"/>
                </a:lnTo>
                <a:lnTo>
                  <a:pt x="795779" y="1853689"/>
                </a:lnTo>
                <a:lnTo>
                  <a:pt x="781989" y="1861414"/>
                </a:lnTo>
                <a:lnTo>
                  <a:pt x="767753" y="1862372"/>
                </a:lnTo>
                <a:lnTo>
                  <a:pt x="753899" y="1863393"/>
                </a:lnTo>
                <a:lnTo>
                  <a:pt x="754410" y="1870863"/>
                </a:lnTo>
                <a:lnTo>
                  <a:pt x="761560" y="1870352"/>
                </a:lnTo>
                <a:lnTo>
                  <a:pt x="775861" y="1876098"/>
                </a:lnTo>
                <a:lnTo>
                  <a:pt x="783458" y="1882482"/>
                </a:lnTo>
                <a:lnTo>
                  <a:pt x="776371" y="1882992"/>
                </a:lnTo>
                <a:lnTo>
                  <a:pt x="776882" y="1890526"/>
                </a:lnTo>
                <a:lnTo>
                  <a:pt x="762518" y="1884142"/>
                </a:lnTo>
                <a:lnTo>
                  <a:pt x="748281" y="1885163"/>
                </a:lnTo>
                <a:lnTo>
                  <a:pt x="734045" y="1886184"/>
                </a:lnTo>
                <a:lnTo>
                  <a:pt x="733534" y="1879034"/>
                </a:lnTo>
                <a:lnTo>
                  <a:pt x="719234" y="1880056"/>
                </a:lnTo>
                <a:lnTo>
                  <a:pt x="705061" y="1874374"/>
                </a:lnTo>
                <a:lnTo>
                  <a:pt x="690250" y="1867990"/>
                </a:lnTo>
                <a:lnTo>
                  <a:pt x="690824" y="1875459"/>
                </a:lnTo>
                <a:lnTo>
                  <a:pt x="675886" y="1869075"/>
                </a:lnTo>
                <a:lnTo>
                  <a:pt x="682653" y="1861861"/>
                </a:lnTo>
                <a:lnTo>
                  <a:pt x="674928" y="1855477"/>
                </a:lnTo>
                <a:lnTo>
                  <a:pt x="674481" y="1849093"/>
                </a:lnTo>
                <a:lnTo>
                  <a:pt x="681184" y="1841432"/>
                </a:lnTo>
                <a:lnTo>
                  <a:pt x="673970" y="1841943"/>
                </a:lnTo>
                <a:lnTo>
                  <a:pt x="667586" y="1842453"/>
                </a:lnTo>
                <a:lnTo>
                  <a:pt x="659989" y="1835750"/>
                </a:lnTo>
                <a:lnTo>
                  <a:pt x="652839" y="1836261"/>
                </a:lnTo>
                <a:lnTo>
                  <a:pt x="653350" y="1843411"/>
                </a:lnTo>
                <a:lnTo>
                  <a:pt x="646199" y="1851072"/>
                </a:lnTo>
                <a:lnTo>
                  <a:pt x="647157" y="1864734"/>
                </a:lnTo>
                <a:lnTo>
                  <a:pt x="647668" y="1871118"/>
                </a:lnTo>
                <a:lnTo>
                  <a:pt x="656286" y="1884780"/>
                </a:lnTo>
                <a:lnTo>
                  <a:pt x="649136" y="1892377"/>
                </a:lnTo>
                <a:lnTo>
                  <a:pt x="649711" y="1899910"/>
                </a:lnTo>
                <a:lnTo>
                  <a:pt x="650158" y="1906295"/>
                </a:lnTo>
                <a:lnTo>
                  <a:pt x="658329" y="1913381"/>
                </a:lnTo>
                <a:lnTo>
                  <a:pt x="658776" y="1919765"/>
                </a:lnTo>
                <a:lnTo>
                  <a:pt x="644540" y="1920722"/>
                </a:lnTo>
                <a:lnTo>
                  <a:pt x="636432" y="1914721"/>
                </a:lnTo>
                <a:lnTo>
                  <a:pt x="630048" y="1915168"/>
                </a:lnTo>
                <a:lnTo>
                  <a:pt x="623280" y="1915615"/>
                </a:lnTo>
                <a:lnTo>
                  <a:pt x="629665" y="1907571"/>
                </a:lnTo>
                <a:lnTo>
                  <a:pt x="615811" y="1908529"/>
                </a:lnTo>
                <a:lnTo>
                  <a:pt x="601575" y="1909550"/>
                </a:lnTo>
                <a:lnTo>
                  <a:pt x="594041" y="1903869"/>
                </a:lnTo>
                <a:lnTo>
                  <a:pt x="594424" y="1910253"/>
                </a:lnTo>
                <a:lnTo>
                  <a:pt x="580698" y="1911274"/>
                </a:lnTo>
                <a:lnTo>
                  <a:pt x="580252" y="1904890"/>
                </a:lnTo>
                <a:lnTo>
                  <a:pt x="579230" y="1890270"/>
                </a:lnTo>
                <a:lnTo>
                  <a:pt x="571569" y="1890845"/>
                </a:lnTo>
                <a:lnTo>
                  <a:pt x="565185" y="1891292"/>
                </a:lnTo>
                <a:lnTo>
                  <a:pt x="564674" y="1884588"/>
                </a:lnTo>
                <a:lnTo>
                  <a:pt x="549927" y="1878204"/>
                </a:lnTo>
                <a:lnTo>
                  <a:pt x="543543" y="1886248"/>
                </a:lnTo>
                <a:lnTo>
                  <a:pt x="543990" y="1892632"/>
                </a:lnTo>
                <a:lnTo>
                  <a:pt x="530136" y="1893654"/>
                </a:lnTo>
                <a:lnTo>
                  <a:pt x="529690" y="1886951"/>
                </a:lnTo>
                <a:lnTo>
                  <a:pt x="515389" y="1887972"/>
                </a:lnTo>
                <a:lnTo>
                  <a:pt x="507792" y="1888483"/>
                </a:lnTo>
                <a:lnTo>
                  <a:pt x="498727" y="1881652"/>
                </a:lnTo>
                <a:lnTo>
                  <a:pt x="491576" y="1889696"/>
                </a:lnTo>
                <a:lnTo>
                  <a:pt x="485192" y="1890143"/>
                </a:lnTo>
                <a:lnTo>
                  <a:pt x="478106" y="1890653"/>
                </a:lnTo>
                <a:lnTo>
                  <a:pt x="470956" y="1891164"/>
                </a:lnTo>
                <a:lnTo>
                  <a:pt x="471466" y="1897548"/>
                </a:lnTo>
                <a:lnTo>
                  <a:pt x="478553" y="1897037"/>
                </a:lnTo>
                <a:lnTo>
                  <a:pt x="485703" y="1896527"/>
                </a:lnTo>
                <a:lnTo>
                  <a:pt x="492087" y="1896144"/>
                </a:lnTo>
                <a:lnTo>
                  <a:pt x="492598" y="1903230"/>
                </a:lnTo>
                <a:lnTo>
                  <a:pt x="493108" y="1910763"/>
                </a:lnTo>
                <a:lnTo>
                  <a:pt x="486724" y="1911146"/>
                </a:lnTo>
                <a:lnTo>
                  <a:pt x="487171" y="1917530"/>
                </a:lnTo>
                <a:lnTo>
                  <a:pt x="480021" y="1918041"/>
                </a:lnTo>
                <a:lnTo>
                  <a:pt x="472935" y="1918552"/>
                </a:lnTo>
                <a:lnTo>
                  <a:pt x="466551" y="1926660"/>
                </a:lnTo>
                <a:lnTo>
                  <a:pt x="473637" y="1926149"/>
                </a:lnTo>
                <a:lnTo>
                  <a:pt x="481234" y="1932214"/>
                </a:lnTo>
                <a:lnTo>
                  <a:pt x="489406" y="1945940"/>
                </a:lnTo>
                <a:lnTo>
                  <a:pt x="488895" y="1938790"/>
                </a:lnTo>
                <a:lnTo>
                  <a:pt x="503195" y="1945174"/>
                </a:lnTo>
                <a:lnTo>
                  <a:pt x="502685" y="1938087"/>
                </a:lnTo>
                <a:lnTo>
                  <a:pt x="509069" y="1937641"/>
                </a:lnTo>
                <a:lnTo>
                  <a:pt x="509580" y="1944727"/>
                </a:lnTo>
                <a:lnTo>
                  <a:pt x="524774" y="1957495"/>
                </a:lnTo>
                <a:lnTo>
                  <a:pt x="532435" y="1956984"/>
                </a:lnTo>
                <a:lnTo>
                  <a:pt x="532945" y="1964071"/>
                </a:lnTo>
                <a:lnTo>
                  <a:pt x="539329" y="1963624"/>
                </a:lnTo>
                <a:lnTo>
                  <a:pt x="539840" y="1970710"/>
                </a:lnTo>
                <a:lnTo>
                  <a:pt x="540351" y="1977796"/>
                </a:lnTo>
                <a:lnTo>
                  <a:pt x="554715" y="1976775"/>
                </a:lnTo>
                <a:lnTo>
                  <a:pt x="568952" y="1975754"/>
                </a:lnTo>
                <a:lnTo>
                  <a:pt x="561865" y="1983414"/>
                </a:lnTo>
                <a:lnTo>
                  <a:pt x="569462" y="1982904"/>
                </a:lnTo>
                <a:lnTo>
                  <a:pt x="576549" y="1988969"/>
                </a:lnTo>
                <a:lnTo>
                  <a:pt x="570995" y="2003716"/>
                </a:lnTo>
                <a:lnTo>
                  <a:pt x="577379" y="2003269"/>
                </a:lnTo>
                <a:lnTo>
                  <a:pt x="585550" y="2009653"/>
                </a:lnTo>
                <a:lnTo>
                  <a:pt x="586061" y="2016739"/>
                </a:lnTo>
                <a:lnTo>
                  <a:pt x="592445" y="2016293"/>
                </a:lnTo>
                <a:lnTo>
                  <a:pt x="592892" y="2022677"/>
                </a:lnTo>
                <a:lnTo>
                  <a:pt x="580124" y="2037871"/>
                </a:lnTo>
                <a:lnTo>
                  <a:pt x="580635" y="2044957"/>
                </a:lnTo>
                <a:lnTo>
                  <a:pt x="589253" y="2058236"/>
                </a:lnTo>
                <a:lnTo>
                  <a:pt x="595637" y="2057789"/>
                </a:lnTo>
                <a:lnTo>
                  <a:pt x="596659" y="2071962"/>
                </a:lnTo>
                <a:lnTo>
                  <a:pt x="604703" y="2078346"/>
                </a:lnTo>
                <a:lnTo>
                  <a:pt x="605150" y="2084730"/>
                </a:lnTo>
                <a:lnTo>
                  <a:pt x="619897" y="2090795"/>
                </a:lnTo>
                <a:lnTo>
                  <a:pt x="626281" y="2083262"/>
                </a:lnTo>
                <a:lnTo>
                  <a:pt x="626792" y="2090284"/>
                </a:lnTo>
                <a:lnTo>
                  <a:pt x="627302" y="2097435"/>
                </a:lnTo>
                <a:lnTo>
                  <a:pt x="620918" y="2105032"/>
                </a:lnTo>
                <a:lnTo>
                  <a:pt x="628069" y="2104521"/>
                </a:lnTo>
                <a:lnTo>
                  <a:pt x="621684" y="2112118"/>
                </a:lnTo>
                <a:lnTo>
                  <a:pt x="622706" y="2126291"/>
                </a:lnTo>
                <a:lnTo>
                  <a:pt x="623153" y="2132994"/>
                </a:lnTo>
                <a:lnTo>
                  <a:pt x="616769" y="2140591"/>
                </a:lnTo>
                <a:lnTo>
                  <a:pt x="617279" y="2147678"/>
                </a:lnTo>
                <a:lnTo>
                  <a:pt x="624430" y="2147167"/>
                </a:lnTo>
                <a:lnTo>
                  <a:pt x="624940" y="2154253"/>
                </a:lnTo>
                <a:lnTo>
                  <a:pt x="625387" y="2160957"/>
                </a:lnTo>
                <a:lnTo>
                  <a:pt x="633048" y="2167341"/>
                </a:lnTo>
                <a:lnTo>
                  <a:pt x="633559" y="2174491"/>
                </a:lnTo>
                <a:lnTo>
                  <a:pt x="634517" y="2188664"/>
                </a:lnTo>
                <a:lnTo>
                  <a:pt x="635027" y="2195048"/>
                </a:lnTo>
                <a:lnTo>
                  <a:pt x="627430" y="2188983"/>
                </a:lnTo>
                <a:lnTo>
                  <a:pt x="626409" y="2182343"/>
                </a:lnTo>
                <a:lnTo>
                  <a:pt x="625962" y="2175959"/>
                </a:lnTo>
                <a:lnTo>
                  <a:pt x="618301" y="2169575"/>
                </a:lnTo>
                <a:lnTo>
                  <a:pt x="617790" y="2162489"/>
                </a:lnTo>
                <a:lnTo>
                  <a:pt x="610257" y="2156105"/>
                </a:lnTo>
                <a:lnTo>
                  <a:pt x="609746" y="2149018"/>
                </a:lnTo>
                <a:lnTo>
                  <a:pt x="602660" y="2156615"/>
                </a:lnTo>
                <a:lnTo>
                  <a:pt x="604128" y="2177555"/>
                </a:lnTo>
                <a:lnTo>
                  <a:pt x="604639" y="2183939"/>
                </a:lnTo>
                <a:lnTo>
                  <a:pt x="598957" y="2191983"/>
                </a:lnTo>
                <a:lnTo>
                  <a:pt x="599979" y="2205645"/>
                </a:lnTo>
                <a:lnTo>
                  <a:pt x="592318" y="2206156"/>
                </a:lnTo>
                <a:lnTo>
                  <a:pt x="606618" y="2212540"/>
                </a:lnTo>
                <a:lnTo>
                  <a:pt x="600872" y="2219371"/>
                </a:lnTo>
                <a:lnTo>
                  <a:pt x="586636" y="2220329"/>
                </a:lnTo>
                <a:lnTo>
                  <a:pt x="587146" y="2227862"/>
                </a:lnTo>
                <a:lnTo>
                  <a:pt x="587593" y="2234565"/>
                </a:lnTo>
                <a:lnTo>
                  <a:pt x="580443" y="2242162"/>
                </a:lnTo>
                <a:lnTo>
                  <a:pt x="580954" y="2249313"/>
                </a:lnTo>
                <a:lnTo>
                  <a:pt x="574570" y="2249759"/>
                </a:lnTo>
                <a:lnTo>
                  <a:pt x="575527" y="2263422"/>
                </a:lnTo>
                <a:lnTo>
                  <a:pt x="568441" y="2263932"/>
                </a:lnTo>
                <a:lnTo>
                  <a:pt x="561674" y="2271529"/>
                </a:lnTo>
                <a:lnTo>
                  <a:pt x="562185" y="2278616"/>
                </a:lnTo>
                <a:lnTo>
                  <a:pt x="548969" y="2293938"/>
                </a:lnTo>
                <a:lnTo>
                  <a:pt x="536584" y="2308110"/>
                </a:lnTo>
                <a:lnTo>
                  <a:pt x="535180" y="2308110"/>
                </a:lnTo>
                <a:lnTo>
                  <a:pt x="527072" y="2301407"/>
                </a:lnTo>
                <a:lnTo>
                  <a:pt x="513729" y="2302364"/>
                </a:lnTo>
                <a:lnTo>
                  <a:pt x="498982" y="2296300"/>
                </a:lnTo>
                <a:lnTo>
                  <a:pt x="490938" y="2289916"/>
                </a:lnTo>
                <a:lnTo>
                  <a:pt x="484235" y="2290362"/>
                </a:lnTo>
                <a:lnTo>
                  <a:pt x="476701" y="2290937"/>
                </a:lnTo>
                <a:lnTo>
                  <a:pt x="462848" y="2291895"/>
                </a:lnTo>
                <a:lnTo>
                  <a:pt x="455187" y="2285511"/>
                </a:lnTo>
                <a:lnTo>
                  <a:pt x="447079" y="2272359"/>
                </a:lnTo>
                <a:lnTo>
                  <a:pt x="433289" y="2273317"/>
                </a:lnTo>
                <a:lnTo>
                  <a:pt x="425629" y="2266933"/>
                </a:lnTo>
                <a:lnTo>
                  <a:pt x="419244" y="2267380"/>
                </a:lnTo>
                <a:lnTo>
                  <a:pt x="405008" y="2268401"/>
                </a:lnTo>
                <a:lnTo>
                  <a:pt x="397347" y="2268912"/>
                </a:lnTo>
                <a:lnTo>
                  <a:pt x="390197" y="2262145"/>
                </a:lnTo>
                <a:lnTo>
                  <a:pt x="382536" y="2262719"/>
                </a:lnTo>
                <a:lnTo>
                  <a:pt x="376152" y="2263166"/>
                </a:lnTo>
                <a:lnTo>
                  <a:pt x="368874" y="2256144"/>
                </a:lnTo>
                <a:lnTo>
                  <a:pt x="360830" y="2249759"/>
                </a:lnTo>
                <a:lnTo>
                  <a:pt x="354446" y="2250206"/>
                </a:lnTo>
                <a:lnTo>
                  <a:pt x="339698" y="2244524"/>
                </a:lnTo>
                <a:lnTo>
                  <a:pt x="332165" y="2245035"/>
                </a:lnTo>
                <a:lnTo>
                  <a:pt x="317801" y="2238651"/>
                </a:lnTo>
                <a:lnTo>
                  <a:pt x="317354" y="2232267"/>
                </a:lnTo>
                <a:lnTo>
                  <a:pt x="303117" y="2233225"/>
                </a:lnTo>
                <a:lnTo>
                  <a:pt x="295457" y="2226138"/>
                </a:lnTo>
                <a:lnTo>
                  <a:pt x="289072" y="2226585"/>
                </a:lnTo>
                <a:lnTo>
                  <a:pt x="275347" y="2227543"/>
                </a:lnTo>
                <a:lnTo>
                  <a:pt x="267175" y="2221542"/>
                </a:lnTo>
                <a:lnTo>
                  <a:pt x="259578" y="2215158"/>
                </a:lnTo>
                <a:lnTo>
                  <a:pt x="246363" y="2223265"/>
                </a:lnTo>
                <a:lnTo>
                  <a:pt x="236978" y="2209348"/>
                </a:lnTo>
                <a:lnTo>
                  <a:pt x="229892" y="2202964"/>
                </a:lnTo>
                <a:lnTo>
                  <a:pt x="229381" y="2195878"/>
                </a:lnTo>
                <a:lnTo>
                  <a:pt x="228870" y="2189174"/>
                </a:lnTo>
                <a:lnTo>
                  <a:pt x="215144" y="2196835"/>
                </a:lnTo>
                <a:lnTo>
                  <a:pt x="207994" y="2197346"/>
                </a:lnTo>
                <a:lnTo>
                  <a:pt x="200397" y="2190962"/>
                </a:lnTo>
                <a:lnTo>
                  <a:pt x="200844" y="2197346"/>
                </a:lnTo>
                <a:lnTo>
                  <a:pt x="194141" y="2197857"/>
                </a:lnTo>
                <a:lnTo>
                  <a:pt x="187054" y="2198304"/>
                </a:lnTo>
                <a:lnTo>
                  <a:pt x="179904" y="2198814"/>
                </a:lnTo>
                <a:lnTo>
                  <a:pt x="187565" y="2205198"/>
                </a:lnTo>
                <a:lnTo>
                  <a:pt x="181181" y="2212795"/>
                </a:lnTo>
                <a:lnTo>
                  <a:pt x="174797" y="2220393"/>
                </a:lnTo>
                <a:lnTo>
                  <a:pt x="174286" y="2213242"/>
                </a:lnTo>
                <a:lnTo>
                  <a:pt x="166689" y="2206858"/>
                </a:lnTo>
                <a:lnTo>
                  <a:pt x="159539" y="2207369"/>
                </a:lnTo>
                <a:lnTo>
                  <a:pt x="152389" y="2207880"/>
                </a:lnTo>
                <a:lnTo>
                  <a:pt x="145175" y="2201496"/>
                </a:lnTo>
                <a:lnTo>
                  <a:pt x="138791" y="2216179"/>
                </a:lnTo>
                <a:lnTo>
                  <a:pt x="131193" y="2209795"/>
                </a:lnTo>
                <a:lnTo>
                  <a:pt x="124809" y="2217392"/>
                </a:lnTo>
                <a:lnTo>
                  <a:pt x="118425" y="2224989"/>
                </a:lnTo>
                <a:lnTo>
                  <a:pt x="126086" y="2231373"/>
                </a:lnTo>
                <a:lnTo>
                  <a:pt x="126533" y="2237757"/>
                </a:lnTo>
                <a:lnTo>
                  <a:pt x="132917" y="2230735"/>
                </a:lnTo>
                <a:lnTo>
                  <a:pt x="133364" y="2237119"/>
                </a:lnTo>
                <a:lnTo>
                  <a:pt x="126980" y="2245227"/>
                </a:lnTo>
                <a:lnTo>
                  <a:pt x="141216" y="2244205"/>
                </a:lnTo>
                <a:lnTo>
                  <a:pt x="141663" y="2250589"/>
                </a:lnTo>
                <a:lnTo>
                  <a:pt x="135279" y="2258570"/>
                </a:lnTo>
                <a:lnTo>
                  <a:pt x="135726" y="2264954"/>
                </a:lnTo>
                <a:lnTo>
                  <a:pt x="129342" y="2272551"/>
                </a:lnTo>
                <a:lnTo>
                  <a:pt x="136492" y="2272040"/>
                </a:lnTo>
                <a:lnTo>
                  <a:pt x="137003" y="2279573"/>
                </a:lnTo>
                <a:lnTo>
                  <a:pt x="130619" y="2286724"/>
                </a:lnTo>
                <a:lnTo>
                  <a:pt x="123022" y="2280339"/>
                </a:lnTo>
                <a:lnTo>
                  <a:pt x="116638" y="2287553"/>
                </a:lnTo>
                <a:lnTo>
                  <a:pt x="117595" y="2301215"/>
                </a:lnTo>
                <a:lnTo>
                  <a:pt x="118553" y="2301215"/>
                </a:lnTo>
                <a:lnTo>
                  <a:pt x="119000" y="2307599"/>
                </a:lnTo>
                <a:lnTo>
                  <a:pt x="119510" y="2315197"/>
                </a:lnTo>
                <a:lnTo>
                  <a:pt x="119957" y="2321581"/>
                </a:lnTo>
                <a:lnTo>
                  <a:pt x="113573" y="2329114"/>
                </a:lnTo>
                <a:lnTo>
                  <a:pt x="114084" y="2336200"/>
                </a:lnTo>
                <a:lnTo>
                  <a:pt x="115105" y="2350501"/>
                </a:lnTo>
                <a:lnTo>
                  <a:pt x="108721" y="2357587"/>
                </a:lnTo>
                <a:lnTo>
                  <a:pt x="102337" y="2365184"/>
                </a:lnTo>
                <a:lnTo>
                  <a:pt x="103359" y="2379357"/>
                </a:lnTo>
                <a:lnTo>
                  <a:pt x="96272" y="2386571"/>
                </a:lnTo>
                <a:lnTo>
                  <a:pt x="89888" y="2394168"/>
                </a:lnTo>
                <a:lnTo>
                  <a:pt x="90910" y="2408341"/>
                </a:lnTo>
                <a:lnTo>
                  <a:pt x="84526" y="2415938"/>
                </a:lnTo>
                <a:lnTo>
                  <a:pt x="78141" y="2430621"/>
                </a:lnTo>
                <a:lnTo>
                  <a:pt x="71757" y="2437325"/>
                </a:lnTo>
                <a:lnTo>
                  <a:pt x="65373" y="2445305"/>
                </a:lnTo>
                <a:lnTo>
                  <a:pt x="65820" y="2452008"/>
                </a:lnTo>
                <a:lnTo>
                  <a:pt x="57712" y="2460052"/>
                </a:lnTo>
                <a:lnTo>
                  <a:pt x="51328" y="2474799"/>
                </a:lnTo>
                <a:lnTo>
                  <a:pt x="44944" y="2475246"/>
                </a:lnTo>
                <a:lnTo>
                  <a:pt x="30516" y="2476268"/>
                </a:lnTo>
                <a:lnTo>
                  <a:pt x="24132" y="2483354"/>
                </a:lnTo>
                <a:lnTo>
                  <a:pt x="24643" y="2490440"/>
                </a:lnTo>
                <a:lnTo>
                  <a:pt x="25153" y="2497591"/>
                </a:lnTo>
                <a:lnTo>
                  <a:pt x="25664" y="2504741"/>
                </a:lnTo>
                <a:lnTo>
                  <a:pt x="19280" y="2512338"/>
                </a:lnTo>
                <a:lnTo>
                  <a:pt x="12896" y="2519935"/>
                </a:lnTo>
                <a:lnTo>
                  <a:pt x="13343" y="2526319"/>
                </a:lnTo>
                <a:lnTo>
                  <a:pt x="13854" y="2533405"/>
                </a:lnTo>
                <a:lnTo>
                  <a:pt x="27579" y="2532448"/>
                </a:lnTo>
                <a:lnTo>
                  <a:pt x="35176" y="2538832"/>
                </a:lnTo>
                <a:lnTo>
                  <a:pt x="41944" y="2538385"/>
                </a:lnTo>
                <a:lnTo>
                  <a:pt x="42901" y="2552558"/>
                </a:lnTo>
                <a:lnTo>
                  <a:pt x="43412" y="2559644"/>
                </a:lnTo>
                <a:lnTo>
                  <a:pt x="37028" y="2567241"/>
                </a:lnTo>
                <a:lnTo>
                  <a:pt x="30644" y="2573625"/>
                </a:lnTo>
                <a:lnTo>
                  <a:pt x="31218" y="2581286"/>
                </a:lnTo>
                <a:lnTo>
                  <a:pt x="24834" y="2588309"/>
                </a:lnTo>
                <a:lnTo>
                  <a:pt x="31984" y="2595459"/>
                </a:lnTo>
                <a:lnTo>
                  <a:pt x="26303" y="2609568"/>
                </a:lnTo>
                <a:lnTo>
                  <a:pt x="26813" y="2616718"/>
                </a:lnTo>
                <a:lnTo>
                  <a:pt x="19727" y="2617229"/>
                </a:lnTo>
                <a:lnTo>
                  <a:pt x="12513" y="2624443"/>
                </a:lnTo>
                <a:lnTo>
                  <a:pt x="13024" y="2631912"/>
                </a:lnTo>
                <a:lnTo>
                  <a:pt x="7150" y="2646979"/>
                </a:lnTo>
                <a:lnTo>
                  <a:pt x="0" y="2654640"/>
                </a:lnTo>
                <a:lnTo>
                  <a:pt x="511" y="2661726"/>
                </a:lnTo>
                <a:lnTo>
                  <a:pt x="8172" y="2661215"/>
                </a:lnTo>
                <a:lnTo>
                  <a:pt x="14556" y="2660704"/>
                </a:lnTo>
                <a:lnTo>
                  <a:pt x="21706" y="2653107"/>
                </a:lnTo>
                <a:lnTo>
                  <a:pt x="29303" y="2659491"/>
                </a:lnTo>
                <a:lnTo>
                  <a:pt x="29750" y="2666195"/>
                </a:lnTo>
                <a:lnTo>
                  <a:pt x="36134" y="2665684"/>
                </a:lnTo>
                <a:lnTo>
                  <a:pt x="43220" y="2665237"/>
                </a:lnTo>
                <a:lnTo>
                  <a:pt x="50498" y="2671621"/>
                </a:lnTo>
                <a:lnTo>
                  <a:pt x="65246" y="2678005"/>
                </a:lnTo>
                <a:lnTo>
                  <a:pt x="73353" y="2684390"/>
                </a:lnTo>
                <a:lnTo>
                  <a:pt x="79738" y="2676792"/>
                </a:lnTo>
                <a:lnTo>
                  <a:pt x="80248" y="2683943"/>
                </a:lnTo>
                <a:lnTo>
                  <a:pt x="87398" y="2683432"/>
                </a:lnTo>
                <a:lnTo>
                  <a:pt x="106998" y="2675324"/>
                </a:lnTo>
                <a:lnTo>
                  <a:pt x="114020" y="2674813"/>
                </a:lnTo>
                <a:lnTo>
                  <a:pt x="121681" y="2681900"/>
                </a:lnTo>
                <a:lnTo>
                  <a:pt x="129278" y="2688284"/>
                </a:lnTo>
                <a:lnTo>
                  <a:pt x="136428" y="2694668"/>
                </a:lnTo>
                <a:lnTo>
                  <a:pt x="136939" y="2701754"/>
                </a:lnTo>
                <a:lnTo>
                  <a:pt x="151623" y="2707436"/>
                </a:lnTo>
                <a:lnTo>
                  <a:pt x="159284" y="2714395"/>
                </a:lnTo>
                <a:lnTo>
                  <a:pt x="159794" y="2721098"/>
                </a:lnTo>
                <a:lnTo>
                  <a:pt x="153410" y="2728695"/>
                </a:lnTo>
                <a:lnTo>
                  <a:pt x="160560" y="2728184"/>
                </a:lnTo>
                <a:lnTo>
                  <a:pt x="167391" y="2728184"/>
                </a:lnTo>
                <a:lnTo>
                  <a:pt x="161007" y="2742421"/>
                </a:lnTo>
                <a:lnTo>
                  <a:pt x="161518" y="2750018"/>
                </a:lnTo>
                <a:lnTo>
                  <a:pt x="147281" y="2750976"/>
                </a:lnTo>
                <a:lnTo>
                  <a:pt x="154878" y="2757360"/>
                </a:lnTo>
                <a:lnTo>
                  <a:pt x="155900" y="2771660"/>
                </a:lnTo>
                <a:lnTo>
                  <a:pt x="163497" y="2778044"/>
                </a:lnTo>
                <a:lnTo>
                  <a:pt x="170647" y="2777534"/>
                </a:lnTo>
                <a:lnTo>
                  <a:pt x="178244" y="2783598"/>
                </a:lnTo>
                <a:lnTo>
                  <a:pt x="186352" y="2797324"/>
                </a:lnTo>
                <a:lnTo>
                  <a:pt x="192736" y="2789727"/>
                </a:lnTo>
                <a:lnTo>
                  <a:pt x="192289" y="2782385"/>
                </a:lnTo>
                <a:lnTo>
                  <a:pt x="206079" y="2774788"/>
                </a:lnTo>
                <a:lnTo>
                  <a:pt x="220316" y="2773831"/>
                </a:lnTo>
                <a:lnTo>
                  <a:pt x="226700" y="2766234"/>
                </a:lnTo>
                <a:lnTo>
                  <a:pt x="233786" y="2765723"/>
                </a:lnTo>
                <a:lnTo>
                  <a:pt x="248150" y="2772107"/>
                </a:lnTo>
                <a:lnTo>
                  <a:pt x="255301" y="2771596"/>
                </a:lnTo>
                <a:lnTo>
                  <a:pt x="261685" y="2756785"/>
                </a:lnTo>
                <a:lnTo>
                  <a:pt x="275410" y="2755828"/>
                </a:lnTo>
                <a:lnTo>
                  <a:pt x="290222" y="2762212"/>
                </a:lnTo>
                <a:lnTo>
                  <a:pt x="297819" y="2768596"/>
                </a:lnTo>
                <a:lnTo>
                  <a:pt x="312630" y="2767574"/>
                </a:lnTo>
                <a:lnTo>
                  <a:pt x="319972" y="2780534"/>
                </a:lnTo>
                <a:lnTo>
                  <a:pt x="333825" y="2779513"/>
                </a:lnTo>
                <a:lnTo>
                  <a:pt x="355212" y="2778044"/>
                </a:lnTo>
                <a:lnTo>
                  <a:pt x="362298" y="2777534"/>
                </a:lnTo>
                <a:lnTo>
                  <a:pt x="377109" y="2783918"/>
                </a:lnTo>
                <a:lnTo>
                  <a:pt x="383493" y="2776321"/>
                </a:lnTo>
                <a:lnTo>
                  <a:pt x="397730" y="2775299"/>
                </a:lnTo>
                <a:lnTo>
                  <a:pt x="405774" y="2781683"/>
                </a:lnTo>
                <a:lnTo>
                  <a:pt x="412158" y="2781236"/>
                </a:lnTo>
                <a:lnTo>
                  <a:pt x="412669" y="2788323"/>
                </a:lnTo>
                <a:lnTo>
                  <a:pt x="419053" y="2787876"/>
                </a:lnTo>
                <a:lnTo>
                  <a:pt x="426203" y="2780215"/>
                </a:lnTo>
                <a:lnTo>
                  <a:pt x="425692" y="2773129"/>
                </a:lnTo>
                <a:lnTo>
                  <a:pt x="425182" y="2766042"/>
                </a:lnTo>
                <a:lnTo>
                  <a:pt x="438971" y="2758445"/>
                </a:lnTo>
                <a:lnTo>
                  <a:pt x="438461" y="2751359"/>
                </a:lnTo>
                <a:lnTo>
                  <a:pt x="452697" y="2750337"/>
                </a:lnTo>
                <a:lnTo>
                  <a:pt x="459081" y="2742676"/>
                </a:lnTo>
                <a:lnTo>
                  <a:pt x="473382" y="2741655"/>
                </a:lnTo>
                <a:lnTo>
                  <a:pt x="480085" y="2741208"/>
                </a:lnTo>
                <a:lnTo>
                  <a:pt x="494832" y="2747592"/>
                </a:lnTo>
                <a:lnTo>
                  <a:pt x="501982" y="2739867"/>
                </a:lnTo>
                <a:lnTo>
                  <a:pt x="515198" y="2731760"/>
                </a:lnTo>
                <a:lnTo>
                  <a:pt x="514240" y="2717587"/>
                </a:lnTo>
                <a:lnTo>
                  <a:pt x="520624" y="2710564"/>
                </a:lnTo>
                <a:lnTo>
                  <a:pt x="528221" y="2709990"/>
                </a:lnTo>
                <a:lnTo>
                  <a:pt x="534605" y="2702457"/>
                </a:lnTo>
                <a:lnTo>
                  <a:pt x="534094" y="2695306"/>
                </a:lnTo>
                <a:lnTo>
                  <a:pt x="547884" y="2687645"/>
                </a:lnTo>
                <a:lnTo>
                  <a:pt x="554268" y="2687198"/>
                </a:lnTo>
                <a:lnTo>
                  <a:pt x="568505" y="2686177"/>
                </a:lnTo>
                <a:lnTo>
                  <a:pt x="581720" y="2670728"/>
                </a:lnTo>
                <a:lnTo>
                  <a:pt x="574634" y="2664343"/>
                </a:lnTo>
                <a:lnTo>
                  <a:pt x="574123" y="2657257"/>
                </a:lnTo>
                <a:lnTo>
                  <a:pt x="566015" y="2650873"/>
                </a:lnTo>
                <a:lnTo>
                  <a:pt x="565440" y="2643276"/>
                </a:lnTo>
                <a:lnTo>
                  <a:pt x="564994" y="2636892"/>
                </a:lnTo>
                <a:lnTo>
                  <a:pt x="563972" y="2623102"/>
                </a:lnTo>
                <a:lnTo>
                  <a:pt x="563015" y="2608929"/>
                </a:lnTo>
                <a:lnTo>
                  <a:pt x="570165" y="2601268"/>
                </a:lnTo>
                <a:lnTo>
                  <a:pt x="576230" y="2593735"/>
                </a:lnTo>
                <a:lnTo>
                  <a:pt x="590019" y="2585627"/>
                </a:lnTo>
                <a:lnTo>
                  <a:pt x="602788" y="2570880"/>
                </a:lnTo>
                <a:lnTo>
                  <a:pt x="609874" y="2570369"/>
                </a:lnTo>
                <a:lnTo>
                  <a:pt x="617024" y="2562772"/>
                </a:lnTo>
                <a:lnTo>
                  <a:pt x="630303" y="2547514"/>
                </a:lnTo>
                <a:lnTo>
                  <a:pt x="636687" y="2540492"/>
                </a:lnTo>
                <a:lnTo>
                  <a:pt x="650413" y="2531873"/>
                </a:lnTo>
                <a:lnTo>
                  <a:pt x="649966" y="2525489"/>
                </a:lnTo>
                <a:lnTo>
                  <a:pt x="657052" y="2524978"/>
                </a:lnTo>
                <a:lnTo>
                  <a:pt x="656606" y="2518275"/>
                </a:lnTo>
                <a:lnTo>
                  <a:pt x="662990" y="2510295"/>
                </a:lnTo>
                <a:lnTo>
                  <a:pt x="670140" y="2509784"/>
                </a:lnTo>
                <a:lnTo>
                  <a:pt x="683419" y="2508827"/>
                </a:lnTo>
                <a:lnTo>
                  <a:pt x="698230" y="2507805"/>
                </a:lnTo>
                <a:lnTo>
                  <a:pt x="711956" y="2506847"/>
                </a:lnTo>
                <a:lnTo>
                  <a:pt x="719553" y="2506337"/>
                </a:lnTo>
                <a:lnTo>
                  <a:pt x="725937" y="2505826"/>
                </a:lnTo>
                <a:lnTo>
                  <a:pt x="733087" y="2505315"/>
                </a:lnTo>
                <a:lnTo>
                  <a:pt x="746366" y="2497271"/>
                </a:lnTo>
                <a:lnTo>
                  <a:pt x="754027" y="2496697"/>
                </a:lnTo>
                <a:lnTo>
                  <a:pt x="760411" y="2489547"/>
                </a:lnTo>
                <a:lnTo>
                  <a:pt x="774712" y="2488589"/>
                </a:lnTo>
                <a:lnTo>
                  <a:pt x="781798" y="2488078"/>
                </a:lnTo>
                <a:lnTo>
                  <a:pt x="788182" y="2480481"/>
                </a:lnTo>
                <a:lnTo>
                  <a:pt x="795332" y="2479970"/>
                </a:lnTo>
                <a:lnTo>
                  <a:pt x="801716" y="2472373"/>
                </a:lnTo>
                <a:lnTo>
                  <a:pt x="808100" y="2464776"/>
                </a:lnTo>
                <a:lnTo>
                  <a:pt x="807654" y="2458392"/>
                </a:lnTo>
                <a:lnTo>
                  <a:pt x="814038" y="2450795"/>
                </a:lnTo>
                <a:lnTo>
                  <a:pt x="813527" y="2443709"/>
                </a:lnTo>
                <a:lnTo>
                  <a:pt x="812505" y="2429408"/>
                </a:lnTo>
                <a:lnTo>
                  <a:pt x="811293" y="2428004"/>
                </a:lnTo>
                <a:lnTo>
                  <a:pt x="812761" y="2426599"/>
                </a:lnTo>
                <a:lnTo>
                  <a:pt x="809313" y="2424492"/>
                </a:lnTo>
                <a:lnTo>
                  <a:pt x="807079" y="2420790"/>
                </a:lnTo>
                <a:lnTo>
                  <a:pt x="805419" y="2417087"/>
                </a:lnTo>
                <a:lnTo>
                  <a:pt x="811803" y="2409554"/>
                </a:lnTo>
                <a:lnTo>
                  <a:pt x="805164" y="2402595"/>
                </a:lnTo>
                <a:lnTo>
                  <a:pt x="811229" y="2387912"/>
                </a:lnTo>
                <a:lnTo>
                  <a:pt x="810782" y="2381208"/>
                </a:lnTo>
                <a:lnTo>
                  <a:pt x="817166" y="2373611"/>
                </a:lnTo>
                <a:lnTo>
                  <a:pt x="824252" y="2373164"/>
                </a:lnTo>
                <a:lnTo>
                  <a:pt x="830636" y="2365503"/>
                </a:lnTo>
                <a:lnTo>
                  <a:pt x="837787" y="2365056"/>
                </a:lnTo>
                <a:lnTo>
                  <a:pt x="844171" y="2364546"/>
                </a:lnTo>
                <a:lnTo>
                  <a:pt x="851385" y="2364035"/>
                </a:lnTo>
                <a:lnTo>
                  <a:pt x="857769" y="2356438"/>
                </a:lnTo>
                <a:lnTo>
                  <a:pt x="864153" y="2348841"/>
                </a:lnTo>
                <a:lnTo>
                  <a:pt x="871686" y="2348330"/>
                </a:lnTo>
                <a:lnTo>
                  <a:pt x="878900" y="2354714"/>
                </a:lnTo>
                <a:lnTo>
                  <a:pt x="886561" y="2361098"/>
                </a:lnTo>
                <a:lnTo>
                  <a:pt x="892945" y="2360651"/>
                </a:lnTo>
                <a:lnTo>
                  <a:pt x="907182" y="2359630"/>
                </a:lnTo>
                <a:lnTo>
                  <a:pt x="908203" y="2373803"/>
                </a:lnTo>
                <a:lnTo>
                  <a:pt x="914587" y="2366206"/>
                </a:lnTo>
                <a:lnTo>
                  <a:pt x="921674" y="2365759"/>
                </a:lnTo>
                <a:lnTo>
                  <a:pt x="928058" y="2358098"/>
                </a:lnTo>
                <a:lnTo>
                  <a:pt x="935208" y="2357651"/>
                </a:lnTo>
                <a:lnTo>
                  <a:pt x="935719" y="2364737"/>
                </a:lnTo>
                <a:lnTo>
                  <a:pt x="936229" y="2371824"/>
                </a:lnTo>
                <a:lnTo>
                  <a:pt x="942933" y="2371313"/>
                </a:lnTo>
                <a:lnTo>
                  <a:pt x="950019" y="2370866"/>
                </a:lnTo>
                <a:lnTo>
                  <a:pt x="950530" y="2377250"/>
                </a:lnTo>
                <a:lnTo>
                  <a:pt x="951041" y="2384400"/>
                </a:lnTo>
                <a:lnTo>
                  <a:pt x="957425" y="2376739"/>
                </a:lnTo>
                <a:lnTo>
                  <a:pt x="965086" y="2383124"/>
                </a:lnTo>
                <a:lnTo>
                  <a:pt x="972683" y="2389508"/>
                </a:lnTo>
                <a:lnTo>
                  <a:pt x="973194" y="2396594"/>
                </a:lnTo>
                <a:lnTo>
                  <a:pt x="980854" y="2402978"/>
                </a:lnTo>
                <a:lnTo>
                  <a:pt x="987239" y="2402467"/>
                </a:lnTo>
                <a:lnTo>
                  <a:pt x="994389" y="2401957"/>
                </a:lnTo>
                <a:lnTo>
                  <a:pt x="1001922" y="2401446"/>
                </a:lnTo>
                <a:lnTo>
                  <a:pt x="1008625" y="2400999"/>
                </a:lnTo>
                <a:lnTo>
                  <a:pt x="1016159" y="2400424"/>
                </a:lnTo>
                <a:lnTo>
                  <a:pt x="1022543" y="2392891"/>
                </a:lnTo>
                <a:lnTo>
                  <a:pt x="1022032" y="2385805"/>
                </a:lnTo>
                <a:lnTo>
                  <a:pt x="1021521" y="2378655"/>
                </a:lnTo>
                <a:lnTo>
                  <a:pt x="1028671" y="2378208"/>
                </a:lnTo>
                <a:lnTo>
                  <a:pt x="1035055" y="2377697"/>
                </a:lnTo>
                <a:lnTo>
                  <a:pt x="1042206" y="2377186"/>
                </a:lnTo>
                <a:lnTo>
                  <a:pt x="1041695" y="2370100"/>
                </a:lnTo>
                <a:lnTo>
                  <a:pt x="1049356" y="2369589"/>
                </a:lnTo>
                <a:lnTo>
                  <a:pt x="1055740" y="2369078"/>
                </a:lnTo>
                <a:lnTo>
                  <a:pt x="1056251" y="2376229"/>
                </a:lnTo>
                <a:lnTo>
                  <a:pt x="1068061" y="2363013"/>
                </a:lnTo>
                <a:lnTo>
                  <a:pt x="1068061" y="2363013"/>
                </a:lnTo>
                <a:lnTo>
                  <a:pt x="1074062" y="2359821"/>
                </a:lnTo>
                <a:lnTo>
                  <a:pt x="1080447" y="2351650"/>
                </a:lnTo>
                <a:lnTo>
                  <a:pt x="1087533" y="2351203"/>
                </a:lnTo>
                <a:lnTo>
                  <a:pt x="1094683" y="2350692"/>
                </a:lnTo>
                <a:lnTo>
                  <a:pt x="1108473" y="2343095"/>
                </a:lnTo>
                <a:lnTo>
                  <a:pt x="1114857" y="2335498"/>
                </a:lnTo>
                <a:lnTo>
                  <a:pt x="1114346" y="2328412"/>
                </a:lnTo>
                <a:lnTo>
                  <a:pt x="1120411" y="2320815"/>
                </a:lnTo>
                <a:lnTo>
                  <a:pt x="1126795" y="2313218"/>
                </a:lnTo>
                <a:lnTo>
                  <a:pt x="1141032" y="2312196"/>
                </a:lnTo>
                <a:lnTo>
                  <a:pt x="1148310" y="2311685"/>
                </a:lnTo>
                <a:lnTo>
                  <a:pt x="1163568" y="2324900"/>
                </a:lnTo>
                <a:lnTo>
                  <a:pt x="1169633" y="2317367"/>
                </a:lnTo>
                <a:lnTo>
                  <a:pt x="1192041" y="2330135"/>
                </a:lnTo>
                <a:lnTo>
                  <a:pt x="1191530" y="2322985"/>
                </a:lnTo>
                <a:lnTo>
                  <a:pt x="1197914" y="2315388"/>
                </a:lnTo>
                <a:lnTo>
                  <a:pt x="1205001" y="2314877"/>
                </a:lnTo>
                <a:lnTo>
                  <a:pt x="1212151" y="2314431"/>
                </a:lnTo>
                <a:lnTo>
                  <a:pt x="1205767" y="2322028"/>
                </a:lnTo>
                <a:lnTo>
                  <a:pt x="1206277" y="2329114"/>
                </a:lnTo>
                <a:lnTo>
                  <a:pt x="1213938" y="2335498"/>
                </a:lnTo>
                <a:lnTo>
                  <a:pt x="1207235" y="2342584"/>
                </a:lnTo>
                <a:lnTo>
                  <a:pt x="1222046" y="2355353"/>
                </a:lnTo>
                <a:lnTo>
                  <a:pt x="1231686" y="2383634"/>
                </a:lnTo>
                <a:lnTo>
                  <a:pt x="1240305" y="2410639"/>
                </a:lnTo>
                <a:lnTo>
                  <a:pt x="1247966" y="2417342"/>
                </a:lnTo>
                <a:lnTo>
                  <a:pt x="1264692" y="2451306"/>
                </a:lnTo>
                <a:lnTo>
                  <a:pt x="1271778" y="2450795"/>
                </a:lnTo>
                <a:lnTo>
                  <a:pt x="1287100" y="2464010"/>
                </a:lnTo>
                <a:lnTo>
                  <a:pt x="1294761" y="2477736"/>
                </a:lnTo>
                <a:lnTo>
                  <a:pt x="1302805" y="2483354"/>
                </a:lnTo>
                <a:lnTo>
                  <a:pt x="1310019" y="2490504"/>
                </a:lnTo>
                <a:lnTo>
                  <a:pt x="1332363" y="2509656"/>
                </a:lnTo>
                <a:lnTo>
                  <a:pt x="1377691" y="2548855"/>
                </a:lnTo>
                <a:lnTo>
                  <a:pt x="1385224" y="2548344"/>
                </a:lnTo>
                <a:lnTo>
                  <a:pt x="1392949" y="2562070"/>
                </a:lnTo>
                <a:lnTo>
                  <a:pt x="1407185" y="2561049"/>
                </a:lnTo>
                <a:lnTo>
                  <a:pt x="1415293" y="2574327"/>
                </a:lnTo>
                <a:lnTo>
                  <a:pt x="1421677" y="2566730"/>
                </a:lnTo>
                <a:lnTo>
                  <a:pt x="1444149" y="2586521"/>
                </a:lnTo>
                <a:lnTo>
                  <a:pt x="1452193" y="2592905"/>
                </a:lnTo>
                <a:lnTo>
                  <a:pt x="1459343" y="2599289"/>
                </a:lnTo>
                <a:lnTo>
                  <a:pt x="1465727" y="2598842"/>
                </a:lnTo>
                <a:lnTo>
                  <a:pt x="1480985" y="2611994"/>
                </a:lnTo>
                <a:lnTo>
                  <a:pt x="1488646" y="2611483"/>
                </a:lnTo>
                <a:lnTo>
                  <a:pt x="1495733" y="2617867"/>
                </a:lnTo>
                <a:lnTo>
                  <a:pt x="1496754" y="2631657"/>
                </a:lnTo>
                <a:lnTo>
                  <a:pt x="1497265" y="2639126"/>
                </a:lnTo>
                <a:lnTo>
                  <a:pt x="1497712" y="2645510"/>
                </a:lnTo>
                <a:lnTo>
                  <a:pt x="1512459" y="2651894"/>
                </a:lnTo>
                <a:lnTo>
                  <a:pt x="1519609" y="2651384"/>
                </a:lnTo>
                <a:lnTo>
                  <a:pt x="1525993" y="2650937"/>
                </a:lnTo>
                <a:lnTo>
                  <a:pt x="1541188" y="2657321"/>
                </a:lnTo>
                <a:lnTo>
                  <a:pt x="1548338" y="2663705"/>
                </a:lnTo>
                <a:lnTo>
                  <a:pt x="1548912" y="2671302"/>
                </a:lnTo>
                <a:lnTo>
                  <a:pt x="1556509" y="2677367"/>
                </a:lnTo>
                <a:lnTo>
                  <a:pt x="1564554" y="2697796"/>
                </a:lnTo>
                <a:lnTo>
                  <a:pt x="1573747" y="2718544"/>
                </a:lnTo>
                <a:lnTo>
                  <a:pt x="1575215" y="2739421"/>
                </a:lnTo>
                <a:lnTo>
                  <a:pt x="1568065" y="2747081"/>
                </a:lnTo>
                <a:lnTo>
                  <a:pt x="1561681" y="2747528"/>
                </a:lnTo>
                <a:lnTo>
                  <a:pt x="1554530" y="2748039"/>
                </a:lnTo>
                <a:lnTo>
                  <a:pt x="1555041" y="2755125"/>
                </a:lnTo>
                <a:lnTo>
                  <a:pt x="1555552" y="2762212"/>
                </a:lnTo>
                <a:lnTo>
                  <a:pt x="1555999" y="2768596"/>
                </a:lnTo>
                <a:lnTo>
                  <a:pt x="1556509" y="2775299"/>
                </a:lnTo>
                <a:lnTo>
                  <a:pt x="1550125" y="2783279"/>
                </a:lnTo>
                <a:lnTo>
                  <a:pt x="1543741" y="2790430"/>
                </a:lnTo>
                <a:lnTo>
                  <a:pt x="1544252" y="2797963"/>
                </a:lnTo>
                <a:lnTo>
                  <a:pt x="1551849" y="2804347"/>
                </a:lnTo>
                <a:lnTo>
                  <a:pt x="1558233" y="2803836"/>
                </a:lnTo>
                <a:lnTo>
                  <a:pt x="1565383" y="2803389"/>
                </a:lnTo>
                <a:lnTo>
                  <a:pt x="1571767" y="2802879"/>
                </a:lnTo>
                <a:lnTo>
                  <a:pt x="1578981" y="2795665"/>
                </a:lnTo>
                <a:lnTo>
                  <a:pt x="1585366" y="2795218"/>
                </a:lnTo>
                <a:lnTo>
                  <a:pt x="1584855" y="2787684"/>
                </a:lnTo>
                <a:lnTo>
                  <a:pt x="1599155" y="2779959"/>
                </a:lnTo>
                <a:lnTo>
                  <a:pt x="1603177" y="2773512"/>
                </a:lnTo>
                <a:lnTo>
                  <a:pt x="1602283" y="2760233"/>
                </a:lnTo>
                <a:lnTo>
                  <a:pt x="1608668" y="2752636"/>
                </a:lnTo>
                <a:lnTo>
                  <a:pt x="1615052" y="2745039"/>
                </a:lnTo>
                <a:lnTo>
                  <a:pt x="1621436" y="2737442"/>
                </a:lnTo>
                <a:lnTo>
                  <a:pt x="1628586" y="2736995"/>
                </a:lnTo>
                <a:lnTo>
                  <a:pt x="1634970" y="2736484"/>
                </a:lnTo>
                <a:lnTo>
                  <a:pt x="1642631" y="2735973"/>
                </a:lnTo>
                <a:lnTo>
                  <a:pt x="1642184" y="2728887"/>
                </a:lnTo>
                <a:lnTo>
                  <a:pt x="1641673" y="2722183"/>
                </a:lnTo>
                <a:lnTo>
                  <a:pt x="1641163" y="2715097"/>
                </a:lnTo>
                <a:lnTo>
                  <a:pt x="1640141" y="2700861"/>
                </a:lnTo>
                <a:lnTo>
                  <a:pt x="1639694" y="2693774"/>
                </a:lnTo>
                <a:lnTo>
                  <a:pt x="1639184" y="2686688"/>
                </a:lnTo>
                <a:lnTo>
                  <a:pt x="1631012" y="2680687"/>
                </a:lnTo>
                <a:lnTo>
                  <a:pt x="1617797" y="2688220"/>
                </a:lnTo>
                <a:lnTo>
                  <a:pt x="1610455" y="2677112"/>
                </a:lnTo>
                <a:lnTo>
                  <a:pt x="1606752" y="2658789"/>
                </a:lnTo>
                <a:lnTo>
                  <a:pt x="1608348" y="2647234"/>
                </a:lnTo>
                <a:lnTo>
                  <a:pt x="1615435" y="2646723"/>
                </a:lnTo>
                <a:lnTo>
                  <a:pt x="1614924" y="2639126"/>
                </a:lnTo>
                <a:lnTo>
                  <a:pt x="1621627" y="2632742"/>
                </a:lnTo>
                <a:lnTo>
                  <a:pt x="1614477" y="2633253"/>
                </a:lnTo>
                <a:lnTo>
                  <a:pt x="1620861" y="2625273"/>
                </a:lnTo>
                <a:lnTo>
                  <a:pt x="1627245" y="2618123"/>
                </a:lnTo>
                <a:lnTo>
                  <a:pt x="1634906" y="2617612"/>
                </a:lnTo>
                <a:lnTo>
                  <a:pt x="1641290" y="2617101"/>
                </a:lnTo>
                <a:lnTo>
                  <a:pt x="1641737" y="2623804"/>
                </a:lnTo>
                <a:lnTo>
                  <a:pt x="1656548" y="2630188"/>
                </a:lnTo>
                <a:lnTo>
                  <a:pt x="1663635" y="2629678"/>
                </a:lnTo>
                <a:lnTo>
                  <a:pt x="1670785" y="2629167"/>
                </a:lnTo>
                <a:lnTo>
                  <a:pt x="1677935" y="2628656"/>
                </a:lnTo>
                <a:lnTo>
                  <a:pt x="1685022" y="2628145"/>
                </a:lnTo>
                <a:lnTo>
                  <a:pt x="1685469" y="2634530"/>
                </a:lnTo>
                <a:lnTo>
                  <a:pt x="1686043" y="2642127"/>
                </a:lnTo>
                <a:lnTo>
                  <a:pt x="1693193" y="2648511"/>
                </a:lnTo>
                <a:lnTo>
                  <a:pt x="1693704" y="2654895"/>
                </a:lnTo>
                <a:lnTo>
                  <a:pt x="1701748" y="2661981"/>
                </a:lnTo>
                <a:lnTo>
                  <a:pt x="1708132" y="2661534"/>
                </a:lnTo>
                <a:lnTo>
                  <a:pt x="1715793" y="2661024"/>
                </a:lnTo>
                <a:lnTo>
                  <a:pt x="1722177" y="2652916"/>
                </a:lnTo>
                <a:lnTo>
                  <a:pt x="1721219" y="2639190"/>
                </a:lnTo>
                <a:lnTo>
                  <a:pt x="1720262" y="2625464"/>
                </a:lnTo>
                <a:lnTo>
                  <a:pt x="1719687" y="2617931"/>
                </a:lnTo>
                <a:lnTo>
                  <a:pt x="1704429" y="2612313"/>
                </a:lnTo>
                <a:lnTo>
                  <a:pt x="1697279" y="2598523"/>
                </a:lnTo>
                <a:lnTo>
                  <a:pt x="1689235" y="2592139"/>
                </a:lnTo>
                <a:lnTo>
                  <a:pt x="1674871" y="2585755"/>
                </a:lnTo>
                <a:lnTo>
                  <a:pt x="1660634" y="2586777"/>
                </a:lnTo>
                <a:lnTo>
                  <a:pt x="1653037" y="2580712"/>
                </a:lnTo>
                <a:lnTo>
                  <a:pt x="1645951" y="2574327"/>
                </a:lnTo>
                <a:lnTo>
                  <a:pt x="1623543" y="2568773"/>
                </a:lnTo>
                <a:lnTo>
                  <a:pt x="1616392" y="2562389"/>
                </a:lnTo>
                <a:lnTo>
                  <a:pt x="1608795" y="2556005"/>
                </a:lnTo>
                <a:lnTo>
                  <a:pt x="1601645" y="2556452"/>
                </a:lnTo>
                <a:lnTo>
                  <a:pt x="1587792" y="2557474"/>
                </a:lnTo>
                <a:lnTo>
                  <a:pt x="1580194" y="2551089"/>
                </a:lnTo>
                <a:lnTo>
                  <a:pt x="1565447" y="2545024"/>
                </a:lnTo>
                <a:lnTo>
                  <a:pt x="1557786" y="2545535"/>
                </a:lnTo>
                <a:lnTo>
                  <a:pt x="1564937" y="2537874"/>
                </a:lnTo>
                <a:lnTo>
                  <a:pt x="1571321" y="2537427"/>
                </a:lnTo>
                <a:lnTo>
                  <a:pt x="1578471" y="2529767"/>
                </a:lnTo>
                <a:lnTo>
                  <a:pt x="1577449" y="2515594"/>
                </a:lnTo>
                <a:lnTo>
                  <a:pt x="1555041" y="2510486"/>
                </a:lnTo>
                <a:lnTo>
                  <a:pt x="1548657" y="2510933"/>
                </a:lnTo>
                <a:lnTo>
                  <a:pt x="1527717" y="2512402"/>
                </a:lnTo>
                <a:lnTo>
                  <a:pt x="1513417" y="2513423"/>
                </a:lnTo>
                <a:lnTo>
                  <a:pt x="1499180" y="2507039"/>
                </a:lnTo>
                <a:lnTo>
                  <a:pt x="1490562" y="2493888"/>
                </a:lnTo>
                <a:lnTo>
                  <a:pt x="1483411" y="2486737"/>
                </a:lnTo>
                <a:lnTo>
                  <a:pt x="1468153" y="2473522"/>
                </a:lnTo>
                <a:lnTo>
                  <a:pt x="1459599" y="2460754"/>
                </a:lnTo>
                <a:lnTo>
                  <a:pt x="1445554" y="2447284"/>
                </a:lnTo>
                <a:lnTo>
                  <a:pt x="1444532" y="2433111"/>
                </a:lnTo>
                <a:lnTo>
                  <a:pt x="1450916" y="2425514"/>
                </a:lnTo>
                <a:lnTo>
                  <a:pt x="1443255" y="2412299"/>
                </a:lnTo>
                <a:lnTo>
                  <a:pt x="1434701" y="2398573"/>
                </a:lnTo>
                <a:lnTo>
                  <a:pt x="1434190" y="2391487"/>
                </a:lnTo>
                <a:lnTo>
                  <a:pt x="1426976" y="2385103"/>
                </a:lnTo>
                <a:lnTo>
                  <a:pt x="1426018" y="2371824"/>
                </a:lnTo>
                <a:lnTo>
                  <a:pt x="1418357" y="2372398"/>
                </a:lnTo>
                <a:lnTo>
                  <a:pt x="1404121" y="2366014"/>
                </a:lnTo>
                <a:lnTo>
                  <a:pt x="1389310" y="2359949"/>
                </a:lnTo>
                <a:lnTo>
                  <a:pt x="1382223" y="2360460"/>
                </a:lnTo>
                <a:lnTo>
                  <a:pt x="1367476" y="2354778"/>
                </a:lnTo>
                <a:lnTo>
                  <a:pt x="1366965" y="2347245"/>
                </a:lnTo>
                <a:lnTo>
                  <a:pt x="1359815" y="2341563"/>
                </a:lnTo>
                <a:lnTo>
                  <a:pt x="1359241" y="2333902"/>
                </a:lnTo>
                <a:lnTo>
                  <a:pt x="1351133" y="2320751"/>
                </a:lnTo>
                <a:lnTo>
                  <a:pt x="1357517" y="2313154"/>
                </a:lnTo>
                <a:lnTo>
                  <a:pt x="1357006" y="2306067"/>
                </a:lnTo>
                <a:lnTo>
                  <a:pt x="1356495" y="2298981"/>
                </a:lnTo>
                <a:lnTo>
                  <a:pt x="1362879" y="2291831"/>
                </a:lnTo>
                <a:lnTo>
                  <a:pt x="1369966" y="2284170"/>
                </a:lnTo>
                <a:lnTo>
                  <a:pt x="1369455" y="2277083"/>
                </a:lnTo>
                <a:lnTo>
                  <a:pt x="1361858" y="2277594"/>
                </a:lnTo>
                <a:lnTo>
                  <a:pt x="1354644" y="2271210"/>
                </a:lnTo>
                <a:lnTo>
                  <a:pt x="1354197" y="2264826"/>
                </a:lnTo>
                <a:lnTo>
                  <a:pt x="1347047" y="2265273"/>
                </a:lnTo>
                <a:lnTo>
                  <a:pt x="1353431" y="2257165"/>
                </a:lnTo>
                <a:lnTo>
                  <a:pt x="1359815" y="2256718"/>
                </a:lnTo>
                <a:lnTo>
                  <a:pt x="1358794" y="2242928"/>
                </a:lnTo>
                <a:lnTo>
                  <a:pt x="1373094" y="2241907"/>
                </a:lnTo>
                <a:lnTo>
                  <a:pt x="1380180" y="2241396"/>
                </a:lnTo>
                <a:lnTo>
                  <a:pt x="1387331" y="2240949"/>
                </a:lnTo>
                <a:lnTo>
                  <a:pt x="1394481" y="2240439"/>
                </a:lnTo>
                <a:lnTo>
                  <a:pt x="1400865" y="2232842"/>
                </a:lnTo>
                <a:lnTo>
                  <a:pt x="1407249" y="2232331"/>
                </a:lnTo>
                <a:lnTo>
                  <a:pt x="1406738" y="2225947"/>
                </a:lnTo>
                <a:lnTo>
                  <a:pt x="1414399" y="2225436"/>
                </a:lnTo>
                <a:lnTo>
                  <a:pt x="1421103" y="2224925"/>
                </a:lnTo>
                <a:lnTo>
                  <a:pt x="1421613" y="2231309"/>
                </a:lnTo>
                <a:lnTo>
                  <a:pt x="1429657" y="2237694"/>
                </a:lnTo>
                <a:lnTo>
                  <a:pt x="1428700" y="2224032"/>
                </a:lnTo>
                <a:lnTo>
                  <a:pt x="1435084" y="2223585"/>
                </a:lnTo>
                <a:lnTo>
                  <a:pt x="1436552" y="2221669"/>
                </a:lnTo>
                <a:lnTo>
                  <a:pt x="1442936" y="2223457"/>
                </a:lnTo>
                <a:lnTo>
                  <a:pt x="1449320" y="2215860"/>
                </a:lnTo>
                <a:lnTo>
                  <a:pt x="1449831" y="2223010"/>
                </a:lnTo>
                <a:lnTo>
                  <a:pt x="1450342" y="2230097"/>
                </a:lnTo>
                <a:lnTo>
                  <a:pt x="1450853" y="2237183"/>
                </a:lnTo>
                <a:lnTo>
                  <a:pt x="1444468" y="2244844"/>
                </a:lnTo>
                <a:lnTo>
                  <a:pt x="1437318" y="2245354"/>
                </a:lnTo>
                <a:lnTo>
                  <a:pt x="1430934" y="2252441"/>
                </a:lnTo>
                <a:lnTo>
                  <a:pt x="1438595" y="2258825"/>
                </a:lnTo>
                <a:lnTo>
                  <a:pt x="1439042" y="2265975"/>
                </a:lnTo>
                <a:lnTo>
                  <a:pt x="1440063" y="2280148"/>
                </a:lnTo>
                <a:lnTo>
                  <a:pt x="1447661" y="2286532"/>
                </a:lnTo>
                <a:lnTo>
                  <a:pt x="1448171" y="2293618"/>
                </a:lnTo>
                <a:lnTo>
                  <a:pt x="1455385" y="2300002"/>
                </a:lnTo>
                <a:lnTo>
                  <a:pt x="1461769" y="2285255"/>
                </a:lnTo>
                <a:lnTo>
                  <a:pt x="1468153" y="2278105"/>
                </a:lnTo>
                <a:lnTo>
                  <a:pt x="1474538" y="2263422"/>
                </a:lnTo>
                <a:lnTo>
                  <a:pt x="1474027" y="2256271"/>
                </a:lnTo>
                <a:lnTo>
                  <a:pt x="1481177" y="2255824"/>
                </a:lnTo>
                <a:lnTo>
                  <a:pt x="1488774" y="2262209"/>
                </a:lnTo>
                <a:lnTo>
                  <a:pt x="1496435" y="2268593"/>
                </a:lnTo>
                <a:lnTo>
                  <a:pt x="1503521" y="2274977"/>
                </a:lnTo>
                <a:lnTo>
                  <a:pt x="1511629" y="2288256"/>
                </a:lnTo>
                <a:lnTo>
                  <a:pt x="1505245" y="2302428"/>
                </a:lnTo>
                <a:lnTo>
                  <a:pt x="1505756" y="2310025"/>
                </a:lnTo>
                <a:lnTo>
                  <a:pt x="1506777" y="2323751"/>
                </a:lnTo>
                <a:lnTo>
                  <a:pt x="1521014" y="2322730"/>
                </a:lnTo>
                <a:lnTo>
                  <a:pt x="1521525" y="2330327"/>
                </a:lnTo>
                <a:lnTo>
                  <a:pt x="1528675" y="2329816"/>
                </a:lnTo>
                <a:lnTo>
                  <a:pt x="1535825" y="2335498"/>
                </a:lnTo>
                <a:lnTo>
                  <a:pt x="1543997" y="2342521"/>
                </a:lnTo>
                <a:lnTo>
                  <a:pt x="1522482" y="2344053"/>
                </a:lnTo>
                <a:lnTo>
                  <a:pt x="1530079" y="2350437"/>
                </a:lnTo>
                <a:lnTo>
                  <a:pt x="1537293" y="2356821"/>
                </a:lnTo>
                <a:lnTo>
                  <a:pt x="1545976" y="2370483"/>
                </a:lnTo>
                <a:lnTo>
                  <a:pt x="1552360" y="2370036"/>
                </a:lnTo>
                <a:lnTo>
                  <a:pt x="1567618" y="2382804"/>
                </a:lnTo>
                <a:lnTo>
                  <a:pt x="1568129" y="2389891"/>
                </a:lnTo>
                <a:lnTo>
                  <a:pt x="1584025" y="2396211"/>
                </a:lnTo>
                <a:lnTo>
                  <a:pt x="1597815" y="2388103"/>
                </a:lnTo>
                <a:lnTo>
                  <a:pt x="1604901" y="2387656"/>
                </a:lnTo>
                <a:lnTo>
                  <a:pt x="1619776" y="2400871"/>
                </a:lnTo>
                <a:lnTo>
                  <a:pt x="1634970" y="2413640"/>
                </a:lnTo>
                <a:lnTo>
                  <a:pt x="1643142" y="2427365"/>
                </a:lnTo>
                <a:lnTo>
                  <a:pt x="1656868" y="2426344"/>
                </a:lnTo>
                <a:lnTo>
                  <a:pt x="1664975" y="2439687"/>
                </a:lnTo>
                <a:lnTo>
                  <a:pt x="1679723" y="2446071"/>
                </a:lnTo>
                <a:lnTo>
                  <a:pt x="1686873" y="2445624"/>
                </a:lnTo>
                <a:lnTo>
                  <a:pt x="1695045" y="2458392"/>
                </a:lnTo>
                <a:lnTo>
                  <a:pt x="1701429" y="2457945"/>
                </a:lnTo>
                <a:lnTo>
                  <a:pt x="1709090" y="2465095"/>
                </a:lnTo>
                <a:lnTo>
                  <a:pt x="1723390" y="2464074"/>
                </a:lnTo>
                <a:lnTo>
                  <a:pt x="1730476" y="2463563"/>
                </a:lnTo>
                <a:lnTo>
                  <a:pt x="1738648" y="2469564"/>
                </a:lnTo>
                <a:lnTo>
                  <a:pt x="1739159" y="2477225"/>
                </a:lnTo>
                <a:lnTo>
                  <a:pt x="1745543" y="2483609"/>
                </a:lnTo>
                <a:lnTo>
                  <a:pt x="1753076" y="2483099"/>
                </a:lnTo>
                <a:lnTo>
                  <a:pt x="1754098" y="2496888"/>
                </a:lnTo>
                <a:lnTo>
                  <a:pt x="1767887" y="2495867"/>
                </a:lnTo>
                <a:lnTo>
                  <a:pt x="1768398" y="2503017"/>
                </a:lnTo>
                <a:lnTo>
                  <a:pt x="1775548" y="2502506"/>
                </a:lnTo>
                <a:lnTo>
                  <a:pt x="1782698" y="2501996"/>
                </a:lnTo>
                <a:lnTo>
                  <a:pt x="1781677" y="2488206"/>
                </a:lnTo>
                <a:lnTo>
                  <a:pt x="1781166" y="2481119"/>
                </a:lnTo>
                <a:lnTo>
                  <a:pt x="1780719" y="2474735"/>
                </a:lnTo>
                <a:lnTo>
                  <a:pt x="1780209" y="2467075"/>
                </a:lnTo>
                <a:lnTo>
                  <a:pt x="1780592" y="2466691"/>
                </a:lnTo>
                <a:lnTo>
                  <a:pt x="1781102" y="2473778"/>
                </a:lnTo>
                <a:lnTo>
                  <a:pt x="1781549" y="2480162"/>
                </a:lnTo>
                <a:lnTo>
                  <a:pt x="1782060" y="2487248"/>
                </a:lnTo>
                <a:lnTo>
                  <a:pt x="1783018" y="2501038"/>
                </a:lnTo>
                <a:lnTo>
                  <a:pt x="1790679" y="2507997"/>
                </a:lnTo>
                <a:lnTo>
                  <a:pt x="1791189" y="2514700"/>
                </a:lnTo>
                <a:lnTo>
                  <a:pt x="1791636" y="2521786"/>
                </a:lnTo>
                <a:lnTo>
                  <a:pt x="1784550" y="2522297"/>
                </a:lnTo>
                <a:lnTo>
                  <a:pt x="1785060" y="2529383"/>
                </a:lnTo>
                <a:lnTo>
                  <a:pt x="1785571" y="2536470"/>
                </a:lnTo>
                <a:lnTo>
                  <a:pt x="1786018" y="2543173"/>
                </a:lnTo>
                <a:lnTo>
                  <a:pt x="1786529" y="2550259"/>
                </a:lnTo>
                <a:lnTo>
                  <a:pt x="1787040" y="2557410"/>
                </a:lnTo>
                <a:lnTo>
                  <a:pt x="1788061" y="2571582"/>
                </a:lnTo>
                <a:lnTo>
                  <a:pt x="1781358" y="2578669"/>
                </a:lnTo>
                <a:lnTo>
                  <a:pt x="1781868" y="2585755"/>
                </a:lnTo>
                <a:lnTo>
                  <a:pt x="1782379" y="2592841"/>
                </a:lnTo>
                <a:lnTo>
                  <a:pt x="1790040" y="2599225"/>
                </a:lnTo>
                <a:lnTo>
                  <a:pt x="1783656" y="2606886"/>
                </a:lnTo>
                <a:lnTo>
                  <a:pt x="1784103" y="2613271"/>
                </a:lnTo>
                <a:lnTo>
                  <a:pt x="1791253" y="2612760"/>
                </a:lnTo>
                <a:lnTo>
                  <a:pt x="1791764" y="2620293"/>
                </a:lnTo>
                <a:lnTo>
                  <a:pt x="1784677" y="2620804"/>
                </a:lnTo>
                <a:lnTo>
                  <a:pt x="1785635" y="2634593"/>
                </a:lnTo>
                <a:lnTo>
                  <a:pt x="1799872" y="2633572"/>
                </a:lnTo>
                <a:lnTo>
                  <a:pt x="1807086" y="2639956"/>
                </a:lnTo>
                <a:lnTo>
                  <a:pt x="1821322" y="2638935"/>
                </a:lnTo>
                <a:lnTo>
                  <a:pt x="1821833" y="2645319"/>
                </a:lnTo>
                <a:lnTo>
                  <a:pt x="1829941" y="2658981"/>
                </a:lnTo>
                <a:lnTo>
                  <a:pt x="1828983" y="2658981"/>
                </a:lnTo>
                <a:lnTo>
                  <a:pt x="1836580" y="2672260"/>
                </a:lnTo>
                <a:lnTo>
                  <a:pt x="1844241" y="2678644"/>
                </a:lnTo>
                <a:lnTo>
                  <a:pt x="1858031" y="2677622"/>
                </a:lnTo>
                <a:lnTo>
                  <a:pt x="1858542" y="2684709"/>
                </a:lnTo>
                <a:lnTo>
                  <a:pt x="1859563" y="2698945"/>
                </a:lnTo>
                <a:lnTo>
                  <a:pt x="1867735" y="2705329"/>
                </a:lnTo>
                <a:lnTo>
                  <a:pt x="1873800" y="2697732"/>
                </a:lnTo>
                <a:lnTo>
                  <a:pt x="1881461" y="2697222"/>
                </a:lnTo>
                <a:lnTo>
                  <a:pt x="1887845" y="2696711"/>
                </a:lnTo>
                <a:lnTo>
                  <a:pt x="1895569" y="2696200"/>
                </a:lnTo>
                <a:lnTo>
                  <a:pt x="1896016" y="2703286"/>
                </a:lnTo>
                <a:lnTo>
                  <a:pt x="1896527" y="2709990"/>
                </a:lnTo>
                <a:lnTo>
                  <a:pt x="1882227" y="2710947"/>
                </a:lnTo>
                <a:lnTo>
                  <a:pt x="1874630" y="2711522"/>
                </a:lnTo>
                <a:lnTo>
                  <a:pt x="1868245" y="2719055"/>
                </a:lnTo>
                <a:lnTo>
                  <a:pt x="1875332" y="2725439"/>
                </a:lnTo>
                <a:lnTo>
                  <a:pt x="1875843" y="2732526"/>
                </a:lnTo>
                <a:lnTo>
                  <a:pt x="1876353" y="2739676"/>
                </a:lnTo>
                <a:lnTo>
                  <a:pt x="1884014" y="2739101"/>
                </a:lnTo>
                <a:lnTo>
                  <a:pt x="1898761" y="2744655"/>
                </a:lnTo>
                <a:lnTo>
                  <a:pt x="1905146" y="2737633"/>
                </a:lnTo>
                <a:lnTo>
                  <a:pt x="1912232" y="2737122"/>
                </a:lnTo>
                <a:lnTo>
                  <a:pt x="1918999" y="2736675"/>
                </a:lnTo>
                <a:lnTo>
                  <a:pt x="1919446" y="2743059"/>
                </a:lnTo>
                <a:lnTo>
                  <a:pt x="1933236" y="2735462"/>
                </a:lnTo>
                <a:lnTo>
                  <a:pt x="1940322" y="2734952"/>
                </a:lnTo>
                <a:lnTo>
                  <a:pt x="1947919" y="2734441"/>
                </a:lnTo>
                <a:lnTo>
                  <a:pt x="1961709" y="2733483"/>
                </a:lnTo>
                <a:lnTo>
                  <a:pt x="1968795" y="2739548"/>
                </a:lnTo>
                <a:lnTo>
                  <a:pt x="1976903" y="2745932"/>
                </a:lnTo>
                <a:lnTo>
                  <a:pt x="1976456" y="2739229"/>
                </a:lnTo>
                <a:lnTo>
                  <a:pt x="1990182" y="2738271"/>
                </a:lnTo>
                <a:lnTo>
                  <a:pt x="1997396" y="2744655"/>
                </a:lnTo>
                <a:lnTo>
                  <a:pt x="2004993" y="2751678"/>
                </a:lnTo>
                <a:lnTo>
                  <a:pt x="2019740" y="2757360"/>
                </a:lnTo>
                <a:lnTo>
                  <a:pt x="2013675" y="2765340"/>
                </a:lnTo>
                <a:lnTo>
                  <a:pt x="2006015" y="2765851"/>
                </a:lnTo>
                <a:lnTo>
                  <a:pt x="1999630" y="2773065"/>
                </a:lnTo>
                <a:lnTo>
                  <a:pt x="1992480" y="2766681"/>
                </a:lnTo>
                <a:lnTo>
                  <a:pt x="1991906" y="2759147"/>
                </a:lnTo>
                <a:lnTo>
                  <a:pt x="1984309" y="2752763"/>
                </a:lnTo>
                <a:lnTo>
                  <a:pt x="1970519" y="2760424"/>
                </a:lnTo>
                <a:lnTo>
                  <a:pt x="1970072" y="2754040"/>
                </a:lnTo>
                <a:lnTo>
                  <a:pt x="1963688" y="2754487"/>
                </a:lnTo>
                <a:lnTo>
                  <a:pt x="1956091" y="2754998"/>
                </a:lnTo>
                <a:lnTo>
                  <a:pt x="1949707" y="2755445"/>
                </a:lnTo>
                <a:lnTo>
                  <a:pt x="1942110" y="2756019"/>
                </a:lnTo>
                <a:lnTo>
                  <a:pt x="1935725" y="2763169"/>
                </a:lnTo>
                <a:lnTo>
                  <a:pt x="1928639" y="2763680"/>
                </a:lnTo>
                <a:lnTo>
                  <a:pt x="1921489" y="2764191"/>
                </a:lnTo>
                <a:lnTo>
                  <a:pt x="1914786" y="2764638"/>
                </a:lnTo>
                <a:lnTo>
                  <a:pt x="1907635" y="2765149"/>
                </a:lnTo>
                <a:lnTo>
                  <a:pt x="1901570" y="2773129"/>
                </a:lnTo>
                <a:lnTo>
                  <a:pt x="1902081" y="2779513"/>
                </a:lnTo>
                <a:lnTo>
                  <a:pt x="1909678" y="2793239"/>
                </a:lnTo>
                <a:lnTo>
                  <a:pt x="1916829" y="2792728"/>
                </a:lnTo>
                <a:lnTo>
                  <a:pt x="1923979" y="2799112"/>
                </a:lnTo>
                <a:lnTo>
                  <a:pt x="1931640" y="2806198"/>
                </a:lnTo>
                <a:lnTo>
                  <a:pt x="1932087" y="2812902"/>
                </a:lnTo>
                <a:lnTo>
                  <a:pt x="1933108" y="2827074"/>
                </a:lnTo>
                <a:lnTo>
                  <a:pt x="1926724" y="2834671"/>
                </a:lnTo>
                <a:lnTo>
                  <a:pt x="1934257" y="2840736"/>
                </a:lnTo>
                <a:lnTo>
                  <a:pt x="1934768" y="2847823"/>
                </a:lnTo>
                <a:lnTo>
                  <a:pt x="1935279" y="2854973"/>
                </a:lnTo>
                <a:lnTo>
                  <a:pt x="1943450" y="2868635"/>
                </a:lnTo>
                <a:lnTo>
                  <a:pt x="1950537" y="2868124"/>
                </a:lnTo>
                <a:lnTo>
                  <a:pt x="1958070" y="2867613"/>
                </a:lnTo>
                <a:lnTo>
                  <a:pt x="1963752" y="2860080"/>
                </a:lnTo>
                <a:lnTo>
                  <a:pt x="1957368" y="2853696"/>
                </a:lnTo>
                <a:lnTo>
                  <a:pt x="1956857" y="2846546"/>
                </a:lnTo>
                <a:lnTo>
                  <a:pt x="1962539" y="2839012"/>
                </a:lnTo>
                <a:lnTo>
                  <a:pt x="1970647" y="2845397"/>
                </a:lnTo>
                <a:lnTo>
                  <a:pt x="1971157" y="2852483"/>
                </a:lnTo>
                <a:lnTo>
                  <a:pt x="1971668" y="2859633"/>
                </a:lnTo>
                <a:lnTo>
                  <a:pt x="1972179" y="2866720"/>
                </a:lnTo>
                <a:lnTo>
                  <a:pt x="1979265" y="2873104"/>
                </a:lnTo>
                <a:lnTo>
                  <a:pt x="1986926" y="2872593"/>
                </a:lnTo>
                <a:lnTo>
                  <a:pt x="1994523" y="2886319"/>
                </a:lnTo>
                <a:lnTo>
                  <a:pt x="2001673" y="2885808"/>
                </a:lnTo>
                <a:lnTo>
                  <a:pt x="2000652" y="2871635"/>
                </a:lnTo>
                <a:lnTo>
                  <a:pt x="2000205" y="2864932"/>
                </a:lnTo>
                <a:lnTo>
                  <a:pt x="1999694" y="2857846"/>
                </a:lnTo>
                <a:lnTo>
                  <a:pt x="2006078" y="2850249"/>
                </a:lnTo>
                <a:lnTo>
                  <a:pt x="2007100" y="2864485"/>
                </a:lnTo>
                <a:lnTo>
                  <a:pt x="2014186" y="2863974"/>
                </a:lnTo>
                <a:lnTo>
                  <a:pt x="2015208" y="2877700"/>
                </a:lnTo>
                <a:lnTo>
                  <a:pt x="2022805" y="2877190"/>
                </a:lnTo>
                <a:lnTo>
                  <a:pt x="2051342" y="2875147"/>
                </a:lnTo>
                <a:lnTo>
                  <a:pt x="2050831" y="2868060"/>
                </a:lnTo>
                <a:lnTo>
                  <a:pt x="2036084" y="2862442"/>
                </a:lnTo>
                <a:lnTo>
                  <a:pt x="2035573" y="2855292"/>
                </a:lnTo>
                <a:lnTo>
                  <a:pt x="2027465" y="2848908"/>
                </a:lnTo>
                <a:lnTo>
                  <a:pt x="2026444" y="2834671"/>
                </a:lnTo>
                <a:lnTo>
                  <a:pt x="2020060" y="2835118"/>
                </a:lnTo>
                <a:lnTo>
                  <a:pt x="2011377" y="2822031"/>
                </a:lnTo>
                <a:lnTo>
                  <a:pt x="2003780" y="2815647"/>
                </a:lnTo>
                <a:lnTo>
                  <a:pt x="2002823" y="2801857"/>
                </a:lnTo>
                <a:lnTo>
                  <a:pt x="2009909" y="2801410"/>
                </a:lnTo>
                <a:lnTo>
                  <a:pt x="2018080" y="2807794"/>
                </a:lnTo>
                <a:lnTo>
                  <a:pt x="2018527" y="2814881"/>
                </a:lnTo>
                <a:lnTo>
                  <a:pt x="2025678" y="2821265"/>
                </a:lnTo>
                <a:lnTo>
                  <a:pt x="2033275" y="2820690"/>
                </a:lnTo>
                <a:lnTo>
                  <a:pt x="2047064" y="2812646"/>
                </a:lnTo>
                <a:lnTo>
                  <a:pt x="2060280" y="2804538"/>
                </a:lnTo>
                <a:lnTo>
                  <a:pt x="2059258" y="2790238"/>
                </a:lnTo>
                <a:lnTo>
                  <a:pt x="2046107" y="2798857"/>
                </a:lnTo>
                <a:lnTo>
                  <a:pt x="2038446" y="2799367"/>
                </a:lnTo>
                <a:lnTo>
                  <a:pt x="2031296" y="2792217"/>
                </a:lnTo>
                <a:lnTo>
                  <a:pt x="2030785" y="2785833"/>
                </a:lnTo>
                <a:lnTo>
                  <a:pt x="2037169" y="2778300"/>
                </a:lnTo>
                <a:lnTo>
                  <a:pt x="2050448" y="2763489"/>
                </a:lnTo>
                <a:lnTo>
                  <a:pt x="2057598" y="2762978"/>
                </a:lnTo>
                <a:lnTo>
                  <a:pt x="2065706" y="2776257"/>
                </a:lnTo>
                <a:lnTo>
                  <a:pt x="2080453" y="2782641"/>
                </a:lnTo>
                <a:lnTo>
                  <a:pt x="2079942" y="2775555"/>
                </a:lnTo>
                <a:lnTo>
                  <a:pt x="2079432" y="2768404"/>
                </a:lnTo>
                <a:lnTo>
                  <a:pt x="2078410" y="2754232"/>
                </a:lnTo>
                <a:lnTo>
                  <a:pt x="2077389" y="2740059"/>
                </a:lnTo>
                <a:lnTo>
                  <a:pt x="2069856" y="2740570"/>
                </a:lnTo>
                <a:lnTo>
                  <a:pt x="2055555" y="2734888"/>
                </a:lnTo>
                <a:lnTo>
                  <a:pt x="2045915" y="2721800"/>
                </a:lnTo>
                <a:lnTo>
                  <a:pt x="2039531" y="2722247"/>
                </a:lnTo>
                <a:lnTo>
                  <a:pt x="2024784" y="2716182"/>
                </a:lnTo>
                <a:lnTo>
                  <a:pt x="2010037" y="2710118"/>
                </a:lnTo>
                <a:lnTo>
                  <a:pt x="1995225" y="2711139"/>
                </a:lnTo>
                <a:lnTo>
                  <a:pt x="1988011" y="2704755"/>
                </a:lnTo>
                <a:lnTo>
                  <a:pt x="1994395" y="2697605"/>
                </a:lnTo>
                <a:lnTo>
                  <a:pt x="2000780" y="2690007"/>
                </a:lnTo>
                <a:lnTo>
                  <a:pt x="2000333" y="2682921"/>
                </a:lnTo>
                <a:lnTo>
                  <a:pt x="1993182" y="2683432"/>
                </a:lnTo>
                <a:lnTo>
                  <a:pt x="1985458" y="2669706"/>
                </a:lnTo>
                <a:lnTo>
                  <a:pt x="1991842" y="2662109"/>
                </a:lnTo>
                <a:lnTo>
                  <a:pt x="1998992" y="2661598"/>
                </a:lnTo>
                <a:lnTo>
                  <a:pt x="2013229" y="2660641"/>
                </a:lnTo>
                <a:lnTo>
                  <a:pt x="2021400" y="2667025"/>
                </a:lnTo>
                <a:lnTo>
                  <a:pt x="2021911" y="2674175"/>
                </a:lnTo>
                <a:lnTo>
                  <a:pt x="2022422" y="2681261"/>
                </a:lnTo>
                <a:lnTo>
                  <a:pt x="2028806" y="2680751"/>
                </a:lnTo>
                <a:lnTo>
                  <a:pt x="2035190" y="2666067"/>
                </a:lnTo>
                <a:lnTo>
                  <a:pt x="2027529" y="2666578"/>
                </a:lnTo>
                <a:lnTo>
                  <a:pt x="2005185" y="2647426"/>
                </a:lnTo>
                <a:lnTo>
                  <a:pt x="1996566" y="2633763"/>
                </a:lnTo>
                <a:lnTo>
                  <a:pt x="1982266" y="2628145"/>
                </a:lnTo>
                <a:lnTo>
                  <a:pt x="1974605" y="2621761"/>
                </a:lnTo>
                <a:lnTo>
                  <a:pt x="1973647" y="2607972"/>
                </a:lnTo>
                <a:lnTo>
                  <a:pt x="1973136" y="2600502"/>
                </a:lnTo>
                <a:lnTo>
                  <a:pt x="1972626" y="2593799"/>
                </a:lnTo>
                <a:lnTo>
                  <a:pt x="1965539" y="2587415"/>
                </a:lnTo>
                <a:lnTo>
                  <a:pt x="1971923" y="2579882"/>
                </a:lnTo>
                <a:lnTo>
                  <a:pt x="1985266" y="2571774"/>
                </a:lnTo>
                <a:lnTo>
                  <a:pt x="1992416" y="2571263"/>
                </a:lnTo>
                <a:lnTo>
                  <a:pt x="1993438" y="2585500"/>
                </a:lnTo>
                <a:lnTo>
                  <a:pt x="2001546" y="2591884"/>
                </a:lnTo>
                <a:lnTo>
                  <a:pt x="2009207" y="2605610"/>
                </a:lnTo>
                <a:lnTo>
                  <a:pt x="2017825" y="2618889"/>
                </a:lnTo>
                <a:lnTo>
                  <a:pt x="2032572" y="2625273"/>
                </a:lnTo>
                <a:lnTo>
                  <a:pt x="2046745" y="2630891"/>
                </a:lnTo>
                <a:lnTo>
                  <a:pt x="2046298" y="2624507"/>
                </a:lnTo>
                <a:lnTo>
                  <a:pt x="2032062" y="2618123"/>
                </a:lnTo>
                <a:lnTo>
                  <a:pt x="2023890" y="2611036"/>
                </a:lnTo>
                <a:lnTo>
                  <a:pt x="2023443" y="2604652"/>
                </a:lnTo>
                <a:lnTo>
                  <a:pt x="2022932" y="2597119"/>
                </a:lnTo>
                <a:lnTo>
                  <a:pt x="2031104" y="2604077"/>
                </a:lnTo>
                <a:lnTo>
                  <a:pt x="2038127" y="2609759"/>
                </a:lnTo>
                <a:lnTo>
                  <a:pt x="2045787" y="2616910"/>
                </a:lnTo>
                <a:lnTo>
                  <a:pt x="2067685" y="2622464"/>
                </a:lnTo>
                <a:lnTo>
                  <a:pt x="2067174" y="2615377"/>
                </a:lnTo>
                <a:lnTo>
                  <a:pt x="2059641" y="2615952"/>
                </a:lnTo>
                <a:lnTo>
                  <a:pt x="2051916" y="2602609"/>
                </a:lnTo>
                <a:lnTo>
                  <a:pt x="2044255" y="2595650"/>
                </a:lnTo>
                <a:lnTo>
                  <a:pt x="2051405" y="2595140"/>
                </a:lnTo>
                <a:lnTo>
                  <a:pt x="2058109" y="2594629"/>
                </a:lnTo>
                <a:lnTo>
                  <a:pt x="2059067" y="2608291"/>
                </a:lnTo>
                <a:lnTo>
                  <a:pt x="2073367" y="2607333"/>
                </a:lnTo>
                <a:lnTo>
                  <a:pt x="2087157" y="2600119"/>
                </a:lnTo>
                <a:lnTo>
                  <a:pt x="2093541" y="2592139"/>
                </a:lnTo>
                <a:lnTo>
                  <a:pt x="2086454" y="2592650"/>
                </a:lnTo>
                <a:lnTo>
                  <a:pt x="2071707" y="2586968"/>
                </a:lnTo>
                <a:lnTo>
                  <a:pt x="2056960" y="2580584"/>
                </a:lnTo>
                <a:lnTo>
                  <a:pt x="2049746" y="2574200"/>
                </a:lnTo>
                <a:lnTo>
                  <a:pt x="2042085" y="2567816"/>
                </a:lnTo>
                <a:lnTo>
                  <a:pt x="2041574" y="2560729"/>
                </a:lnTo>
                <a:lnTo>
                  <a:pt x="2048724" y="2560219"/>
                </a:lnTo>
                <a:lnTo>
                  <a:pt x="2069664" y="2558750"/>
                </a:lnTo>
                <a:lnTo>
                  <a:pt x="2076814" y="2558240"/>
                </a:lnTo>
                <a:lnTo>
                  <a:pt x="2076367" y="2551855"/>
                </a:lnTo>
                <a:lnTo>
                  <a:pt x="2075857" y="2544769"/>
                </a:lnTo>
                <a:lnTo>
                  <a:pt x="2082241" y="2537172"/>
                </a:lnTo>
                <a:lnTo>
                  <a:pt x="2089902" y="2543556"/>
                </a:lnTo>
                <a:lnTo>
                  <a:pt x="2096988" y="2549940"/>
                </a:lnTo>
                <a:lnTo>
                  <a:pt x="2111799" y="2548919"/>
                </a:lnTo>
                <a:lnTo>
                  <a:pt x="2118183" y="2541322"/>
                </a:lnTo>
                <a:lnTo>
                  <a:pt x="2110522" y="2534938"/>
                </a:lnTo>
                <a:lnTo>
                  <a:pt x="2117673" y="2534427"/>
                </a:lnTo>
                <a:lnTo>
                  <a:pt x="2130952" y="2533469"/>
                </a:lnTo>
                <a:lnTo>
                  <a:pt x="2145699" y="2539853"/>
                </a:lnTo>
                <a:lnTo>
                  <a:pt x="2167086" y="2538321"/>
                </a:lnTo>
                <a:lnTo>
                  <a:pt x="2174747" y="2544705"/>
                </a:lnTo>
                <a:lnTo>
                  <a:pt x="2181131" y="2544258"/>
                </a:lnTo>
                <a:lnTo>
                  <a:pt x="2180684" y="2544705"/>
                </a:lnTo>
                <a:lnTo>
                  <a:pt x="2188345" y="2551089"/>
                </a:lnTo>
                <a:lnTo>
                  <a:pt x="2203284" y="2549429"/>
                </a:lnTo>
                <a:lnTo>
                  <a:pt x="2210434" y="2548919"/>
                </a:lnTo>
                <a:lnTo>
                  <a:pt x="2216818" y="2541322"/>
                </a:lnTo>
                <a:lnTo>
                  <a:pt x="2217329" y="2548408"/>
                </a:lnTo>
                <a:lnTo>
                  <a:pt x="2217839" y="2555558"/>
                </a:lnTo>
                <a:lnTo>
                  <a:pt x="2211136" y="2556005"/>
                </a:lnTo>
                <a:lnTo>
                  <a:pt x="2197857" y="2571199"/>
                </a:lnTo>
                <a:lnTo>
                  <a:pt x="2205454" y="2577583"/>
                </a:lnTo>
                <a:lnTo>
                  <a:pt x="2211838" y="2570369"/>
                </a:lnTo>
                <a:lnTo>
                  <a:pt x="2232267" y="2561368"/>
                </a:lnTo>
                <a:lnTo>
                  <a:pt x="2238652" y="2554218"/>
                </a:lnTo>
                <a:lnTo>
                  <a:pt x="2252441" y="2546110"/>
                </a:lnTo>
                <a:lnTo>
                  <a:pt x="2251930" y="2539023"/>
                </a:lnTo>
                <a:lnTo>
                  <a:pt x="2258315" y="2532001"/>
                </a:lnTo>
                <a:lnTo>
                  <a:pt x="2272168" y="2523318"/>
                </a:lnTo>
                <a:lnTo>
                  <a:pt x="2278552" y="2516296"/>
                </a:lnTo>
                <a:lnTo>
                  <a:pt x="2284936" y="2508124"/>
                </a:lnTo>
                <a:lnTo>
                  <a:pt x="2298726" y="2500974"/>
                </a:lnTo>
                <a:lnTo>
                  <a:pt x="2305110" y="2500527"/>
                </a:lnTo>
                <a:lnTo>
                  <a:pt x="2319921" y="2499506"/>
                </a:lnTo>
                <a:lnTo>
                  <a:pt x="2333647" y="2498484"/>
                </a:lnTo>
                <a:lnTo>
                  <a:pt x="2340733" y="2498037"/>
                </a:lnTo>
                <a:lnTo>
                  <a:pt x="2347118" y="2490376"/>
                </a:lnTo>
                <a:lnTo>
                  <a:pt x="2346096" y="2476204"/>
                </a:lnTo>
                <a:lnTo>
                  <a:pt x="2339010" y="2476714"/>
                </a:lnTo>
                <a:lnTo>
                  <a:pt x="2324199" y="2470650"/>
                </a:lnTo>
                <a:lnTo>
                  <a:pt x="2317814" y="2471097"/>
                </a:lnTo>
                <a:lnTo>
                  <a:pt x="2302046" y="2457945"/>
                </a:lnTo>
                <a:lnTo>
                  <a:pt x="2288320" y="2458903"/>
                </a:lnTo>
                <a:lnTo>
                  <a:pt x="2287809" y="2452199"/>
                </a:lnTo>
                <a:lnTo>
                  <a:pt x="2287298" y="2445113"/>
                </a:lnTo>
                <a:lnTo>
                  <a:pt x="2279701" y="2439048"/>
                </a:lnTo>
                <a:lnTo>
                  <a:pt x="2277339" y="2439048"/>
                </a:lnTo>
                <a:lnTo>
                  <a:pt x="2276828" y="2432664"/>
                </a:lnTo>
                <a:lnTo>
                  <a:pt x="2275807" y="2418491"/>
                </a:lnTo>
                <a:lnTo>
                  <a:pt x="2268721" y="2418938"/>
                </a:lnTo>
                <a:lnTo>
                  <a:pt x="2261124" y="2412873"/>
                </a:lnTo>
                <a:lnTo>
                  <a:pt x="2260613" y="2405787"/>
                </a:lnTo>
                <a:lnTo>
                  <a:pt x="2246312" y="2406809"/>
                </a:lnTo>
                <a:lnTo>
                  <a:pt x="2239928" y="2414342"/>
                </a:lnTo>
                <a:lnTo>
                  <a:pt x="2238907" y="2400169"/>
                </a:lnTo>
                <a:lnTo>
                  <a:pt x="2238396" y="2393083"/>
                </a:lnTo>
                <a:lnTo>
                  <a:pt x="2244780" y="2385933"/>
                </a:lnTo>
                <a:lnTo>
                  <a:pt x="2251930" y="2385422"/>
                </a:lnTo>
                <a:lnTo>
                  <a:pt x="2251420" y="2377889"/>
                </a:lnTo>
                <a:lnTo>
                  <a:pt x="2257804" y="2370738"/>
                </a:lnTo>
                <a:lnTo>
                  <a:pt x="2250143" y="2364354"/>
                </a:lnTo>
                <a:lnTo>
                  <a:pt x="2249185" y="2350692"/>
                </a:lnTo>
                <a:lnTo>
                  <a:pt x="2256335" y="2350182"/>
                </a:lnTo>
                <a:lnTo>
                  <a:pt x="2255314" y="2336009"/>
                </a:lnTo>
                <a:lnTo>
                  <a:pt x="2254356" y="2322219"/>
                </a:lnTo>
                <a:lnTo>
                  <a:pt x="2268593" y="2321198"/>
                </a:lnTo>
                <a:lnTo>
                  <a:pt x="2282829" y="2320240"/>
                </a:lnTo>
                <a:lnTo>
                  <a:pt x="2289214" y="2312643"/>
                </a:lnTo>
                <a:lnTo>
                  <a:pt x="2283213" y="2300577"/>
                </a:lnTo>
                <a:lnTo>
                  <a:pt x="2283915" y="2297832"/>
                </a:lnTo>
                <a:lnTo>
                  <a:pt x="2283468" y="2291129"/>
                </a:lnTo>
                <a:lnTo>
                  <a:pt x="2289086" y="2277020"/>
                </a:lnTo>
                <a:lnTo>
                  <a:pt x="2281936" y="2269869"/>
                </a:lnTo>
                <a:lnTo>
                  <a:pt x="2280978" y="2256144"/>
                </a:lnTo>
                <a:lnTo>
                  <a:pt x="2280403" y="2248546"/>
                </a:lnTo>
                <a:lnTo>
                  <a:pt x="2286788" y="2241524"/>
                </a:lnTo>
                <a:lnTo>
                  <a:pt x="2293172" y="2233927"/>
                </a:lnTo>
                <a:lnTo>
                  <a:pt x="2286085" y="2234438"/>
                </a:lnTo>
                <a:lnTo>
                  <a:pt x="2279701" y="2234885"/>
                </a:lnTo>
                <a:lnTo>
                  <a:pt x="2279191" y="2227798"/>
                </a:lnTo>
                <a:lnTo>
                  <a:pt x="2284809" y="2213562"/>
                </a:lnTo>
                <a:lnTo>
                  <a:pt x="2284362" y="2206475"/>
                </a:lnTo>
                <a:lnTo>
                  <a:pt x="2290746" y="2198814"/>
                </a:lnTo>
                <a:lnTo>
                  <a:pt x="2298918" y="2205198"/>
                </a:lnTo>
                <a:lnTo>
                  <a:pt x="2299939" y="2219435"/>
                </a:lnTo>
                <a:lnTo>
                  <a:pt x="2306323" y="2218924"/>
                </a:lnTo>
                <a:lnTo>
                  <a:pt x="2312707" y="2211327"/>
                </a:lnTo>
                <a:lnTo>
                  <a:pt x="2312196" y="2204241"/>
                </a:lnTo>
                <a:lnTo>
                  <a:pt x="2319347" y="2203730"/>
                </a:lnTo>
                <a:lnTo>
                  <a:pt x="2325731" y="2189047"/>
                </a:lnTo>
                <a:lnTo>
                  <a:pt x="2323752" y="2161084"/>
                </a:lnTo>
                <a:lnTo>
                  <a:pt x="2319283" y="2172384"/>
                </a:lnTo>
                <a:lnTo>
                  <a:pt x="2309962" y="2159999"/>
                </a:lnTo>
                <a:lnTo>
                  <a:pt x="2307983" y="2159360"/>
                </a:lnTo>
                <a:lnTo>
                  <a:pt x="2307536" y="2152657"/>
                </a:lnTo>
                <a:lnTo>
                  <a:pt x="2307025" y="2145571"/>
                </a:lnTo>
                <a:lnTo>
                  <a:pt x="2299428" y="2139187"/>
                </a:lnTo>
                <a:lnTo>
                  <a:pt x="2298918" y="2132100"/>
                </a:lnTo>
                <a:lnTo>
                  <a:pt x="2305302" y="2124503"/>
                </a:lnTo>
                <a:lnTo>
                  <a:pt x="2312388" y="2123992"/>
                </a:lnTo>
                <a:lnTo>
                  <a:pt x="2312899" y="2131079"/>
                </a:lnTo>
                <a:lnTo>
                  <a:pt x="2319283" y="2123482"/>
                </a:lnTo>
                <a:lnTo>
                  <a:pt x="2332562" y="2122524"/>
                </a:lnTo>
                <a:lnTo>
                  <a:pt x="2338946" y="2114927"/>
                </a:lnTo>
                <a:lnTo>
                  <a:pt x="2346096" y="2114416"/>
                </a:lnTo>
                <a:lnTo>
                  <a:pt x="2352480" y="2113970"/>
                </a:lnTo>
                <a:lnTo>
                  <a:pt x="2351523" y="2100307"/>
                </a:lnTo>
                <a:lnTo>
                  <a:pt x="2344372" y="2093157"/>
                </a:lnTo>
                <a:lnTo>
                  <a:pt x="2337222" y="2093668"/>
                </a:lnTo>
                <a:lnTo>
                  <a:pt x="2322986" y="2088497"/>
                </a:lnTo>
                <a:lnTo>
                  <a:pt x="2322539" y="2082113"/>
                </a:lnTo>
                <a:lnTo>
                  <a:pt x="2329242" y="2081666"/>
                </a:lnTo>
                <a:lnTo>
                  <a:pt x="2335626" y="2073622"/>
                </a:lnTo>
                <a:lnTo>
                  <a:pt x="2343287" y="2080644"/>
                </a:lnTo>
                <a:lnTo>
                  <a:pt x="2350373" y="2086326"/>
                </a:lnTo>
                <a:lnTo>
                  <a:pt x="2356758" y="2085879"/>
                </a:lnTo>
                <a:lnTo>
                  <a:pt x="2355289" y="2065514"/>
                </a:lnTo>
                <a:lnTo>
                  <a:pt x="2361673" y="2050767"/>
                </a:lnTo>
                <a:lnTo>
                  <a:pt x="2368760" y="2050256"/>
                </a:lnTo>
                <a:lnTo>
                  <a:pt x="2375463" y="2056640"/>
                </a:lnTo>
                <a:lnTo>
                  <a:pt x="2389189" y="2048532"/>
                </a:lnTo>
                <a:lnTo>
                  <a:pt x="2402468" y="2033721"/>
                </a:lnTo>
                <a:lnTo>
                  <a:pt x="2409171" y="2033274"/>
                </a:lnTo>
                <a:lnTo>
                  <a:pt x="2409618" y="2039658"/>
                </a:lnTo>
                <a:lnTo>
                  <a:pt x="2417151" y="2039148"/>
                </a:lnTo>
                <a:lnTo>
                  <a:pt x="2416257" y="2025869"/>
                </a:lnTo>
                <a:lnTo>
                  <a:pt x="2415747" y="2018782"/>
                </a:lnTo>
                <a:lnTo>
                  <a:pt x="2414789" y="2005120"/>
                </a:lnTo>
                <a:lnTo>
                  <a:pt x="2422450" y="2018336"/>
                </a:lnTo>
                <a:lnTo>
                  <a:pt x="2429536" y="2024720"/>
                </a:lnTo>
                <a:lnTo>
                  <a:pt x="2430047" y="2031806"/>
                </a:lnTo>
                <a:lnTo>
                  <a:pt x="2438666" y="2045021"/>
                </a:lnTo>
                <a:lnTo>
                  <a:pt x="2424429" y="2046043"/>
                </a:lnTo>
                <a:lnTo>
                  <a:pt x="2424940" y="2053129"/>
                </a:lnTo>
                <a:lnTo>
                  <a:pt x="2425450" y="2060215"/>
                </a:lnTo>
                <a:lnTo>
                  <a:pt x="2425897" y="2066919"/>
                </a:lnTo>
                <a:lnTo>
                  <a:pt x="2440709" y="2073303"/>
                </a:lnTo>
                <a:lnTo>
                  <a:pt x="2454434" y="2078538"/>
                </a:lnTo>
                <a:lnTo>
                  <a:pt x="2475374" y="2063343"/>
                </a:lnTo>
                <a:lnTo>
                  <a:pt x="2487695" y="2055746"/>
                </a:lnTo>
                <a:lnTo>
                  <a:pt x="2494782" y="2055236"/>
                </a:lnTo>
                <a:lnTo>
                  <a:pt x="2501996" y="2047575"/>
                </a:lnTo>
                <a:lnTo>
                  <a:pt x="2510104" y="2068387"/>
                </a:lnTo>
                <a:lnTo>
                  <a:pt x="2516488" y="2060407"/>
                </a:lnTo>
                <a:lnTo>
                  <a:pt x="2522872" y="2046106"/>
                </a:lnTo>
                <a:lnTo>
                  <a:pt x="2522361" y="2039020"/>
                </a:lnTo>
                <a:lnTo>
                  <a:pt x="2528745" y="2038573"/>
                </a:lnTo>
                <a:lnTo>
                  <a:pt x="2537364" y="2044957"/>
                </a:lnTo>
                <a:lnTo>
                  <a:pt x="2543748" y="2037424"/>
                </a:lnTo>
                <a:lnTo>
                  <a:pt x="2550132" y="2036977"/>
                </a:lnTo>
                <a:lnTo>
                  <a:pt x="2571519" y="2035445"/>
                </a:lnTo>
                <a:lnTo>
                  <a:pt x="2572030" y="2042531"/>
                </a:lnTo>
                <a:lnTo>
                  <a:pt x="2578414" y="2042084"/>
                </a:lnTo>
                <a:lnTo>
                  <a:pt x="2577903" y="2034998"/>
                </a:lnTo>
                <a:lnTo>
                  <a:pt x="2585053" y="2034487"/>
                </a:lnTo>
                <a:lnTo>
                  <a:pt x="2589714" y="2013164"/>
                </a:lnTo>
                <a:lnTo>
                  <a:pt x="2603503" y="2005057"/>
                </a:lnTo>
                <a:lnTo>
                  <a:pt x="2604525" y="2019293"/>
                </a:lnTo>
                <a:lnTo>
                  <a:pt x="2612569" y="2018719"/>
                </a:lnTo>
                <a:lnTo>
                  <a:pt x="2631721" y="1995927"/>
                </a:lnTo>
                <a:lnTo>
                  <a:pt x="2645575" y="1988394"/>
                </a:lnTo>
                <a:lnTo>
                  <a:pt x="2650810" y="1980861"/>
                </a:lnTo>
                <a:lnTo>
                  <a:pt x="2657832" y="1973264"/>
                </a:lnTo>
                <a:lnTo>
                  <a:pt x="2664535" y="1972753"/>
                </a:lnTo>
                <a:lnTo>
                  <a:pt x="2679730" y="1978818"/>
                </a:lnTo>
                <a:lnTo>
                  <a:pt x="2686114" y="1971285"/>
                </a:lnTo>
                <a:lnTo>
                  <a:pt x="2678900" y="1964901"/>
                </a:lnTo>
                <a:lnTo>
                  <a:pt x="2691668" y="1957303"/>
                </a:lnTo>
                <a:lnTo>
                  <a:pt x="2698052" y="1943131"/>
                </a:lnTo>
                <a:lnTo>
                  <a:pt x="2705202" y="1935470"/>
                </a:lnTo>
                <a:lnTo>
                  <a:pt x="2711586" y="1935023"/>
                </a:lnTo>
                <a:lnTo>
                  <a:pt x="2717970" y="1926915"/>
                </a:lnTo>
                <a:lnTo>
                  <a:pt x="2717460" y="1920531"/>
                </a:lnTo>
                <a:lnTo>
                  <a:pt x="2725504" y="1926596"/>
                </a:lnTo>
                <a:lnTo>
                  <a:pt x="2731888" y="1926149"/>
                </a:lnTo>
                <a:lnTo>
                  <a:pt x="2732335" y="1919765"/>
                </a:lnTo>
                <a:lnTo>
                  <a:pt x="2732335" y="1918807"/>
                </a:lnTo>
                <a:lnTo>
                  <a:pt x="2738719" y="1911657"/>
                </a:lnTo>
                <a:lnTo>
                  <a:pt x="2745805" y="1911146"/>
                </a:lnTo>
                <a:lnTo>
                  <a:pt x="2751615" y="1904762"/>
                </a:lnTo>
                <a:lnTo>
                  <a:pt x="2752572" y="1918041"/>
                </a:lnTo>
                <a:lnTo>
                  <a:pt x="2760105" y="1917467"/>
                </a:lnTo>
                <a:lnTo>
                  <a:pt x="2773512" y="1903230"/>
                </a:lnTo>
                <a:lnTo>
                  <a:pt x="2779896" y="1896846"/>
                </a:lnTo>
                <a:lnTo>
                  <a:pt x="2793175" y="1895888"/>
                </a:lnTo>
                <a:lnTo>
                  <a:pt x="2794005" y="1907699"/>
                </a:lnTo>
                <a:lnTo>
                  <a:pt x="2794580" y="1915360"/>
                </a:lnTo>
                <a:lnTo>
                  <a:pt x="2781811" y="1922829"/>
                </a:lnTo>
                <a:lnTo>
                  <a:pt x="2767575" y="1931512"/>
                </a:lnTo>
                <a:lnTo>
                  <a:pt x="2761893" y="1939045"/>
                </a:lnTo>
                <a:lnTo>
                  <a:pt x="2768277" y="1945429"/>
                </a:lnTo>
                <a:lnTo>
                  <a:pt x="2776959" y="1951813"/>
                </a:lnTo>
                <a:lnTo>
                  <a:pt x="2763042" y="1959538"/>
                </a:lnTo>
                <a:lnTo>
                  <a:pt x="2748869" y="1953792"/>
                </a:lnTo>
                <a:lnTo>
                  <a:pt x="2741719" y="1954303"/>
                </a:lnTo>
                <a:lnTo>
                  <a:pt x="2734569" y="1961517"/>
                </a:lnTo>
                <a:lnTo>
                  <a:pt x="2728185" y="1961964"/>
                </a:lnTo>
                <a:lnTo>
                  <a:pt x="2728696" y="1969050"/>
                </a:lnTo>
                <a:lnTo>
                  <a:pt x="2735399" y="1975434"/>
                </a:lnTo>
                <a:lnTo>
                  <a:pt x="2756339" y="1973966"/>
                </a:lnTo>
                <a:lnTo>
                  <a:pt x="2764383" y="1980350"/>
                </a:lnTo>
                <a:lnTo>
                  <a:pt x="2764830" y="1986734"/>
                </a:lnTo>
                <a:lnTo>
                  <a:pt x="2786344" y="1992352"/>
                </a:lnTo>
                <a:lnTo>
                  <a:pt x="2779960" y="1992863"/>
                </a:lnTo>
                <a:lnTo>
                  <a:pt x="2772299" y="2000524"/>
                </a:lnTo>
                <a:lnTo>
                  <a:pt x="2765596" y="1993821"/>
                </a:lnTo>
                <a:lnTo>
                  <a:pt x="2766617" y="2008057"/>
                </a:lnTo>
                <a:lnTo>
                  <a:pt x="2773001" y="2013803"/>
                </a:lnTo>
                <a:lnTo>
                  <a:pt x="2767320" y="2021847"/>
                </a:lnTo>
                <a:lnTo>
                  <a:pt x="2759276" y="2014760"/>
                </a:lnTo>
                <a:lnTo>
                  <a:pt x="2752891" y="2009015"/>
                </a:lnTo>
                <a:lnTo>
                  <a:pt x="2746188" y="2015399"/>
                </a:lnTo>
                <a:lnTo>
                  <a:pt x="2747210" y="2030146"/>
                </a:lnTo>
                <a:lnTo>
                  <a:pt x="2740826" y="2038701"/>
                </a:lnTo>
                <a:lnTo>
                  <a:pt x="2748933" y="2045085"/>
                </a:lnTo>
                <a:lnTo>
                  <a:pt x="2749891" y="2058747"/>
                </a:lnTo>
                <a:lnTo>
                  <a:pt x="2736037" y="2059705"/>
                </a:lnTo>
                <a:lnTo>
                  <a:pt x="2729972" y="2080581"/>
                </a:lnTo>
                <a:lnTo>
                  <a:pt x="2730483" y="2087667"/>
                </a:lnTo>
                <a:lnTo>
                  <a:pt x="2744720" y="2094051"/>
                </a:lnTo>
                <a:lnTo>
                  <a:pt x="2759978" y="2100116"/>
                </a:lnTo>
                <a:lnTo>
                  <a:pt x="2766362" y="2099733"/>
                </a:lnTo>
                <a:lnTo>
                  <a:pt x="2780088" y="2098711"/>
                </a:lnTo>
                <a:lnTo>
                  <a:pt x="2788770" y="2105096"/>
                </a:lnTo>
                <a:lnTo>
                  <a:pt x="2789217" y="2111480"/>
                </a:lnTo>
                <a:lnTo>
                  <a:pt x="2801985" y="2110586"/>
                </a:lnTo>
                <a:lnTo>
                  <a:pt x="2808688" y="2103436"/>
                </a:lnTo>
                <a:lnTo>
                  <a:pt x="2816286" y="2109820"/>
                </a:lnTo>
                <a:lnTo>
                  <a:pt x="2830522" y="2108798"/>
                </a:lnTo>
                <a:lnTo>
                  <a:pt x="2831033" y="2115885"/>
                </a:lnTo>
                <a:lnTo>
                  <a:pt x="2845780" y="2121439"/>
                </a:lnTo>
                <a:lnTo>
                  <a:pt x="2859570" y="2120481"/>
                </a:lnTo>
                <a:lnTo>
                  <a:pt x="2866720" y="2126865"/>
                </a:lnTo>
                <a:lnTo>
                  <a:pt x="2873870" y="2133250"/>
                </a:lnTo>
                <a:lnTo>
                  <a:pt x="2888171" y="2132228"/>
                </a:lnTo>
                <a:lnTo>
                  <a:pt x="2910579" y="2158722"/>
                </a:lnTo>
                <a:lnTo>
                  <a:pt x="2932860" y="2163766"/>
                </a:lnTo>
                <a:lnTo>
                  <a:pt x="2939244" y="2163319"/>
                </a:lnTo>
                <a:lnTo>
                  <a:pt x="2946394" y="2162808"/>
                </a:lnTo>
                <a:lnTo>
                  <a:pt x="2953544" y="2169958"/>
                </a:lnTo>
                <a:lnTo>
                  <a:pt x="2960247" y="2169511"/>
                </a:lnTo>
                <a:lnTo>
                  <a:pt x="2967206" y="2161340"/>
                </a:lnTo>
                <a:lnTo>
                  <a:pt x="2973909" y="2160893"/>
                </a:lnTo>
                <a:lnTo>
                  <a:pt x="2981634" y="2167979"/>
                </a:lnTo>
                <a:lnTo>
                  <a:pt x="2996381" y="2166958"/>
                </a:lnTo>
                <a:lnTo>
                  <a:pt x="2997339" y="2180620"/>
                </a:lnTo>
                <a:lnTo>
                  <a:pt x="3003723" y="2180173"/>
                </a:lnTo>
                <a:lnTo>
                  <a:pt x="3017513" y="2179215"/>
                </a:lnTo>
                <a:lnTo>
                  <a:pt x="3023897" y="2185599"/>
                </a:lnTo>
                <a:lnTo>
                  <a:pt x="3024408" y="2192813"/>
                </a:lnTo>
                <a:lnTo>
                  <a:pt x="3033409" y="2205007"/>
                </a:lnTo>
                <a:lnTo>
                  <a:pt x="3040496" y="2211391"/>
                </a:lnTo>
                <a:lnTo>
                  <a:pt x="3055754" y="2224159"/>
                </a:lnTo>
                <a:lnTo>
                  <a:pt x="3062138" y="2230863"/>
                </a:lnTo>
                <a:lnTo>
                  <a:pt x="3062648" y="2238396"/>
                </a:lnTo>
                <a:lnTo>
                  <a:pt x="3056264" y="2238779"/>
                </a:lnTo>
                <a:lnTo>
                  <a:pt x="3049880" y="2253079"/>
                </a:lnTo>
                <a:lnTo>
                  <a:pt x="3050391" y="2259463"/>
                </a:lnTo>
                <a:lnTo>
                  <a:pt x="3050902" y="2266550"/>
                </a:lnTo>
                <a:lnTo>
                  <a:pt x="3057988" y="2266039"/>
                </a:lnTo>
                <a:lnTo>
                  <a:pt x="3057477" y="2258953"/>
                </a:lnTo>
                <a:lnTo>
                  <a:pt x="3063861" y="2258506"/>
                </a:lnTo>
                <a:lnTo>
                  <a:pt x="3071969" y="2257931"/>
                </a:lnTo>
                <a:lnTo>
                  <a:pt x="3099102" y="2256016"/>
                </a:lnTo>
                <a:lnTo>
                  <a:pt x="3106188" y="2248930"/>
                </a:lnTo>
                <a:lnTo>
                  <a:pt x="3112572" y="2248483"/>
                </a:lnTo>
                <a:lnTo>
                  <a:pt x="3118956" y="2240886"/>
                </a:lnTo>
                <a:lnTo>
                  <a:pt x="3133320" y="2247270"/>
                </a:lnTo>
                <a:lnTo>
                  <a:pt x="3140854" y="2246759"/>
                </a:lnTo>
                <a:lnTo>
                  <a:pt x="3141301" y="2253143"/>
                </a:lnTo>
                <a:lnTo>
                  <a:pt x="3141811" y="2260229"/>
                </a:lnTo>
                <a:lnTo>
                  <a:pt x="3149089" y="2259719"/>
                </a:lnTo>
                <a:lnTo>
                  <a:pt x="3162815" y="2258761"/>
                </a:lnTo>
                <a:lnTo>
                  <a:pt x="3184265" y="2263996"/>
                </a:lnTo>
                <a:lnTo>
                  <a:pt x="3184776" y="2271465"/>
                </a:lnTo>
                <a:lnTo>
                  <a:pt x="3191160" y="2277849"/>
                </a:lnTo>
                <a:lnTo>
                  <a:pt x="3185989" y="2291959"/>
                </a:lnTo>
                <a:lnTo>
                  <a:pt x="3186436" y="2299045"/>
                </a:lnTo>
                <a:lnTo>
                  <a:pt x="3193650" y="2312834"/>
                </a:lnTo>
                <a:lnTo>
                  <a:pt x="3201311" y="2319921"/>
                </a:lnTo>
                <a:lnTo>
                  <a:pt x="3208845" y="2319410"/>
                </a:lnTo>
                <a:lnTo>
                  <a:pt x="3215612" y="2318963"/>
                </a:lnTo>
                <a:lnTo>
                  <a:pt x="3222698" y="2318453"/>
                </a:lnTo>
                <a:lnTo>
                  <a:pt x="3229082" y="2317942"/>
                </a:lnTo>
                <a:lnTo>
                  <a:pt x="3235466" y="2317495"/>
                </a:lnTo>
                <a:lnTo>
                  <a:pt x="3241850" y="2309387"/>
                </a:lnTo>
                <a:lnTo>
                  <a:pt x="3249894" y="2316473"/>
                </a:lnTo>
                <a:lnTo>
                  <a:pt x="3250405" y="2322858"/>
                </a:lnTo>
                <a:lnTo>
                  <a:pt x="3264259" y="2321900"/>
                </a:lnTo>
                <a:lnTo>
                  <a:pt x="3271345" y="2321389"/>
                </a:lnTo>
                <a:lnTo>
                  <a:pt x="3286092" y="2327454"/>
                </a:lnTo>
                <a:lnTo>
                  <a:pt x="3286539" y="2333200"/>
                </a:lnTo>
                <a:lnTo>
                  <a:pt x="3307926" y="2345457"/>
                </a:lnTo>
                <a:lnTo>
                  <a:pt x="3322737" y="2351841"/>
                </a:lnTo>
                <a:lnTo>
                  <a:pt x="3329823" y="2357906"/>
                </a:lnTo>
                <a:lnTo>
                  <a:pt x="3350763" y="2356438"/>
                </a:lnTo>
                <a:lnTo>
                  <a:pt x="3365510" y="2355416"/>
                </a:lnTo>
                <a:lnTo>
                  <a:pt x="3371894" y="2354970"/>
                </a:lnTo>
                <a:lnTo>
                  <a:pt x="3385684" y="2347373"/>
                </a:lnTo>
                <a:lnTo>
                  <a:pt x="3399410" y="2346415"/>
                </a:lnTo>
                <a:lnTo>
                  <a:pt x="3398900" y="2338818"/>
                </a:lnTo>
                <a:lnTo>
                  <a:pt x="3399793" y="2345202"/>
                </a:lnTo>
                <a:lnTo>
                  <a:pt x="3399793" y="2346287"/>
                </a:lnTo>
                <a:lnTo>
                  <a:pt x="3399793" y="2345074"/>
                </a:lnTo>
                <a:lnTo>
                  <a:pt x="3404517" y="2331668"/>
                </a:lnTo>
                <a:lnTo>
                  <a:pt x="3404071" y="2324581"/>
                </a:lnTo>
                <a:lnTo>
                  <a:pt x="3403624" y="2318836"/>
                </a:lnTo>
                <a:lnTo>
                  <a:pt x="3417924" y="2310664"/>
                </a:lnTo>
                <a:lnTo>
                  <a:pt x="3430692" y="2295534"/>
                </a:lnTo>
                <a:lnTo>
                  <a:pt x="3430181" y="2288447"/>
                </a:lnTo>
                <a:lnTo>
                  <a:pt x="3436566" y="2273700"/>
                </a:lnTo>
                <a:lnTo>
                  <a:pt x="3442311" y="2259591"/>
                </a:lnTo>
                <a:lnTo>
                  <a:pt x="3456995" y="2258570"/>
                </a:lnTo>
                <a:lnTo>
                  <a:pt x="3462166" y="2243950"/>
                </a:lnTo>
                <a:lnTo>
                  <a:pt x="3469763" y="2243375"/>
                </a:lnTo>
                <a:lnTo>
                  <a:pt x="3484127" y="2256654"/>
                </a:lnTo>
                <a:lnTo>
                  <a:pt x="3492682" y="2263039"/>
                </a:lnTo>
                <a:lnTo>
                  <a:pt x="3493639" y="2276700"/>
                </a:lnTo>
                <a:lnTo>
                  <a:pt x="3485595" y="2277275"/>
                </a:lnTo>
                <a:lnTo>
                  <a:pt x="3494150" y="2283659"/>
                </a:lnTo>
                <a:lnTo>
                  <a:pt x="3501939" y="2297896"/>
                </a:lnTo>
                <a:lnTo>
                  <a:pt x="3502386" y="2304280"/>
                </a:lnTo>
                <a:lnTo>
                  <a:pt x="3488085" y="2312388"/>
                </a:lnTo>
                <a:lnTo>
                  <a:pt x="3481701" y="2312834"/>
                </a:lnTo>
                <a:lnTo>
                  <a:pt x="3496895" y="2317559"/>
                </a:lnTo>
                <a:lnTo>
                  <a:pt x="3510174" y="2323943"/>
                </a:lnTo>
                <a:lnTo>
                  <a:pt x="3517325" y="2316282"/>
                </a:lnTo>
                <a:lnTo>
                  <a:pt x="3524475" y="2315835"/>
                </a:lnTo>
                <a:lnTo>
                  <a:pt x="3552565" y="2320942"/>
                </a:lnTo>
                <a:lnTo>
                  <a:pt x="3544904" y="2314558"/>
                </a:lnTo>
                <a:lnTo>
                  <a:pt x="3551288" y="2308174"/>
                </a:lnTo>
                <a:lnTo>
                  <a:pt x="3536541" y="2302109"/>
                </a:lnTo>
                <a:lnTo>
                  <a:pt x="3531178" y="2289916"/>
                </a:lnTo>
                <a:lnTo>
                  <a:pt x="3536796" y="2282382"/>
                </a:lnTo>
                <a:lnTo>
                  <a:pt x="3536349" y="2275296"/>
                </a:lnTo>
                <a:lnTo>
                  <a:pt x="3535838" y="2268210"/>
                </a:lnTo>
                <a:lnTo>
                  <a:pt x="3542925" y="2267699"/>
                </a:lnTo>
                <a:lnTo>
                  <a:pt x="3543946" y="2281872"/>
                </a:lnTo>
                <a:lnTo>
                  <a:pt x="3550330" y="2267188"/>
                </a:lnTo>
                <a:lnTo>
                  <a:pt x="3549373" y="2253526"/>
                </a:lnTo>
                <a:lnTo>
                  <a:pt x="3548862" y="2247142"/>
                </a:lnTo>
                <a:lnTo>
                  <a:pt x="3541201" y="2240183"/>
                </a:lnTo>
                <a:lnTo>
                  <a:pt x="3533093" y="2226904"/>
                </a:lnTo>
                <a:lnTo>
                  <a:pt x="3540243" y="2226394"/>
                </a:lnTo>
                <a:lnTo>
                  <a:pt x="3539796" y="2220010"/>
                </a:lnTo>
                <a:lnTo>
                  <a:pt x="3538775" y="2206220"/>
                </a:lnTo>
                <a:lnTo>
                  <a:pt x="3538264" y="2198687"/>
                </a:lnTo>
                <a:lnTo>
                  <a:pt x="3530667" y="2192303"/>
                </a:lnTo>
                <a:lnTo>
                  <a:pt x="3530157" y="2185216"/>
                </a:lnTo>
                <a:lnTo>
                  <a:pt x="3536541" y="2178002"/>
                </a:lnTo>
                <a:lnTo>
                  <a:pt x="3542605" y="2162808"/>
                </a:lnTo>
                <a:lnTo>
                  <a:pt x="3549373" y="2157190"/>
                </a:lnTo>
                <a:lnTo>
                  <a:pt x="3563226" y="2156232"/>
                </a:lnTo>
                <a:lnTo>
                  <a:pt x="3562716" y="2149018"/>
                </a:lnTo>
                <a:lnTo>
                  <a:pt x="3556012" y="2142315"/>
                </a:lnTo>
                <a:lnTo>
                  <a:pt x="3541776" y="2150487"/>
                </a:lnTo>
                <a:lnTo>
                  <a:pt x="3527475" y="2151508"/>
                </a:lnTo>
                <a:lnTo>
                  <a:pt x="3514197" y="2152402"/>
                </a:lnTo>
                <a:lnTo>
                  <a:pt x="3506089" y="2139251"/>
                </a:lnTo>
                <a:lnTo>
                  <a:pt x="3492363" y="2140208"/>
                </a:lnTo>
                <a:lnTo>
                  <a:pt x="3485149" y="2133824"/>
                </a:lnTo>
                <a:lnTo>
                  <a:pt x="3476083" y="2120226"/>
                </a:lnTo>
                <a:lnTo>
                  <a:pt x="3468869" y="2113842"/>
                </a:lnTo>
                <a:lnTo>
                  <a:pt x="3461783" y="2107458"/>
                </a:lnTo>
                <a:lnTo>
                  <a:pt x="3453611" y="2100435"/>
                </a:lnTo>
                <a:lnTo>
                  <a:pt x="3447227" y="2100882"/>
                </a:lnTo>
                <a:lnTo>
                  <a:pt x="3432863" y="2095519"/>
                </a:lnTo>
                <a:lnTo>
                  <a:pt x="3426862" y="2109884"/>
                </a:lnTo>
                <a:lnTo>
                  <a:pt x="3427883" y="2123673"/>
                </a:lnTo>
                <a:lnTo>
                  <a:pt x="3427372" y="2123673"/>
                </a:lnTo>
                <a:lnTo>
                  <a:pt x="3426351" y="2109948"/>
                </a:lnTo>
                <a:lnTo>
                  <a:pt x="3432097" y="2095264"/>
                </a:lnTo>
                <a:lnTo>
                  <a:pt x="3425712" y="2095711"/>
                </a:lnTo>
                <a:lnTo>
                  <a:pt x="3411859" y="2089327"/>
                </a:lnTo>
                <a:lnTo>
                  <a:pt x="3396665" y="2083262"/>
                </a:lnTo>
                <a:lnTo>
                  <a:pt x="3388557" y="2077197"/>
                </a:lnTo>
                <a:lnTo>
                  <a:pt x="3367553" y="2064237"/>
                </a:lnTo>
                <a:lnTo>
                  <a:pt x="3352806" y="2057853"/>
                </a:lnTo>
                <a:lnTo>
                  <a:pt x="3337931" y="2045085"/>
                </a:lnTo>
                <a:lnTo>
                  <a:pt x="3336016" y="2017633"/>
                </a:lnTo>
                <a:lnTo>
                  <a:pt x="3328419" y="2011951"/>
                </a:lnTo>
                <a:lnTo>
                  <a:pt x="3320502" y="2004674"/>
                </a:lnTo>
                <a:lnTo>
                  <a:pt x="3319545" y="1990884"/>
                </a:lnTo>
                <a:lnTo>
                  <a:pt x="3312395" y="1976583"/>
                </a:lnTo>
                <a:lnTo>
                  <a:pt x="3305180" y="1977094"/>
                </a:lnTo>
                <a:lnTo>
                  <a:pt x="3304734" y="1970710"/>
                </a:lnTo>
                <a:lnTo>
                  <a:pt x="3289986" y="1964326"/>
                </a:lnTo>
                <a:lnTo>
                  <a:pt x="3268536" y="1951558"/>
                </a:lnTo>
                <a:lnTo>
                  <a:pt x="3269047" y="1958644"/>
                </a:lnTo>
                <a:lnTo>
                  <a:pt x="3262662" y="1966241"/>
                </a:lnTo>
                <a:lnTo>
                  <a:pt x="3254555" y="1959857"/>
                </a:lnTo>
                <a:lnTo>
                  <a:pt x="3240318" y="1953473"/>
                </a:lnTo>
                <a:lnTo>
                  <a:pt x="3245425" y="1925128"/>
                </a:lnTo>
                <a:lnTo>
                  <a:pt x="3244978" y="1918424"/>
                </a:lnTo>
                <a:lnTo>
                  <a:pt x="3251362" y="1910891"/>
                </a:lnTo>
                <a:lnTo>
                  <a:pt x="3250405" y="1897165"/>
                </a:lnTo>
                <a:lnTo>
                  <a:pt x="3257491" y="1889057"/>
                </a:lnTo>
                <a:lnTo>
                  <a:pt x="3249383" y="1882992"/>
                </a:lnTo>
                <a:lnTo>
                  <a:pt x="3248043" y="1863840"/>
                </a:lnTo>
                <a:lnTo>
                  <a:pt x="3254427" y="1848582"/>
                </a:lnTo>
                <a:lnTo>
                  <a:pt x="3253469" y="1834920"/>
                </a:lnTo>
                <a:lnTo>
                  <a:pt x="3259853" y="1834473"/>
                </a:lnTo>
                <a:lnTo>
                  <a:pt x="3267068" y="1840538"/>
                </a:lnTo>
                <a:lnTo>
                  <a:pt x="3279836" y="1825408"/>
                </a:lnTo>
                <a:lnTo>
                  <a:pt x="3286986" y="1817747"/>
                </a:lnTo>
                <a:lnTo>
                  <a:pt x="3293370" y="1811363"/>
                </a:lnTo>
                <a:lnTo>
                  <a:pt x="3299754" y="1796679"/>
                </a:lnTo>
                <a:lnTo>
                  <a:pt x="3306138" y="1803063"/>
                </a:lnTo>
                <a:lnTo>
                  <a:pt x="3312522" y="1788380"/>
                </a:lnTo>
                <a:lnTo>
                  <a:pt x="3303393" y="1768015"/>
                </a:lnTo>
                <a:lnTo>
                  <a:pt x="3290114" y="1768972"/>
                </a:lnTo>
                <a:lnTo>
                  <a:pt x="3283730" y="1769419"/>
                </a:lnTo>
                <a:lnTo>
                  <a:pt x="3269047" y="1763865"/>
                </a:lnTo>
                <a:lnTo>
                  <a:pt x="3274601" y="1748671"/>
                </a:lnTo>
                <a:lnTo>
                  <a:pt x="3281751" y="1741584"/>
                </a:lnTo>
                <a:lnTo>
                  <a:pt x="3288135" y="1741074"/>
                </a:lnTo>
                <a:lnTo>
                  <a:pt x="3280985" y="1734690"/>
                </a:lnTo>
                <a:lnTo>
                  <a:pt x="3258640" y="1721921"/>
                </a:lnTo>
                <a:lnTo>
                  <a:pt x="3229657" y="1703982"/>
                </a:lnTo>
                <a:lnTo>
                  <a:pt x="3215293" y="1690703"/>
                </a:lnTo>
                <a:lnTo>
                  <a:pt x="3208206" y="1698875"/>
                </a:lnTo>
                <a:lnTo>
                  <a:pt x="3193522" y="1699896"/>
                </a:lnTo>
                <a:lnTo>
                  <a:pt x="3194033" y="1706280"/>
                </a:lnTo>
                <a:lnTo>
                  <a:pt x="3187649" y="1713814"/>
                </a:lnTo>
                <a:lnTo>
                  <a:pt x="3173476" y="1707429"/>
                </a:lnTo>
                <a:lnTo>
                  <a:pt x="3166263" y="1701365"/>
                </a:lnTo>
                <a:lnTo>
                  <a:pt x="3165305" y="1687575"/>
                </a:lnTo>
                <a:lnTo>
                  <a:pt x="3164730" y="1679531"/>
                </a:lnTo>
                <a:lnTo>
                  <a:pt x="3149600" y="1673977"/>
                </a:lnTo>
                <a:lnTo>
                  <a:pt x="3136257" y="1674934"/>
                </a:lnTo>
                <a:lnTo>
                  <a:pt x="3129873" y="1682021"/>
                </a:lnTo>
                <a:lnTo>
                  <a:pt x="3128341" y="1662039"/>
                </a:lnTo>
                <a:lnTo>
                  <a:pt x="3127319" y="1647866"/>
                </a:lnTo>
                <a:lnTo>
                  <a:pt x="3140088" y="1625585"/>
                </a:lnTo>
                <a:lnTo>
                  <a:pt x="3118701" y="1621308"/>
                </a:lnTo>
                <a:lnTo>
                  <a:pt x="3111615" y="1614222"/>
                </a:lnTo>
                <a:lnTo>
                  <a:pt x="3117999" y="1606178"/>
                </a:lnTo>
                <a:lnTo>
                  <a:pt x="3116530" y="1585812"/>
                </a:lnTo>
                <a:lnTo>
                  <a:pt x="3109061" y="1579045"/>
                </a:lnTo>
                <a:lnTo>
                  <a:pt x="3101081" y="1567681"/>
                </a:lnTo>
                <a:lnTo>
                  <a:pt x="3107465" y="1552551"/>
                </a:lnTo>
                <a:lnTo>
                  <a:pt x="3113849" y="1552104"/>
                </a:lnTo>
                <a:lnTo>
                  <a:pt x="3112317" y="1530781"/>
                </a:lnTo>
                <a:lnTo>
                  <a:pt x="3105933" y="1531228"/>
                </a:lnTo>
                <a:lnTo>
                  <a:pt x="3117743" y="1509458"/>
                </a:lnTo>
                <a:lnTo>
                  <a:pt x="3132554" y="1515843"/>
                </a:lnTo>
                <a:lnTo>
                  <a:pt x="3139704" y="1528611"/>
                </a:lnTo>
                <a:lnTo>
                  <a:pt x="3154835" y="1534676"/>
                </a:lnTo>
                <a:lnTo>
                  <a:pt x="3162113" y="1541762"/>
                </a:lnTo>
                <a:lnTo>
                  <a:pt x="3174881" y="1526121"/>
                </a:lnTo>
                <a:lnTo>
                  <a:pt x="3174370" y="1519035"/>
                </a:lnTo>
                <a:lnTo>
                  <a:pt x="3166773" y="1505756"/>
                </a:lnTo>
                <a:lnTo>
                  <a:pt x="3158155" y="1485454"/>
                </a:lnTo>
                <a:lnTo>
                  <a:pt x="3143407" y="1479070"/>
                </a:lnTo>
                <a:lnTo>
                  <a:pt x="3157197" y="1471473"/>
                </a:lnTo>
                <a:lnTo>
                  <a:pt x="3170923" y="1470515"/>
                </a:lnTo>
                <a:lnTo>
                  <a:pt x="3170412" y="1463429"/>
                </a:lnTo>
                <a:lnTo>
                  <a:pt x="3169965" y="1457045"/>
                </a:lnTo>
                <a:lnTo>
                  <a:pt x="3167922" y="1428189"/>
                </a:lnTo>
                <a:lnTo>
                  <a:pt x="3181712" y="1427231"/>
                </a:lnTo>
                <a:lnTo>
                  <a:pt x="3188798" y="1420017"/>
                </a:lnTo>
                <a:lnTo>
                  <a:pt x="3195565" y="1406738"/>
                </a:lnTo>
                <a:lnTo>
                  <a:pt x="3207887" y="1391608"/>
                </a:lnTo>
                <a:lnTo>
                  <a:pt x="3213505" y="1377882"/>
                </a:lnTo>
                <a:lnTo>
                  <a:pt x="3212930" y="1369838"/>
                </a:lnTo>
                <a:lnTo>
                  <a:pt x="3212483" y="1363454"/>
                </a:lnTo>
                <a:lnTo>
                  <a:pt x="3220144" y="1362879"/>
                </a:lnTo>
                <a:lnTo>
                  <a:pt x="3227167" y="1369263"/>
                </a:lnTo>
                <a:lnTo>
                  <a:pt x="3234445" y="1376797"/>
                </a:lnTo>
                <a:lnTo>
                  <a:pt x="3247660" y="1367795"/>
                </a:lnTo>
                <a:lnTo>
                  <a:pt x="3254363" y="1354005"/>
                </a:lnTo>
                <a:lnTo>
                  <a:pt x="3259981" y="1339322"/>
                </a:lnTo>
                <a:lnTo>
                  <a:pt x="3272749" y="1331278"/>
                </a:lnTo>
                <a:lnTo>
                  <a:pt x="3280410" y="1330767"/>
                </a:lnTo>
                <a:lnTo>
                  <a:pt x="3296243" y="1344365"/>
                </a:lnTo>
                <a:lnTo>
                  <a:pt x="3295668" y="1336832"/>
                </a:lnTo>
                <a:lnTo>
                  <a:pt x="3300903" y="1322596"/>
                </a:lnTo>
                <a:lnTo>
                  <a:pt x="3307989" y="1322085"/>
                </a:lnTo>
                <a:lnTo>
                  <a:pt x="3321779" y="1321127"/>
                </a:lnTo>
                <a:lnTo>
                  <a:pt x="3329376" y="1327511"/>
                </a:lnTo>
                <a:lnTo>
                  <a:pt x="3343677" y="1333895"/>
                </a:lnTo>
                <a:lnTo>
                  <a:pt x="3364553" y="1332427"/>
                </a:lnTo>
                <a:lnTo>
                  <a:pt x="3372214" y="1339450"/>
                </a:lnTo>
                <a:lnTo>
                  <a:pt x="3386067" y="1338492"/>
                </a:lnTo>
                <a:lnTo>
                  <a:pt x="3393601" y="1337917"/>
                </a:lnTo>
                <a:lnTo>
                  <a:pt x="3399985" y="1344301"/>
                </a:lnTo>
                <a:lnTo>
                  <a:pt x="3398963" y="1330129"/>
                </a:lnTo>
                <a:lnTo>
                  <a:pt x="3392579" y="1323426"/>
                </a:lnTo>
                <a:lnTo>
                  <a:pt x="3392068" y="1317041"/>
                </a:lnTo>
                <a:lnTo>
                  <a:pt x="3398453" y="1316594"/>
                </a:lnTo>
                <a:lnTo>
                  <a:pt x="3434650" y="1320744"/>
                </a:lnTo>
                <a:lnTo>
                  <a:pt x="3456037" y="1326362"/>
                </a:lnTo>
                <a:lnTo>
                  <a:pt x="3462421" y="1312126"/>
                </a:lnTo>
                <a:lnTo>
                  <a:pt x="3461911" y="1304975"/>
                </a:lnTo>
                <a:lnTo>
                  <a:pt x="3461400" y="1297889"/>
                </a:lnTo>
                <a:lnTo>
                  <a:pt x="3467784" y="1297506"/>
                </a:lnTo>
                <a:lnTo>
                  <a:pt x="3467337" y="1291122"/>
                </a:lnTo>
                <a:lnTo>
                  <a:pt x="3460634" y="1284738"/>
                </a:lnTo>
                <a:lnTo>
                  <a:pt x="3473976" y="1283780"/>
                </a:lnTo>
                <a:lnTo>
                  <a:pt x="3488213" y="1282823"/>
                </a:lnTo>
                <a:lnTo>
                  <a:pt x="3480105" y="1268969"/>
                </a:lnTo>
                <a:lnTo>
                  <a:pt x="3487191" y="1268522"/>
                </a:lnTo>
                <a:lnTo>
                  <a:pt x="3494342" y="1260478"/>
                </a:lnTo>
                <a:lnTo>
                  <a:pt x="3508578" y="1266862"/>
                </a:lnTo>
                <a:lnTo>
                  <a:pt x="3522432" y="1265905"/>
                </a:lnTo>
                <a:lnTo>
                  <a:pt x="3521410" y="1251668"/>
                </a:lnTo>
                <a:lnTo>
                  <a:pt x="3534178" y="1250774"/>
                </a:lnTo>
                <a:lnTo>
                  <a:pt x="3527794" y="1237495"/>
                </a:lnTo>
                <a:lnTo>
                  <a:pt x="3533029" y="1231111"/>
                </a:lnTo>
                <a:lnTo>
                  <a:pt x="3539413" y="1223897"/>
                </a:lnTo>
                <a:lnTo>
                  <a:pt x="3554161" y="1215726"/>
                </a:lnTo>
                <a:lnTo>
                  <a:pt x="3561375" y="1222110"/>
                </a:lnTo>
                <a:lnTo>
                  <a:pt x="3568461" y="1234495"/>
                </a:lnTo>
                <a:lnTo>
                  <a:pt x="3582698" y="1233537"/>
                </a:lnTo>
                <a:lnTo>
                  <a:pt x="3610341" y="1225366"/>
                </a:lnTo>
                <a:lnTo>
                  <a:pt x="3616725" y="1224919"/>
                </a:lnTo>
                <a:lnTo>
                  <a:pt x="3624322" y="1224408"/>
                </a:lnTo>
                <a:lnTo>
                  <a:pt x="3623875" y="1218024"/>
                </a:lnTo>
                <a:lnTo>
                  <a:pt x="3622918" y="1204362"/>
                </a:lnTo>
                <a:lnTo>
                  <a:pt x="3635175" y="1195807"/>
                </a:lnTo>
                <a:lnTo>
                  <a:pt x="3656562" y="1187189"/>
                </a:lnTo>
                <a:lnTo>
                  <a:pt x="3675714" y="1165355"/>
                </a:lnTo>
                <a:lnTo>
                  <a:pt x="3681396" y="1157822"/>
                </a:lnTo>
                <a:lnTo>
                  <a:pt x="3680375" y="1143649"/>
                </a:lnTo>
                <a:close/>
                <a:moveTo>
                  <a:pt x="3224741" y="2227798"/>
                </a:moveTo>
                <a:lnTo>
                  <a:pt x="3225188" y="2227798"/>
                </a:lnTo>
                <a:lnTo>
                  <a:pt x="3230997" y="2227415"/>
                </a:lnTo>
                <a:lnTo>
                  <a:pt x="3224613" y="2227862"/>
                </a:lnTo>
                <a:close/>
                <a:moveTo>
                  <a:pt x="3245106" y="2218797"/>
                </a:moveTo>
                <a:lnTo>
                  <a:pt x="3231380" y="2219754"/>
                </a:lnTo>
                <a:lnTo>
                  <a:pt x="3246064" y="2218733"/>
                </a:lnTo>
                <a:lnTo>
                  <a:pt x="3252448" y="2218286"/>
                </a:lnTo>
                <a:lnTo>
                  <a:pt x="3244787" y="2218797"/>
                </a:lnTo>
                <a:close/>
                <a:moveTo>
                  <a:pt x="3271090" y="2181194"/>
                </a:moveTo>
                <a:lnTo>
                  <a:pt x="3286411" y="2194920"/>
                </a:lnTo>
                <a:lnTo>
                  <a:pt x="3290497" y="2194601"/>
                </a:lnTo>
                <a:lnTo>
                  <a:pt x="3285454" y="2194984"/>
                </a:lnTo>
                <a:lnTo>
                  <a:pt x="3270707" y="2181769"/>
                </a:lnTo>
                <a:lnTo>
                  <a:pt x="3271090" y="2181194"/>
                </a:lnTo>
                <a:close/>
                <a:moveTo>
                  <a:pt x="3300201" y="2193962"/>
                </a:moveTo>
                <a:lnTo>
                  <a:pt x="3313991" y="2199261"/>
                </a:lnTo>
                <a:lnTo>
                  <a:pt x="3313991" y="2199708"/>
                </a:lnTo>
                <a:lnTo>
                  <a:pt x="3299307" y="2194026"/>
                </a:lnTo>
                <a:close/>
                <a:moveTo>
                  <a:pt x="3324588" y="2255058"/>
                </a:moveTo>
                <a:lnTo>
                  <a:pt x="3324588" y="2255058"/>
                </a:lnTo>
                <a:lnTo>
                  <a:pt x="3318204" y="2255505"/>
                </a:lnTo>
                <a:lnTo>
                  <a:pt x="3324588" y="2255058"/>
                </a:lnTo>
                <a:close/>
                <a:moveTo>
                  <a:pt x="3320439" y="2276764"/>
                </a:moveTo>
                <a:lnTo>
                  <a:pt x="3332632" y="2275870"/>
                </a:lnTo>
                <a:lnTo>
                  <a:pt x="3320439" y="2276764"/>
                </a:lnTo>
                <a:close/>
                <a:moveTo>
                  <a:pt x="3425457" y="2122780"/>
                </a:moveTo>
                <a:lnTo>
                  <a:pt x="3420860" y="2123163"/>
                </a:lnTo>
                <a:lnTo>
                  <a:pt x="3412306" y="2123737"/>
                </a:lnTo>
                <a:lnTo>
                  <a:pt x="3420350" y="2123163"/>
                </a:lnTo>
                <a:lnTo>
                  <a:pt x="3425457" y="2122780"/>
                </a:lnTo>
                <a:close/>
                <a:moveTo>
                  <a:pt x="3408156" y="2145443"/>
                </a:moveTo>
                <a:lnTo>
                  <a:pt x="3414540" y="2130185"/>
                </a:lnTo>
                <a:lnTo>
                  <a:pt x="3406560" y="2124120"/>
                </a:lnTo>
                <a:lnTo>
                  <a:pt x="3406943" y="2124120"/>
                </a:lnTo>
                <a:lnTo>
                  <a:pt x="3415498" y="2130121"/>
                </a:lnTo>
                <a:lnTo>
                  <a:pt x="3408476" y="2145443"/>
                </a:lnTo>
                <a:lnTo>
                  <a:pt x="3394686" y="2152976"/>
                </a:lnTo>
                <a:lnTo>
                  <a:pt x="3393728" y="2152976"/>
                </a:lnTo>
                <a:lnTo>
                  <a:pt x="3408092" y="2145379"/>
                </a:lnTo>
                <a:close/>
                <a:moveTo>
                  <a:pt x="3379300" y="2154062"/>
                </a:moveTo>
                <a:lnTo>
                  <a:pt x="3374320" y="2154445"/>
                </a:lnTo>
                <a:lnTo>
                  <a:pt x="3374320" y="2154445"/>
                </a:lnTo>
                <a:lnTo>
                  <a:pt x="3379300" y="2154062"/>
                </a:lnTo>
                <a:close/>
                <a:moveTo>
                  <a:pt x="3316225" y="2137080"/>
                </a:moveTo>
                <a:lnTo>
                  <a:pt x="3310543" y="2137527"/>
                </a:lnTo>
                <a:lnTo>
                  <a:pt x="3310543" y="2137527"/>
                </a:lnTo>
                <a:lnTo>
                  <a:pt x="3316225" y="2137080"/>
                </a:lnTo>
                <a:lnTo>
                  <a:pt x="3316225" y="2137080"/>
                </a:lnTo>
                <a:close/>
                <a:moveTo>
                  <a:pt x="3287752" y="2132483"/>
                </a:moveTo>
                <a:lnTo>
                  <a:pt x="3288582" y="2132483"/>
                </a:lnTo>
                <a:lnTo>
                  <a:pt x="3275814" y="2139953"/>
                </a:lnTo>
                <a:lnTo>
                  <a:pt x="3275431" y="2139953"/>
                </a:lnTo>
                <a:lnTo>
                  <a:pt x="3287688" y="2132739"/>
                </a:lnTo>
                <a:close/>
                <a:moveTo>
                  <a:pt x="3238275" y="2122141"/>
                </a:moveTo>
                <a:lnTo>
                  <a:pt x="3237701" y="2114608"/>
                </a:lnTo>
                <a:lnTo>
                  <a:pt x="3238658" y="2114608"/>
                </a:lnTo>
                <a:lnTo>
                  <a:pt x="3239169" y="2122141"/>
                </a:lnTo>
                <a:lnTo>
                  <a:pt x="3224996" y="2129866"/>
                </a:lnTo>
                <a:lnTo>
                  <a:pt x="3224996" y="2129419"/>
                </a:lnTo>
                <a:lnTo>
                  <a:pt x="3238339" y="2122205"/>
                </a:lnTo>
                <a:close/>
                <a:moveTo>
                  <a:pt x="3210249" y="2124120"/>
                </a:moveTo>
                <a:lnTo>
                  <a:pt x="3209738" y="2116587"/>
                </a:lnTo>
                <a:lnTo>
                  <a:pt x="3210696" y="2116587"/>
                </a:lnTo>
                <a:lnTo>
                  <a:pt x="3211207" y="2124120"/>
                </a:lnTo>
                <a:lnTo>
                  <a:pt x="3204822" y="2131334"/>
                </a:lnTo>
                <a:lnTo>
                  <a:pt x="3203865" y="2131334"/>
                </a:lnTo>
                <a:lnTo>
                  <a:pt x="3210249" y="2124120"/>
                </a:lnTo>
                <a:close/>
                <a:moveTo>
                  <a:pt x="3168944" y="2133760"/>
                </a:moveTo>
                <a:lnTo>
                  <a:pt x="3181712" y="2126099"/>
                </a:lnTo>
                <a:lnTo>
                  <a:pt x="3182223" y="2126099"/>
                </a:lnTo>
                <a:lnTo>
                  <a:pt x="3169455" y="2133505"/>
                </a:lnTo>
                <a:lnTo>
                  <a:pt x="3163071" y="2141102"/>
                </a:lnTo>
                <a:lnTo>
                  <a:pt x="3157133" y="2141485"/>
                </a:lnTo>
                <a:lnTo>
                  <a:pt x="3162113" y="2141166"/>
                </a:lnTo>
                <a:lnTo>
                  <a:pt x="3168497" y="2133569"/>
                </a:lnTo>
                <a:close/>
                <a:moveTo>
                  <a:pt x="1807852" y="1252307"/>
                </a:moveTo>
                <a:lnTo>
                  <a:pt x="1815513" y="1251732"/>
                </a:lnTo>
                <a:lnTo>
                  <a:pt x="1822663" y="1258882"/>
                </a:lnTo>
                <a:lnTo>
                  <a:pt x="1823110" y="1265266"/>
                </a:lnTo>
                <a:lnTo>
                  <a:pt x="1830324" y="1258180"/>
                </a:lnTo>
                <a:lnTo>
                  <a:pt x="1829749" y="1250519"/>
                </a:lnTo>
                <a:lnTo>
                  <a:pt x="1843475" y="1249561"/>
                </a:lnTo>
                <a:lnTo>
                  <a:pt x="1850178" y="1249115"/>
                </a:lnTo>
                <a:lnTo>
                  <a:pt x="1849732" y="1242730"/>
                </a:lnTo>
                <a:lnTo>
                  <a:pt x="1856116" y="1235133"/>
                </a:lnTo>
                <a:lnTo>
                  <a:pt x="1863777" y="1227025"/>
                </a:lnTo>
                <a:lnTo>
                  <a:pt x="1848519" y="1221407"/>
                </a:lnTo>
                <a:lnTo>
                  <a:pt x="1829047" y="1237048"/>
                </a:lnTo>
                <a:lnTo>
                  <a:pt x="1820237" y="1223833"/>
                </a:lnTo>
                <a:lnTo>
                  <a:pt x="1813853" y="1230984"/>
                </a:lnTo>
                <a:lnTo>
                  <a:pt x="1814364" y="1238453"/>
                </a:lnTo>
                <a:lnTo>
                  <a:pt x="1814874" y="1245603"/>
                </a:lnTo>
                <a:lnTo>
                  <a:pt x="1801085" y="1252753"/>
                </a:lnTo>
                <a:lnTo>
                  <a:pt x="1807469" y="1252307"/>
                </a:lnTo>
                <a:close/>
                <a:moveTo>
                  <a:pt x="1832878" y="1201553"/>
                </a:moveTo>
                <a:lnTo>
                  <a:pt x="1833899" y="1215215"/>
                </a:lnTo>
                <a:lnTo>
                  <a:pt x="1840283" y="1208128"/>
                </a:lnTo>
                <a:lnTo>
                  <a:pt x="1846667" y="1200531"/>
                </a:lnTo>
                <a:lnTo>
                  <a:pt x="1846284" y="1194850"/>
                </a:lnTo>
                <a:lnTo>
                  <a:pt x="1831920" y="1188465"/>
                </a:lnTo>
                <a:lnTo>
                  <a:pt x="1825855" y="1195999"/>
                </a:lnTo>
                <a:lnTo>
                  <a:pt x="1818194" y="1196509"/>
                </a:lnTo>
                <a:lnTo>
                  <a:pt x="1818577" y="1202255"/>
                </a:lnTo>
                <a:lnTo>
                  <a:pt x="1826238" y="1201744"/>
                </a:lnTo>
                <a:lnTo>
                  <a:pt x="1832622" y="1201298"/>
                </a:lnTo>
                <a:close/>
                <a:moveTo>
                  <a:pt x="119319" y="2252313"/>
                </a:moveTo>
                <a:lnTo>
                  <a:pt x="126469" y="2251802"/>
                </a:lnTo>
                <a:lnTo>
                  <a:pt x="126022" y="2245418"/>
                </a:lnTo>
                <a:lnTo>
                  <a:pt x="118872" y="2245929"/>
                </a:lnTo>
                <a:lnTo>
                  <a:pt x="119319" y="2252313"/>
                </a:lnTo>
                <a:close/>
                <a:moveTo>
                  <a:pt x="786841" y="2636764"/>
                </a:moveTo>
                <a:lnTo>
                  <a:pt x="779180" y="2630380"/>
                </a:lnTo>
                <a:lnTo>
                  <a:pt x="778670" y="2623294"/>
                </a:lnTo>
                <a:lnTo>
                  <a:pt x="771073" y="2616910"/>
                </a:lnTo>
                <a:lnTo>
                  <a:pt x="764689" y="2624507"/>
                </a:lnTo>
                <a:lnTo>
                  <a:pt x="765199" y="2631593"/>
                </a:lnTo>
                <a:lnTo>
                  <a:pt x="750963" y="2632614"/>
                </a:lnTo>
                <a:lnTo>
                  <a:pt x="744259" y="2633061"/>
                </a:lnTo>
                <a:lnTo>
                  <a:pt x="737109" y="2633572"/>
                </a:lnTo>
                <a:lnTo>
                  <a:pt x="737620" y="2640658"/>
                </a:lnTo>
                <a:lnTo>
                  <a:pt x="751473" y="2639701"/>
                </a:lnTo>
                <a:lnTo>
                  <a:pt x="759007" y="2639126"/>
                </a:lnTo>
                <a:lnTo>
                  <a:pt x="766731" y="2652852"/>
                </a:lnTo>
                <a:lnTo>
                  <a:pt x="773818" y="2652405"/>
                </a:lnTo>
                <a:lnTo>
                  <a:pt x="774329" y="2658789"/>
                </a:lnTo>
                <a:lnTo>
                  <a:pt x="781415" y="2658278"/>
                </a:lnTo>
                <a:lnTo>
                  <a:pt x="787799" y="2651128"/>
                </a:lnTo>
                <a:lnTo>
                  <a:pt x="787288" y="2644042"/>
                </a:lnTo>
                <a:lnTo>
                  <a:pt x="794375" y="2643531"/>
                </a:lnTo>
                <a:lnTo>
                  <a:pt x="800759" y="2635934"/>
                </a:lnTo>
                <a:lnTo>
                  <a:pt x="793609" y="2636445"/>
                </a:lnTo>
                <a:lnTo>
                  <a:pt x="786522" y="2636892"/>
                </a:lnTo>
                <a:close/>
                <a:moveTo>
                  <a:pt x="856684" y="2617612"/>
                </a:moveTo>
                <a:lnTo>
                  <a:pt x="849469" y="2618123"/>
                </a:lnTo>
                <a:lnTo>
                  <a:pt x="842319" y="2618633"/>
                </a:lnTo>
                <a:lnTo>
                  <a:pt x="834658" y="2612249"/>
                </a:lnTo>
                <a:lnTo>
                  <a:pt x="827572" y="2612696"/>
                </a:lnTo>
                <a:lnTo>
                  <a:pt x="828083" y="2619846"/>
                </a:lnTo>
                <a:lnTo>
                  <a:pt x="835680" y="2626230"/>
                </a:lnTo>
                <a:lnTo>
                  <a:pt x="842830" y="2625720"/>
                </a:lnTo>
                <a:lnTo>
                  <a:pt x="850427" y="2632104"/>
                </a:lnTo>
                <a:lnTo>
                  <a:pt x="857705" y="2631593"/>
                </a:lnTo>
                <a:lnTo>
                  <a:pt x="857194" y="2624507"/>
                </a:lnTo>
                <a:lnTo>
                  <a:pt x="856684" y="2617420"/>
                </a:lnTo>
                <a:close/>
                <a:moveTo>
                  <a:pt x="667969" y="2666131"/>
                </a:moveTo>
                <a:lnTo>
                  <a:pt x="661585" y="2666578"/>
                </a:lnTo>
                <a:lnTo>
                  <a:pt x="662096" y="2673728"/>
                </a:lnTo>
                <a:lnTo>
                  <a:pt x="647796" y="2674686"/>
                </a:lnTo>
                <a:lnTo>
                  <a:pt x="648306" y="2681772"/>
                </a:lnTo>
                <a:lnTo>
                  <a:pt x="648817" y="2688922"/>
                </a:lnTo>
                <a:lnTo>
                  <a:pt x="662607" y="2680814"/>
                </a:lnTo>
                <a:lnTo>
                  <a:pt x="668991" y="2680304"/>
                </a:lnTo>
                <a:lnTo>
                  <a:pt x="668480" y="2673217"/>
                </a:lnTo>
                <a:lnTo>
                  <a:pt x="675630" y="2665620"/>
                </a:lnTo>
                <a:lnTo>
                  <a:pt x="667969" y="2666131"/>
                </a:lnTo>
                <a:close/>
                <a:moveTo>
                  <a:pt x="276113" y="543224"/>
                </a:moveTo>
                <a:lnTo>
                  <a:pt x="283263" y="550310"/>
                </a:lnTo>
                <a:lnTo>
                  <a:pt x="291371" y="556694"/>
                </a:lnTo>
                <a:lnTo>
                  <a:pt x="298457" y="563078"/>
                </a:lnTo>
                <a:lnTo>
                  <a:pt x="305607" y="562568"/>
                </a:lnTo>
                <a:lnTo>
                  <a:pt x="312821" y="562057"/>
                </a:lnTo>
                <a:lnTo>
                  <a:pt x="313332" y="569590"/>
                </a:lnTo>
                <a:lnTo>
                  <a:pt x="313843" y="575974"/>
                </a:lnTo>
                <a:lnTo>
                  <a:pt x="314354" y="583061"/>
                </a:lnTo>
                <a:lnTo>
                  <a:pt x="314800" y="589445"/>
                </a:lnTo>
                <a:lnTo>
                  <a:pt x="321951" y="595829"/>
                </a:lnTo>
                <a:lnTo>
                  <a:pt x="337209" y="609172"/>
                </a:lnTo>
                <a:lnTo>
                  <a:pt x="344870" y="608597"/>
                </a:lnTo>
                <a:lnTo>
                  <a:pt x="351254" y="608150"/>
                </a:lnTo>
                <a:lnTo>
                  <a:pt x="351764" y="615683"/>
                </a:lnTo>
                <a:lnTo>
                  <a:pt x="352211" y="622067"/>
                </a:lnTo>
                <a:lnTo>
                  <a:pt x="366576" y="628452"/>
                </a:lnTo>
                <a:lnTo>
                  <a:pt x="374619" y="634836"/>
                </a:lnTo>
                <a:lnTo>
                  <a:pt x="374109" y="627749"/>
                </a:lnTo>
                <a:lnTo>
                  <a:pt x="380493" y="620152"/>
                </a:lnTo>
                <a:lnTo>
                  <a:pt x="381004" y="627239"/>
                </a:lnTo>
                <a:lnTo>
                  <a:pt x="388090" y="626728"/>
                </a:lnTo>
                <a:lnTo>
                  <a:pt x="400858" y="618684"/>
                </a:lnTo>
                <a:lnTo>
                  <a:pt x="408519" y="618173"/>
                </a:lnTo>
                <a:lnTo>
                  <a:pt x="423266" y="624557"/>
                </a:lnTo>
                <a:lnTo>
                  <a:pt x="429331" y="617024"/>
                </a:lnTo>
                <a:lnTo>
                  <a:pt x="437503" y="623408"/>
                </a:lnTo>
                <a:lnTo>
                  <a:pt x="451356" y="622451"/>
                </a:lnTo>
                <a:lnTo>
                  <a:pt x="451867" y="629537"/>
                </a:lnTo>
                <a:lnTo>
                  <a:pt x="465082" y="621493"/>
                </a:lnTo>
                <a:lnTo>
                  <a:pt x="472232" y="613832"/>
                </a:lnTo>
                <a:lnTo>
                  <a:pt x="486980" y="620216"/>
                </a:lnTo>
                <a:lnTo>
                  <a:pt x="493364" y="619769"/>
                </a:lnTo>
                <a:lnTo>
                  <a:pt x="500386" y="612108"/>
                </a:lnTo>
                <a:lnTo>
                  <a:pt x="508047" y="618492"/>
                </a:lnTo>
                <a:lnTo>
                  <a:pt x="508558" y="625579"/>
                </a:lnTo>
                <a:lnTo>
                  <a:pt x="514942" y="617982"/>
                </a:lnTo>
                <a:lnTo>
                  <a:pt x="522092" y="617471"/>
                </a:lnTo>
                <a:lnTo>
                  <a:pt x="535435" y="609427"/>
                </a:lnTo>
                <a:lnTo>
                  <a:pt x="541053" y="595254"/>
                </a:lnTo>
                <a:lnTo>
                  <a:pt x="549799" y="602277"/>
                </a:lnTo>
                <a:lnTo>
                  <a:pt x="556184" y="601766"/>
                </a:lnTo>
                <a:lnTo>
                  <a:pt x="570931" y="600745"/>
                </a:lnTo>
                <a:lnTo>
                  <a:pt x="569909" y="586508"/>
                </a:lnTo>
                <a:lnTo>
                  <a:pt x="576293" y="578400"/>
                </a:lnTo>
                <a:lnTo>
                  <a:pt x="582678" y="577953"/>
                </a:lnTo>
                <a:lnTo>
                  <a:pt x="582167" y="570867"/>
                </a:lnTo>
                <a:lnTo>
                  <a:pt x="581720" y="564483"/>
                </a:lnTo>
                <a:lnTo>
                  <a:pt x="588423" y="556886"/>
                </a:lnTo>
                <a:lnTo>
                  <a:pt x="587976" y="550502"/>
                </a:lnTo>
                <a:lnTo>
                  <a:pt x="580188" y="543479"/>
                </a:lnTo>
                <a:lnTo>
                  <a:pt x="579741" y="537095"/>
                </a:lnTo>
                <a:lnTo>
                  <a:pt x="579230" y="530009"/>
                </a:lnTo>
                <a:lnTo>
                  <a:pt x="565504" y="530966"/>
                </a:lnTo>
                <a:lnTo>
                  <a:pt x="564930" y="523433"/>
                </a:lnTo>
                <a:lnTo>
                  <a:pt x="571633" y="517049"/>
                </a:lnTo>
                <a:lnTo>
                  <a:pt x="578656" y="522731"/>
                </a:lnTo>
                <a:lnTo>
                  <a:pt x="578209" y="516347"/>
                </a:lnTo>
                <a:lnTo>
                  <a:pt x="571122" y="509963"/>
                </a:lnTo>
                <a:lnTo>
                  <a:pt x="570612" y="502876"/>
                </a:lnTo>
                <a:lnTo>
                  <a:pt x="570101" y="495790"/>
                </a:lnTo>
                <a:lnTo>
                  <a:pt x="583444" y="487746"/>
                </a:lnTo>
                <a:lnTo>
                  <a:pt x="582933" y="480596"/>
                </a:lnTo>
                <a:lnTo>
                  <a:pt x="576549" y="488257"/>
                </a:lnTo>
                <a:lnTo>
                  <a:pt x="562823" y="489214"/>
                </a:lnTo>
                <a:lnTo>
                  <a:pt x="562568" y="480979"/>
                </a:lnTo>
                <a:lnTo>
                  <a:pt x="562121" y="474275"/>
                </a:lnTo>
                <a:lnTo>
                  <a:pt x="568505" y="466678"/>
                </a:lnTo>
                <a:lnTo>
                  <a:pt x="568058" y="459592"/>
                </a:lnTo>
                <a:lnTo>
                  <a:pt x="553247" y="453208"/>
                </a:lnTo>
                <a:lnTo>
                  <a:pt x="553758" y="460358"/>
                </a:lnTo>
                <a:lnTo>
                  <a:pt x="546863" y="468210"/>
                </a:lnTo>
                <a:lnTo>
                  <a:pt x="540798" y="475744"/>
                </a:lnTo>
                <a:lnTo>
                  <a:pt x="533137" y="476318"/>
                </a:lnTo>
                <a:lnTo>
                  <a:pt x="526051" y="469934"/>
                </a:lnTo>
                <a:lnTo>
                  <a:pt x="525540" y="462848"/>
                </a:lnTo>
                <a:lnTo>
                  <a:pt x="512197" y="470892"/>
                </a:lnTo>
                <a:lnTo>
                  <a:pt x="498727" y="479000"/>
                </a:lnTo>
                <a:lnTo>
                  <a:pt x="491640" y="479510"/>
                </a:lnTo>
                <a:lnTo>
                  <a:pt x="497258" y="457741"/>
                </a:lnTo>
                <a:lnTo>
                  <a:pt x="489597" y="451356"/>
                </a:lnTo>
                <a:lnTo>
                  <a:pt x="490108" y="458507"/>
                </a:lnTo>
                <a:lnTo>
                  <a:pt x="483724" y="473190"/>
                </a:lnTo>
                <a:lnTo>
                  <a:pt x="484235" y="480276"/>
                </a:lnTo>
                <a:lnTo>
                  <a:pt x="478489" y="487427"/>
                </a:lnTo>
                <a:lnTo>
                  <a:pt x="470381" y="481043"/>
                </a:lnTo>
                <a:lnTo>
                  <a:pt x="469360" y="466806"/>
                </a:lnTo>
                <a:lnTo>
                  <a:pt x="476510" y="459209"/>
                </a:lnTo>
                <a:lnTo>
                  <a:pt x="475552" y="445419"/>
                </a:lnTo>
                <a:lnTo>
                  <a:pt x="466806" y="438460"/>
                </a:lnTo>
                <a:lnTo>
                  <a:pt x="460422" y="446441"/>
                </a:lnTo>
                <a:lnTo>
                  <a:pt x="452250" y="439418"/>
                </a:lnTo>
                <a:lnTo>
                  <a:pt x="452825" y="446951"/>
                </a:lnTo>
                <a:lnTo>
                  <a:pt x="446441" y="454102"/>
                </a:lnTo>
                <a:lnTo>
                  <a:pt x="440057" y="461699"/>
                </a:lnTo>
                <a:lnTo>
                  <a:pt x="432843" y="462209"/>
                </a:lnTo>
                <a:lnTo>
                  <a:pt x="432332" y="455123"/>
                </a:lnTo>
                <a:lnTo>
                  <a:pt x="431821" y="448739"/>
                </a:lnTo>
                <a:lnTo>
                  <a:pt x="430800" y="434566"/>
                </a:lnTo>
                <a:lnTo>
                  <a:pt x="423777" y="428182"/>
                </a:lnTo>
                <a:lnTo>
                  <a:pt x="417393" y="441972"/>
                </a:lnTo>
                <a:lnTo>
                  <a:pt x="411775" y="456655"/>
                </a:lnTo>
                <a:lnTo>
                  <a:pt x="404114" y="457166"/>
                </a:lnTo>
                <a:lnTo>
                  <a:pt x="403667" y="450463"/>
                </a:lnTo>
                <a:lnTo>
                  <a:pt x="397283" y="450973"/>
                </a:lnTo>
                <a:lnTo>
                  <a:pt x="389622" y="451484"/>
                </a:lnTo>
                <a:lnTo>
                  <a:pt x="377428" y="473254"/>
                </a:lnTo>
                <a:lnTo>
                  <a:pt x="376918" y="466168"/>
                </a:lnTo>
                <a:lnTo>
                  <a:pt x="369831" y="466678"/>
                </a:lnTo>
                <a:lnTo>
                  <a:pt x="369321" y="459528"/>
                </a:lnTo>
                <a:lnTo>
                  <a:pt x="375705" y="452378"/>
                </a:lnTo>
                <a:lnTo>
                  <a:pt x="375194" y="444845"/>
                </a:lnTo>
                <a:lnTo>
                  <a:pt x="374683" y="438460"/>
                </a:lnTo>
                <a:lnTo>
                  <a:pt x="373662" y="424224"/>
                </a:lnTo>
                <a:lnTo>
                  <a:pt x="381259" y="423522"/>
                </a:lnTo>
                <a:lnTo>
                  <a:pt x="387643" y="423075"/>
                </a:lnTo>
                <a:lnTo>
                  <a:pt x="394027" y="408391"/>
                </a:lnTo>
                <a:lnTo>
                  <a:pt x="386366" y="408902"/>
                </a:lnTo>
                <a:lnTo>
                  <a:pt x="385919" y="402518"/>
                </a:lnTo>
                <a:lnTo>
                  <a:pt x="393070" y="394921"/>
                </a:lnTo>
                <a:lnTo>
                  <a:pt x="392559" y="388537"/>
                </a:lnTo>
                <a:lnTo>
                  <a:pt x="391537" y="373917"/>
                </a:lnTo>
                <a:lnTo>
                  <a:pt x="376726" y="361149"/>
                </a:lnTo>
                <a:lnTo>
                  <a:pt x="362490" y="362170"/>
                </a:lnTo>
                <a:lnTo>
                  <a:pt x="370087" y="368555"/>
                </a:lnTo>
                <a:lnTo>
                  <a:pt x="378258" y="382217"/>
                </a:lnTo>
                <a:lnTo>
                  <a:pt x="371108" y="382727"/>
                </a:lnTo>
                <a:lnTo>
                  <a:pt x="371619" y="389814"/>
                </a:lnTo>
                <a:lnTo>
                  <a:pt x="372130" y="396198"/>
                </a:lnTo>
                <a:lnTo>
                  <a:pt x="372577" y="403284"/>
                </a:lnTo>
                <a:lnTo>
                  <a:pt x="366192" y="410370"/>
                </a:lnTo>
                <a:lnTo>
                  <a:pt x="358276" y="404369"/>
                </a:lnTo>
                <a:lnTo>
                  <a:pt x="357319" y="390580"/>
                </a:lnTo>
                <a:lnTo>
                  <a:pt x="350360" y="397985"/>
                </a:lnTo>
                <a:lnTo>
                  <a:pt x="349338" y="384196"/>
                </a:lnTo>
                <a:lnTo>
                  <a:pt x="348381" y="370023"/>
                </a:lnTo>
                <a:lnTo>
                  <a:pt x="348828" y="376407"/>
                </a:lnTo>
                <a:lnTo>
                  <a:pt x="342444" y="376918"/>
                </a:lnTo>
                <a:lnTo>
                  <a:pt x="334846" y="370534"/>
                </a:lnTo>
                <a:lnTo>
                  <a:pt x="336379" y="391793"/>
                </a:lnTo>
                <a:lnTo>
                  <a:pt x="321631" y="385409"/>
                </a:lnTo>
                <a:lnTo>
                  <a:pt x="329739" y="391793"/>
                </a:lnTo>
                <a:lnTo>
                  <a:pt x="336826" y="398177"/>
                </a:lnTo>
                <a:lnTo>
                  <a:pt x="323100" y="406285"/>
                </a:lnTo>
                <a:lnTo>
                  <a:pt x="316716" y="406732"/>
                </a:lnTo>
                <a:lnTo>
                  <a:pt x="316205" y="399645"/>
                </a:lnTo>
                <a:lnTo>
                  <a:pt x="315758" y="393261"/>
                </a:lnTo>
                <a:lnTo>
                  <a:pt x="307586" y="386877"/>
                </a:lnTo>
                <a:lnTo>
                  <a:pt x="308097" y="393963"/>
                </a:lnTo>
                <a:lnTo>
                  <a:pt x="308608" y="400347"/>
                </a:lnTo>
                <a:lnTo>
                  <a:pt x="302224" y="400858"/>
                </a:lnTo>
                <a:lnTo>
                  <a:pt x="301777" y="394474"/>
                </a:lnTo>
                <a:lnTo>
                  <a:pt x="294435" y="401624"/>
                </a:lnTo>
                <a:lnTo>
                  <a:pt x="294435" y="408711"/>
                </a:lnTo>
                <a:lnTo>
                  <a:pt x="301649" y="408200"/>
                </a:lnTo>
                <a:lnTo>
                  <a:pt x="308033" y="407753"/>
                </a:lnTo>
                <a:lnTo>
                  <a:pt x="316141" y="413754"/>
                </a:lnTo>
                <a:lnTo>
                  <a:pt x="330378" y="412733"/>
                </a:lnTo>
                <a:lnTo>
                  <a:pt x="337528" y="419883"/>
                </a:lnTo>
                <a:lnTo>
                  <a:pt x="345125" y="426267"/>
                </a:lnTo>
                <a:lnTo>
                  <a:pt x="345636" y="433864"/>
                </a:lnTo>
                <a:lnTo>
                  <a:pt x="352339" y="433417"/>
                </a:lnTo>
                <a:lnTo>
                  <a:pt x="359936" y="432842"/>
                </a:lnTo>
                <a:lnTo>
                  <a:pt x="360830" y="446121"/>
                </a:lnTo>
                <a:lnTo>
                  <a:pt x="353297" y="446632"/>
                </a:lnTo>
                <a:lnTo>
                  <a:pt x="338996" y="440950"/>
                </a:lnTo>
                <a:lnTo>
                  <a:pt x="324760" y="441972"/>
                </a:lnTo>
                <a:lnTo>
                  <a:pt x="332867" y="448356"/>
                </a:lnTo>
                <a:lnTo>
                  <a:pt x="340018" y="455378"/>
                </a:lnTo>
                <a:lnTo>
                  <a:pt x="347615" y="461762"/>
                </a:lnTo>
                <a:lnTo>
                  <a:pt x="341231" y="469360"/>
                </a:lnTo>
                <a:lnTo>
                  <a:pt x="334846" y="469806"/>
                </a:lnTo>
                <a:lnTo>
                  <a:pt x="326675" y="463422"/>
                </a:lnTo>
                <a:lnTo>
                  <a:pt x="319588" y="457038"/>
                </a:lnTo>
                <a:lnTo>
                  <a:pt x="311928" y="457613"/>
                </a:lnTo>
                <a:lnTo>
                  <a:pt x="297563" y="451229"/>
                </a:lnTo>
                <a:lnTo>
                  <a:pt x="283391" y="445547"/>
                </a:lnTo>
                <a:lnTo>
                  <a:pt x="269601" y="453208"/>
                </a:lnTo>
                <a:lnTo>
                  <a:pt x="270112" y="460741"/>
                </a:lnTo>
                <a:lnTo>
                  <a:pt x="284348" y="459720"/>
                </a:lnTo>
                <a:lnTo>
                  <a:pt x="298074" y="458762"/>
                </a:lnTo>
                <a:lnTo>
                  <a:pt x="305799" y="465146"/>
                </a:lnTo>
                <a:lnTo>
                  <a:pt x="306310" y="472232"/>
                </a:lnTo>
                <a:lnTo>
                  <a:pt x="312694" y="471786"/>
                </a:lnTo>
                <a:lnTo>
                  <a:pt x="313141" y="478872"/>
                </a:lnTo>
                <a:lnTo>
                  <a:pt x="313651" y="485958"/>
                </a:lnTo>
                <a:lnTo>
                  <a:pt x="307267" y="493491"/>
                </a:lnTo>
                <a:lnTo>
                  <a:pt x="308225" y="507281"/>
                </a:lnTo>
                <a:lnTo>
                  <a:pt x="314609" y="499748"/>
                </a:lnTo>
                <a:lnTo>
                  <a:pt x="315120" y="506834"/>
                </a:lnTo>
                <a:lnTo>
                  <a:pt x="308735" y="514368"/>
                </a:lnTo>
                <a:lnTo>
                  <a:pt x="302351" y="522028"/>
                </a:lnTo>
                <a:lnTo>
                  <a:pt x="295201" y="522475"/>
                </a:lnTo>
                <a:lnTo>
                  <a:pt x="288817" y="522986"/>
                </a:lnTo>
                <a:lnTo>
                  <a:pt x="281156" y="523497"/>
                </a:lnTo>
                <a:lnTo>
                  <a:pt x="274772" y="531030"/>
                </a:lnTo>
                <a:lnTo>
                  <a:pt x="266600" y="524646"/>
                </a:lnTo>
                <a:lnTo>
                  <a:pt x="261046" y="539266"/>
                </a:lnTo>
                <a:lnTo>
                  <a:pt x="268069" y="545011"/>
                </a:lnTo>
                <a:lnTo>
                  <a:pt x="275730" y="544437"/>
                </a:lnTo>
                <a:close/>
                <a:moveTo>
                  <a:pt x="407115" y="1595388"/>
                </a:moveTo>
                <a:lnTo>
                  <a:pt x="407625" y="1602092"/>
                </a:lnTo>
                <a:lnTo>
                  <a:pt x="415286" y="1601581"/>
                </a:lnTo>
                <a:lnTo>
                  <a:pt x="421670" y="1594431"/>
                </a:lnTo>
                <a:lnTo>
                  <a:pt x="428757" y="1593920"/>
                </a:lnTo>
                <a:lnTo>
                  <a:pt x="442993" y="1592899"/>
                </a:lnTo>
                <a:lnTo>
                  <a:pt x="457294" y="1591877"/>
                </a:lnTo>
                <a:lnTo>
                  <a:pt x="470573" y="1590983"/>
                </a:lnTo>
                <a:lnTo>
                  <a:pt x="478744" y="1597367"/>
                </a:lnTo>
                <a:lnTo>
                  <a:pt x="492470" y="1589707"/>
                </a:lnTo>
                <a:lnTo>
                  <a:pt x="498854" y="1582110"/>
                </a:lnTo>
                <a:lnTo>
                  <a:pt x="498344" y="1575023"/>
                </a:lnTo>
                <a:lnTo>
                  <a:pt x="506004" y="1574449"/>
                </a:lnTo>
                <a:lnTo>
                  <a:pt x="512069" y="1566915"/>
                </a:lnTo>
                <a:lnTo>
                  <a:pt x="511622" y="1560531"/>
                </a:lnTo>
                <a:lnTo>
                  <a:pt x="518836" y="1560020"/>
                </a:lnTo>
                <a:lnTo>
                  <a:pt x="518390" y="1552934"/>
                </a:lnTo>
                <a:lnTo>
                  <a:pt x="517879" y="1545848"/>
                </a:lnTo>
                <a:lnTo>
                  <a:pt x="517368" y="1538698"/>
                </a:lnTo>
                <a:lnTo>
                  <a:pt x="523752" y="1531164"/>
                </a:lnTo>
                <a:lnTo>
                  <a:pt x="523241" y="1524461"/>
                </a:lnTo>
                <a:lnTo>
                  <a:pt x="522731" y="1516800"/>
                </a:lnTo>
                <a:lnTo>
                  <a:pt x="529115" y="1509778"/>
                </a:lnTo>
                <a:lnTo>
                  <a:pt x="528093" y="1495605"/>
                </a:lnTo>
                <a:lnTo>
                  <a:pt x="527647" y="1488902"/>
                </a:lnTo>
                <a:lnTo>
                  <a:pt x="534733" y="1480858"/>
                </a:lnTo>
                <a:lnTo>
                  <a:pt x="541117" y="1473707"/>
                </a:lnTo>
                <a:lnTo>
                  <a:pt x="540798" y="1473133"/>
                </a:lnTo>
                <a:lnTo>
                  <a:pt x="546416" y="1466749"/>
                </a:lnTo>
                <a:lnTo>
                  <a:pt x="552800" y="1459152"/>
                </a:lnTo>
                <a:lnTo>
                  <a:pt x="560397" y="1458641"/>
                </a:lnTo>
                <a:lnTo>
                  <a:pt x="566781" y="1458130"/>
                </a:lnTo>
                <a:lnTo>
                  <a:pt x="565760" y="1444404"/>
                </a:lnTo>
                <a:lnTo>
                  <a:pt x="572910" y="1436743"/>
                </a:lnTo>
                <a:lnTo>
                  <a:pt x="573421" y="1443830"/>
                </a:lnTo>
                <a:lnTo>
                  <a:pt x="573931" y="1450916"/>
                </a:lnTo>
                <a:lnTo>
                  <a:pt x="580315" y="1450469"/>
                </a:lnTo>
                <a:lnTo>
                  <a:pt x="579805" y="1443383"/>
                </a:lnTo>
                <a:lnTo>
                  <a:pt x="579294" y="1436296"/>
                </a:lnTo>
                <a:lnTo>
                  <a:pt x="572208" y="1429912"/>
                </a:lnTo>
                <a:lnTo>
                  <a:pt x="564994" y="1437573"/>
                </a:lnTo>
                <a:lnTo>
                  <a:pt x="557907" y="1431189"/>
                </a:lnTo>
                <a:lnTo>
                  <a:pt x="564291" y="1423592"/>
                </a:lnTo>
                <a:lnTo>
                  <a:pt x="571952" y="1423081"/>
                </a:lnTo>
                <a:lnTo>
                  <a:pt x="571442" y="1416697"/>
                </a:lnTo>
                <a:lnTo>
                  <a:pt x="570931" y="1409036"/>
                </a:lnTo>
                <a:lnTo>
                  <a:pt x="562312" y="1395949"/>
                </a:lnTo>
                <a:lnTo>
                  <a:pt x="561802" y="1388799"/>
                </a:lnTo>
                <a:lnTo>
                  <a:pt x="561291" y="1381712"/>
                </a:lnTo>
                <a:lnTo>
                  <a:pt x="554907" y="1382159"/>
                </a:lnTo>
                <a:lnTo>
                  <a:pt x="547246" y="1382734"/>
                </a:lnTo>
                <a:lnTo>
                  <a:pt x="540862" y="1383181"/>
                </a:lnTo>
                <a:lnTo>
                  <a:pt x="540415" y="1376797"/>
                </a:lnTo>
                <a:lnTo>
                  <a:pt x="533201" y="1377307"/>
                </a:lnTo>
                <a:lnTo>
                  <a:pt x="526497" y="1384458"/>
                </a:lnTo>
                <a:lnTo>
                  <a:pt x="519411" y="1384968"/>
                </a:lnTo>
                <a:lnTo>
                  <a:pt x="512261" y="1385479"/>
                </a:lnTo>
                <a:lnTo>
                  <a:pt x="499493" y="1386373"/>
                </a:lnTo>
                <a:lnTo>
                  <a:pt x="499940" y="1385798"/>
                </a:lnTo>
                <a:lnTo>
                  <a:pt x="514304" y="1384777"/>
                </a:lnTo>
                <a:lnTo>
                  <a:pt x="520688" y="1384330"/>
                </a:lnTo>
                <a:lnTo>
                  <a:pt x="513665" y="1377946"/>
                </a:lnTo>
                <a:lnTo>
                  <a:pt x="520049" y="1377499"/>
                </a:lnTo>
                <a:lnTo>
                  <a:pt x="527710" y="1376988"/>
                </a:lnTo>
                <a:lnTo>
                  <a:pt x="533775" y="1369391"/>
                </a:lnTo>
                <a:lnTo>
                  <a:pt x="526689" y="1363007"/>
                </a:lnTo>
                <a:lnTo>
                  <a:pt x="517879" y="1354963"/>
                </a:lnTo>
                <a:lnTo>
                  <a:pt x="518453" y="1362560"/>
                </a:lnTo>
                <a:lnTo>
                  <a:pt x="512069" y="1363071"/>
                </a:lnTo>
                <a:lnTo>
                  <a:pt x="504983" y="1363518"/>
                </a:lnTo>
                <a:lnTo>
                  <a:pt x="497705" y="1364028"/>
                </a:lnTo>
                <a:lnTo>
                  <a:pt x="482958" y="1357644"/>
                </a:lnTo>
                <a:lnTo>
                  <a:pt x="476574" y="1365688"/>
                </a:lnTo>
                <a:lnTo>
                  <a:pt x="462337" y="1366710"/>
                </a:lnTo>
                <a:lnTo>
                  <a:pt x="455187" y="1373924"/>
                </a:lnTo>
                <a:lnTo>
                  <a:pt x="449505" y="1381457"/>
                </a:lnTo>
                <a:lnTo>
                  <a:pt x="428501" y="1389373"/>
                </a:lnTo>
                <a:lnTo>
                  <a:pt x="436162" y="1395757"/>
                </a:lnTo>
                <a:lnTo>
                  <a:pt x="450910" y="1402141"/>
                </a:lnTo>
                <a:lnTo>
                  <a:pt x="457294" y="1401695"/>
                </a:lnTo>
                <a:lnTo>
                  <a:pt x="451612" y="1408717"/>
                </a:lnTo>
                <a:lnTo>
                  <a:pt x="437375" y="1409739"/>
                </a:lnTo>
                <a:lnTo>
                  <a:pt x="437822" y="1416825"/>
                </a:lnTo>
                <a:lnTo>
                  <a:pt x="438333" y="1423911"/>
                </a:lnTo>
                <a:lnTo>
                  <a:pt x="423777" y="1432211"/>
                </a:lnTo>
                <a:lnTo>
                  <a:pt x="416563" y="1425827"/>
                </a:lnTo>
                <a:lnTo>
                  <a:pt x="402390" y="1419442"/>
                </a:lnTo>
                <a:lnTo>
                  <a:pt x="401880" y="1412356"/>
                </a:lnTo>
                <a:lnTo>
                  <a:pt x="393708" y="1406355"/>
                </a:lnTo>
                <a:lnTo>
                  <a:pt x="386558" y="1399205"/>
                </a:lnTo>
                <a:lnTo>
                  <a:pt x="372321" y="1400162"/>
                </a:lnTo>
                <a:lnTo>
                  <a:pt x="365937" y="1414910"/>
                </a:lnTo>
                <a:lnTo>
                  <a:pt x="358787" y="1415357"/>
                </a:lnTo>
                <a:lnTo>
                  <a:pt x="366448" y="1421741"/>
                </a:lnTo>
                <a:lnTo>
                  <a:pt x="366895" y="1428827"/>
                </a:lnTo>
                <a:lnTo>
                  <a:pt x="367405" y="1435211"/>
                </a:lnTo>
                <a:lnTo>
                  <a:pt x="361021" y="1442808"/>
                </a:lnTo>
                <a:lnTo>
                  <a:pt x="354637" y="1450342"/>
                </a:lnTo>
                <a:lnTo>
                  <a:pt x="346976" y="1450916"/>
                </a:lnTo>
                <a:lnTo>
                  <a:pt x="340592" y="1458449"/>
                </a:lnTo>
                <a:lnTo>
                  <a:pt x="348253" y="1472175"/>
                </a:lnTo>
                <a:lnTo>
                  <a:pt x="348700" y="1478559"/>
                </a:lnTo>
                <a:lnTo>
                  <a:pt x="356361" y="1478049"/>
                </a:lnTo>
                <a:lnTo>
                  <a:pt x="357319" y="1491774"/>
                </a:lnTo>
                <a:lnTo>
                  <a:pt x="363703" y="1484688"/>
                </a:lnTo>
                <a:lnTo>
                  <a:pt x="378067" y="1483667"/>
                </a:lnTo>
                <a:lnTo>
                  <a:pt x="384451" y="1483156"/>
                </a:lnTo>
                <a:lnTo>
                  <a:pt x="384962" y="1489859"/>
                </a:lnTo>
                <a:lnTo>
                  <a:pt x="378578" y="1497839"/>
                </a:lnTo>
                <a:lnTo>
                  <a:pt x="371300" y="1498350"/>
                </a:lnTo>
                <a:lnTo>
                  <a:pt x="350424" y="1506522"/>
                </a:lnTo>
                <a:lnTo>
                  <a:pt x="337145" y="1521716"/>
                </a:lnTo>
                <a:lnTo>
                  <a:pt x="322908" y="1522737"/>
                </a:lnTo>
                <a:lnTo>
                  <a:pt x="331016" y="1529121"/>
                </a:lnTo>
                <a:lnTo>
                  <a:pt x="323355" y="1529632"/>
                </a:lnTo>
                <a:lnTo>
                  <a:pt x="323930" y="1537229"/>
                </a:lnTo>
                <a:lnTo>
                  <a:pt x="303054" y="1538698"/>
                </a:lnTo>
                <a:lnTo>
                  <a:pt x="296670" y="1539208"/>
                </a:lnTo>
                <a:lnTo>
                  <a:pt x="290030" y="1547125"/>
                </a:lnTo>
                <a:lnTo>
                  <a:pt x="290541" y="1554211"/>
                </a:lnTo>
                <a:lnTo>
                  <a:pt x="298074" y="1553700"/>
                </a:lnTo>
                <a:lnTo>
                  <a:pt x="312374" y="1552679"/>
                </a:lnTo>
                <a:lnTo>
                  <a:pt x="319972" y="1559063"/>
                </a:lnTo>
                <a:lnTo>
                  <a:pt x="312821" y="1559574"/>
                </a:lnTo>
                <a:lnTo>
                  <a:pt x="305288" y="1560084"/>
                </a:lnTo>
                <a:lnTo>
                  <a:pt x="298904" y="1560595"/>
                </a:lnTo>
                <a:lnTo>
                  <a:pt x="291881" y="1568192"/>
                </a:lnTo>
                <a:lnTo>
                  <a:pt x="285497" y="1575789"/>
                </a:lnTo>
                <a:lnTo>
                  <a:pt x="292648" y="1582173"/>
                </a:lnTo>
                <a:lnTo>
                  <a:pt x="299734" y="1575087"/>
                </a:lnTo>
                <a:lnTo>
                  <a:pt x="306884" y="1581471"/>
                </a:lnTo>
                <a:lnTo>
                  <a:pt x="300500" y="1589004"/>
                </a:lnTo>
                <a:lnTo>
                  <a:pt x="301011" y="1596091"/>
                </a:lnTo>
                <a:lnTo>
                  <a:pt x="307395" y="1595644"/>
                </a:lnTo>
                <a:lnTo>
                  <a:pt x="314928" y="1595133"/>
                </a:lnTo>
                <a:lnTo>
                  <a:pt x="301202" y="1603241"/>
                </a:lnTo>
                <a:lnTo>
                  <a:pt x="322589" y="1601709"/>
                </a:lnTo>
                <a:lnTo>
                  <a:pt x="323036" y="1608412"/>
                </a:lnTo>
                <a:lnTo>
                  <a:pt x="323547" y="1615498"/>
                </a:lnTo>
                <a:lnTo>
                  <a:pt x="336889" y="1607454"/>
                </a:lnTo>
                <a:lnTo>
                  <a:pt x="343274" y="1606944"/>
                </a:lnTo>
                <a:lnTo>
                  <a:pt x="351445" y="1613328"/>
                </a:lnTo>
                <a:lnTo>
                  <a:pt x="365746" y="1612306"/>
                </a:lnTo>
                <a:lnTo>
                  <a:pt x="371810" y="1604773"/>
                </a:lnTo>
                <a:lnTo>
                  <a:pt x="379471" y="1611157"/>
                </a:lnTo>
                <a:lnTo>
                  <a:pt x="393261" y="1610200"/>
                </a:lnTo>
                <a:lnTo>
                  <a:pt x="392814" y="1603113"/>
                </a:lnTo>
                <a:lnTo>
                  <a:pt x="400411" y="1602539"/>
                </a:lnTo>
                <a:lnTo>
                  <a:pt x="406795" y="1595388"/>
                </a:lnTo>
                <a:close/>
                <a:moveTo>
                  <a:pt x="308799" y="1609051"/>
                </a:moveTo>
                <a:lnTo>
                  <a:pt x="322972" y="1601326"/>
                </a:lnTo>
                <a:lnTo>
                  <a:pt x="302032" y="1609497"/>
                </a:lnTo>
                <a:lnTo>
                  <a:pt x="308799" y="1609051"/>
                </a:lnTo>
                <a:close/>
                <a:moveTo>
                  <a:pt x="1186933" y="2478374"/>
                </a:moveTo>
                <a:lnTo>
                  <a:pt x="1185912" y="2464138"/>
                </a:lnTo>
                <a:lnTo>
                  <a:pt x="1185465" y="2457434"/>
                </a:lnTo>
                <a:lnTo>
                  <a:pt x="1184891" y="2449837"/>
                </a:lnTo>
                <a:lnTo>
                  <a:pt x="1181571" y="2443453"/>
                </a:lnTo>
                <a:lnTo>
                  <a:pt x="1177996" y="2440389"/>
                </a:lnTo>
                <a:lnTo>
                  <a:pt x="1176655" y="2441921"/>
                </a:lnTo>
                <a:lnTo>
                  <a:pt x="1170271" y="2440900"/>
                </a:lnTo>
                <a:lnTo>
                  <a:pt x="1163376" y="2444730"/>
                </a:lnTo>
                <a:lnTo>
                  <a:pt x="1155843" y="2445305"/>
                </a:lnTo>
                <a:lnTo>
                  <a:pt x="1152587" y="2446965"/>
                </a:lnTo>
                <a:lnTo>
                  <a:pt x="1149586" y="2451880"/>
                </a:lnTo>
                <a:lnTo>
                  <a:pt x="1142245" y="2455264"/>
                </a:lnTo>
                <a:lnTo>
                  <a:pt x="1136627" y="2463308"/>
                </a:lnTo>
                <a:lnTo>
                  <a:pt x="1132094" y="2468351"/>
                </a:lnTo>
                <a:lnTo>
                  <a:pt x="1134009" y="2474416"/>
                </a:lnTo>
                <a:lnTo>
                  <a:pt x="1133115" y="2482141"/>
                </a:lnTo>
                <a:lnTo>
                  <a:pt x="1135094" y="2489547"/>
                </a:lnTo>
                <a:lnTo>
                  <a:pt x="1138350" y="2495484"/>
                </a:lnTo>
                <a:lnTo>
                  <a:pt x="1138861" y="2502570"/>
                </a:lnTo>
                <a:lnTo>
                  <a:pt x="1139563" y="2504932"/>
                </a:lnTo>
                <a:lnTo>
                  <a:pt x="1135031" y="2509593"/>
                </a:lnTo>
                <a:lnTo>
                  <a:pt x="1139883" y="2516807"/>
                </a:lnTo>
                <a:lnTo>
                  <a:pt x="1145564" y="2522552"/>
                </a:lnTo>
                <a:lnTo>
                  <a:pt x="1146075" y="2529703"/>
                </a:lnTo>
                <a:lnTo>
                  <a:pt x="1150799" y="2536087"/>
                </a:lnTo>
                <a:lnTo>
                  <a:pt x="1155587" y="2536661"/>
                </a:lnTo>
                <a:lnTo>
                  <a:pt x="1162802" y="2543045"/>
                </a:lnTo>
                <a:lnTo>
                  <a:pt x="1162291" y="2535959"/>
                </a:lnTo>
                <a:lnTo>
                  <a:pt x="1169377" y="2528298"/>
                </a:lnTo>
                <a:lnTo>
                  <a:pt x="1168866" y="2521914"/>
                </a:lnTo>
                <a:lnTo>
                  <a:pt x="1174548" y="2507231"/>
                </a:lnTo>
                <a:lnTo>
                  <a:pt x="1174038" y="2500144"/>
                </a:lnTo>
                <a:lnTo>
                  <a:pt x="1173591" y="2492994"/>
                </a:lnTo>
                <a:lnTo>
                  <a:pt x="1179975" y="2485971"/>
                </a:lnTo>
                <a:lnTo>
                  <a:pt x="1186359" y="2478374"/>
                </a:lnTo>
                <a:close/>
                <a:moveTo>
                  <a:pt x="1181826" y="2605737"/>
                </a:moveTo>
                <a:lnTo>
                  <a:pt x="1188210" y="2591054"/>
                </a:lnTo>
                <a:lnTo>
                  <a:pt x="1187636" y="2583457"/>
                </a:lnTo>
                <a:lnTo>
                  <a:pt x="1180549" y="2583904"/>
                </a:lnTo>
                <a:lnTo>
                  <a:pt x="1180039" y="2577520"/>
                </a:lnTo>
                <a:lnTo>
                  <a:pt x="1172888" y="2571135"/>
                </a:lnTo>
                <a:lnTo>
                  <a:pt x="1179592" y="2570688"/>
                </a:lnTo>
                <a:lnTo>
                  <a:pt x="1172314" y="2563538"/>
                </a:lnTo>
                <a:lnTo>
                  <a:pt x="1164334" y="2557474"/>
                </a:lnTo>
                <a:lnTo>
                  <a:pt x="1163823" y="2550387"/>
                </a:lnTo>
                <a:lnTo>
                  <a:pt x="1157439" y="2557984"/>
                </a:lnTo>
                <a:lnTo>
                  <a:pt x="1149906" y="2558495"/>
                </a:lnTo>
                <a:lnTo>
                  <a:pt x="1150353" y="2564879"/>
                </a:lnTo>
                <a:lnTo>
                  <a:pt x="1143649" y="2565326"/>
                </a:lnTo>
                <a:lnTo>
                  <a:pt x="1136499" y="2565837"/>
                </a:lnTo>
                <a:lnTo>
                  <a:pt x="1130115" y="2573944"/>
                </a:lnTo>
                <a:lnTo>
                  <a:pt x="1122454" y="2574455"/>
                </a:lnTo>
                <a:lnTo>
                  <a:pt x="1108217" y="2575477"/>
                </a:lnTo>
                <a:lnTo>
                  <a:pt x="1101833" y="2582563"/>
                </a:lnTo>
                <a:lnTo>
                  <a:pt x="1094683" y="2576179"/>
                </a:lnTo>
                <a:lnTo>
                  <a:pt x="1095130" y="2582563"/>
                </a:lnTo>
                <a:lnTo>
                  <a:pt x="1088746" y="2589777"/>
                </a:lnTo>
                <a:lnTo>
                  <a:pt x="1089257" y="2597374"/>
                </a:lnTo>
                <a:lnTo>
                  <a:pt x="1089704" y="2603758"/>
                </a:lnTo>
                <a:lnTo>
                  <a:pt x="1097875" y="2617420"/>
                </a:lnTo>
                <a:lnTo>
                  <a:pt x="1098386" y="2624570"/>
                </a:lnTo>
                <a:lnTo>
                  <a:pt x="1099344" y="2638360"/>
                </a:lnTo>
                <a:lnTo>
                  <a:pt x="1106047" y="2637849"/>
                </a:lnTo>
                <a:lnTo>
                  <a:pt x="1120283" y="2636892"/>
                </a:lnTo>
                <a:lnTo>
                  <a:pt x="1113899" y="2644425"/>
                </a:lnTo>
                <a:lnTo>
                  <a:pt x="1107515" y="2652022"/>
                </a:lnTo>
                <a:lnTo>
                  <a:pt x="1108026" y="2659172"/>
                </a:lnTo>
                <a:lnTo>
                  <a:pt x="1108537" y="2666259"/>
                </a:lnTo>
                <a:lnTo>
                  <a:pt x="1102153" y="2673281"/>
                </a:lnTo>
                <a:lnTo>
                  <a:pt x="1095002" y="2673792"/>
                </a:lnTo>
                <a:lnTo>
                  <a:pt x="1102663" y="2680176"/>
                </a:lnTo>
                <a:lnTo>
                  <a:pt x="1096279" y="2694859"/>
                </a:lnTo>
                <a:lnTo>
                  <a:pt x="1103876" y="2701244"/>
                </a:lnTo>
                <a:lnTo>
                  <a:pt x="1104387" y="2708330"/>
                </a:lnTo>
                <a:lnTo>
                  <a:pt x="1104898" y="2715033"/>
                </a:lnTo>
                <a:lnTo>
                  <a:pt x="1119198" y="2721417"/>
                </a:lnTo>
                <a:lnTo>
                  <a:pt x="1126348" y="2720906"/>
                </a:lnTo>
                <a:lnTo>
                  <a:pt x="1133498" y="2720396"/>
                </a:lnTo>
                <a:lnTo>
                  <a:pt x="1132988" y="2713310"/>
                </a:lnTo>
                <a:lnTo>
                  <a:pt x="1132477" y="2706606"/>
                </a:lnTo>
                <a:lnTo>
                  <a:pt x="1139627" y="2699009"/>
                </a:lnTo>
                <a:lnTo>
                  <a:pt x="1153864" y="2705393"/>
                </a:lnTo>
                <a:lnTo>
                  <a:pt x="1160567" y="2704883"/>
                </a:lnTo>
                <a:lnTo>
                  <a:pt x="1168611" y="2711267"/>
                </a:lnTo>
                <a:lnTo>
                  <a:pt x="1174995" y="2704116"/>
                </a:lnTo>
                <a:lnTo>
                  <a:pt x="1174484" y="2696966"/>
                </a:lnTo>
                <a:lnTo>
                  <a:pt x="1173463" y="2682794"/>
                </a:lnTo>
                <a:lnTo>
                  <a:pt x="1172442" y="2668621"/>
                </a:lnTo>
                <a:lnTo>
                  <a:pt x="1178826" y="2654384"/>
                </a:lnTo>
                <a:lnTo>
                  <a:pt x="1178315" y="2647298"/>
                </a:lnTo>
                <a:lnTo>
                  <a:pt x="1177804" y="2640211"/>
                </a:lnTo>
                <a:lnTo>
                  <a:pt x="1177293" y="2633125"/>
                </a:lnTo>
                <a:lnTo>
                  <a:pt x="1176783" y="2625975"/>
                </a:lnTo>
                <a:lnTo>
                  <a:pt x="1176336" y="2619591"/>
                </a:lnTo>
                <a:lnTo>
                  <a:pt x="1183039" y="2619080"/>
                </a:lnTo>
                <a:lnTo>
                  <a:pt x="1189423" y="2611483"/>
                </a:lnTo>
                <a:lnTo>
                  <a:pt x="1188976" y="2605099"/>
                </a:lnTo>
                <a:lnTo>
                  <a:pt x="1181826" y="2605610"/>
                </a:lnTo>
                <a:close/>
                <a:moveTo>
                  <a:pt x="1541698" y="2776895"/>
                </a:moveTo>
                <a:lnTo>
                  <a:pt x="1528483" y="2784939"/>
                </a:lnTo>
                <a:lnTo>
                  <a:pt x="1514183" y="2785961"/>
                </a:lnTo>
                <a:lnTo>
                  <a:pt x="1507799" y="2793558"/>
                </a:lnTo>
                <a:lnTo>
                  <a:pt x="1499627" y="2787174"/>
                </a:lnTo>
                <a:lnTo>
                  <a:pt x="1493243" y="2787684"/>
                </a:lnTo>
                <a:lnTo>
                  <a:pt x="1486157" y="2795282"/>
                </a:lnTo>
                <a:lnTo>
                  <a:pt x="1479773" y="2795728"/>
                </a:lnTo>
                <a:lnTo>
                  <a:pt x="1472686" y="2796239"/>
                </a:lnTo>
                <a:lnTo>
                  <a:pt x="1465536" y="2796750"/>
                </a:lnTo>
                <a:lnTo>
                  <a:pt x="1451299" y="2804794"/>
                </a:lnTo>
                <a:lnTo>
                  <a:pt x="1437063" y="2805815"/>
                </a:lnTo>
                <a:lnTo>
                  <a:pt x="1422252" y="2799431"/>
                </a:lnTo>
                <a:lnTo>
                  <a:pt x="1407951" y="2793047"/>
                </a:lnTo>
                <a:lnTo>
                  <a:pt x="1400290" y="2786663"/>
                </a:lnTo>
                <a:lnTo>
                  <a:pt x="1386054" y="2787620"/>
                </a:lnTo>
                <a:lnTo>
                  <a:pt x="1372328" y="2795728"/>
                </a:lnTo>
                <a:lnTo>
                  <a:pt x="1371817" y="2788642"/>
                </a:lnTo>
                <a:lnTo>
                  <a:pt x="1364731" y="2782258"/>
                </a:lnTo>
                <a:lnTo>
                  <a:pt x="1357517" y="2789472"/>
                </a:lnTo>
                <a:lnTo>
                  <a:pt x="1351133" y="2789919"/>
                </a:lnTo>
                <a:lnTo>
                  <a:pt x="1352154" y="2804155"/>
                </a:lnTo>
                <a:lnTo>
                  <a:pt x="1345004" y="2811752"/>
                </a:lnTo>
                <a:lnTo>
                  <a:pt x="1345515" y="2818839"/>
                </a:lnTo>
                <a:lnTo>
                  <a:pt x="1353623" y="2824904"/>
                </a:lnTo>
                <a:lnTo>
                  <a:pt x="1368434" y="2831288"/>
                </a:lnTo>
                <a:lnTo>
                  <a:pt x="1374818" y="2830777"/>
                </a:lnTo>
                <a:lnTo>
                  <a:pt x="1382926" y="2836842"/>
                </a:lnTo>
                <a:lnTo>
                  <a:pt x="1404312" y="2842460"/>
                </a:lnTo>
                <a:lnTo>
                  <a:pt x="1411973" y="2848844"/>
                </a:lnTo>
                <a:lnTo>
                  <a:pt x="1420209" y="2862634"/>
                </a:lnTo>
                <a:lnTo>
                  <a:pt x="1434445" y="2861676"/>
                </a:lnTo>
                <a:lnTo>
                  <a:pt x="1441532" y="2867741"/>
                </a:lnTo>
                <a:lnTo>
                  <a:pt x="1455768" y="2866783"/>
                </a:lnTo>
                <a:lnTo>
                  <a:pt x="1470516" y="2872465"/>
                </a:lnTo>
                <a:lnTo>
                  <a:pt x="1471026" y="2879935"/>
                </a:lnTo>
                <a:lnTo>
                  <a:pt x="1479134" y="2893661"/>
                </a:lnTo>
                <a:lnTo>
                  <a:pt x="1492924" y="2899406"/>
                </a:lnTo>
                <a:lnTo>
                  <a:pt x="1500138" y="2892192"/>
                </a:lnTo>
                <a:lnTo>
                  <a:pt x="1514885" y="2897874"/>
                </a:lnTo>
                <a:lnTo>
                  <a:pt x="1513864" y="2883638"/>
                </a:lnTo>
                <a:lnTo>
                  <a:pt x="1527589" y="2875977"/>
                </a:lnTo>
                <a:lnTo>
                  <a:pt x="1526632" y="2861740"/>
                </a:lnTo>
                <a:lnTo>
                  <a:pt x="1519482" y="2862251"/>
                </a:lnTo>
                <a:lnTo>
                  <a:pt x="1525866" y="2855228"/>
                </a:lnTo>
                <a:lnTo>
                  <a:pt x="1518779" y="2855675"/>
                </a:lnTo>
                <a:lnTo>
                  <a:pt x="1518205" y="2848078"/>
                </a:lnTo>
                <a:lnTo>
                  <a:pt x="1517758" y="2841375"/>
                </a:lnTo>
                <a:lnTo>
                  <a:pt x="1524142" y="2833778"/>
                </a:lnTo>
                <a:lnTo>
                  <a:pt x="1523631" y="2826691"/>
                </a:lnTo>
                <a:lnTo>
                  <a:pt x="1523121" y="2820307"/>
                </a:lnTo>
                <a:lnTo>
                  <a:pt x="1522610" y="2812710"/>
                </a:lnTo>
                <a:lnTo>
                  <a:pt x="1528994" y="2805624"/>
                </a:lnTo>
                <a:lnTo>
                  <a:pt x="1535378" y="2805177"/>
                </a:lnTo>
                <a:lnTo>
                  <a:pt x="1541762" y="2790430"/>
                </a:lnTo>
                <a:lnTo>
                  <a:pt x="1541251" y="2783343"/>
                </a:lnTo>
                <a:lnTo>
                  <a:pt x="1540741" y="2776257"/>
                </a:lnTo>
                <a:close/>
                <a:moveTo>
                  <a:pt x="602532" y="1547891"/>
                </a:moveTo>
                <a:lnTo>
                  <a:pt x="608916" y="1547444"/>
                </a:lnTo>
                <a:lnTo>
                  <a:pt x="616130" y="1540294"/>
                </a:lnTo>
                <a:lnTo>
                  <a:pt x="607959" y="1533909"/>
                </a:lnTo>
                <a:lnTo>
                  <a:pt x="601575" y="1534420"/>
                </a:lnTo>
                <a:lnTo>
                  <a:pt x="594871" y="1534867"/>
                </a:lnTo>
                <a:lnTo>
                  <a:pt x="595829" y="1548529"/>
                </a:lnTo>
                <a:lnTo>
                  <a:pt x="602213" y="1548082"/>
                </a:lnTo>
                <a:close/>
                <a:moveTo>
                  <a:pt x="685972" y="1767568"/>
                </a:moveTo>
                <a:lnTo>
                  <a:pt x="693570" y="1773952"/>
                </a:lnTo>
                <a:lnTo>
                  <a:pt x="700720" y="1773441"/>
                </a:lnTo>
                <a:lnTo>
                  <a:pt x="707870" y="1772930"/>
                </a:lnTo>
                <a:lnTo>
                  <a:pt x="707359" y="1765844"/>
                </a:lnTo>
                <a:lnTo>
                  <a:pt x="700209" y="1766355"/>
                </a:lnTo>
                <a:lnTo>
                  <a:pt x="685972" y="1767376"/>
                </a:lnTo>
                <a:close/>
                <a:moveTo>
                  <a:pt x="787161" y="1140968"/>
                </a:moveTo>
                <a:lnTo>
                  <a:pt x="786650" y="1133881"/>
                </a:lnTo>
                <a:lnTo>
                  <a:pt x="786203" y="1127178"/>
                </a:lnTo>
                <a:lnTo>
                  <a:pt x="785692" y="1120092"/>
                </a:lnTo>
                <a:lnTo>
                  <a:pt x="778670" y="1127753"/>
                </a:lnTo>
                <a:lnTo>
                  <a:pt x="771519" y="1128200"/>
                </a:lnTo>
                <a:lnTo>
                  <a:pt x="779117" y="1134584"/>
                </a:lnTo>
                <a:lnTo>
                  <a:pt x="787161" y="1140968"/>
                </a:lnTo>
                <a:close/>
                <a:moveTo>
                  <a:pt x="866324" y="1064997"/>
                </a:moveTo>
                <a:lnTo>
                  <a:pt x="873984" y="1071381"/>
                </a:lnTo>
                <a:lnTo>
                  <a:pt x="874431" y="1077765"/>
                </a:lnTo>
                <a:lnTo>
                  <a:pt x="868047" y="1085362"/>
                </a:lnTo>
                <a:lnTo>
                  <a:pt x="881773" y="1077254"/>
                </a:lnTo>
                <a:lnTo>
                  <a:pt x="881326" y="1070870"/>
                </a:lnTo>
                <a:lnTo>
                  <a:pt x="887710" y="1063273"/>
                </a:lnTo>
                <a:lnTo>
                  <a:pt x="887200" y="1056123"/>
                </a:lnTo>
                <a:lnTo>
                  <a:pt x="886753" y="1049037"/>
                </a:lnTo>
                <a:lnTo>
                  <a:pt x="886242" y="1041950"/>
                </a:lnTo>
                <a:lnTo>
                  <a:pt x="885220" y="1028161"/>
                </a:lnTo>
                <a:lnTo>
                  <a:pt x="879602" y="1049547"/>
                </a:lnTo>
                <a:lnTo>
                  <a:pt x="880113" y="1056634"/>
                </a:lnTo>
                <a:lnTo>
                  <a:pt x="865877" y="1057655"/>
                </a:lnTo>
                <a:lnTo>
                  <a:pt x="866324" y="1064741"/>
                </a:lnTo>
                <a:close/>
                <a:moveTo>
                  <a:pt x="597553" y="1182847"/>
                </a:moveTo>
                <a:lnTo>
                  <a:pt x="597999" y="1189232"/>
                </a:lnTo>
                <a:lnTo>
                  <a:pt x="604384" y="1174931"/>
                </a:lnTo>
                <a:lnTo>
                  <a:pt x="610768" y="1167845"/>
                </a:lnTo>
                <a:lnTo>
                  <a:pt x="618365" y="1174229"/>
                </a:lnTo>
                <a:lnTo>
                  <a:pt x="618939" y="1181826"/>
                </a:lnTo>
                <a:lnTo>
                  <a:pt x="624940" y="1173718"/>
                </a:lnTo>
                <a:lnTo>
                  <a:pt x="624493" y="1167334"/>
                </a:lnTo>
                <a:lnTo>
                  <a:pt x="631197" y="1159226"/>
                </a:lnTo>
                <a:lnTo>
                  <a:pt x="638347" y="1158716"/>
                </a:lnTo>
                <a:lnTo>
                  <a:pt x="637836" y="1152331"/>
                </a:lnTo>
                <a:lnTo>
                  <a:pt x="644220" y="1144798"/>
                </a:lnTo>
                <a:lnTo>
                  <a:pt x="643774" y="1138095"/>
                </a:lnTo>
                <a:lnTo>
                  <a:pt x="637389" y="1145245"/>
                </a:lnTo>
                <a:lnTo>
                  <a:pt x="630239" y="1145756"/>
                </a:lnTo>
                <a:lnTo>
                  <a:pt x="616386" y="1146713"/>
                </a:lnTo>
                <a:lnTo>
                  <a:pt x="617343" y="1160375"/>
                </a:lnTo>
                <a:lnTo>
                  <a:pt x="609746" y="1154310"/>
                </a:lnTo>
                <a:lnTo>
                  <a:pt x="609235" y="1147224"/>
                </a:lnTo>
                <a:lnTo>
                  <a:pt x="602851" y="1154821"/>
                </a:lnTo>
                <a:lnTo>
                  <a:pt x="603298" y="1161205"/>
                </a:lnTo>
                <a:lnTo>
                  <a:pt x="596914" y="1175953"/>
                </a:lnTo>
                <a:lnTo>
                  <a:pt x="597425" y="1183550"/>
                </a:lnTo>
                <a:close/>
                <a:moveTo>
                  <a:pt x="633240" y="1475814"/>
                </a:moveTo>
                <a:lnTo>
                  <a:pt x="632665" y="1468217"/>
                </a:lnTo>
                <a:lnTo>
                  <a:pt x="625068" y="1461833"/>
                </a:lnTo>
                <a:lnTo>
                  <a:pt x="617918" y="1469111"/>
                </a:lnTo>
                <a:lnTo>
                  <a:pt x="611853" y="1477155"/>
                </a:lnTo>
                <a:lnTo>
                  <a:pt x="618939" y="1483539"/>
                </a:lnTo>
                <a:lnTo>
                  <a:pt x="633240" y="1475878"/>
                </a:lnTo>
                <a:close/>
                <a:moveTo>
                  <a:pt x="620472" y="1203149"/>
                </a:moveTo>
                <a:lnTo>
                  <a:pt x="606682" y="1211257"/>
                </a:lnTo>
                <a:lnTo>
                  <a:pt x="607193" y="1217641"/>
                </a:lnTo>
                <a:lnTo>
                  <a:pt x="607703" y="1225238"/>
                </a:lnTo>
                <a:lnTo>
                  <a:pt x="621429" y="1216619"/>
                </a:lnTo>
                <a:lnTo>
                  <a:pt x="620982" y="1210235"/>
                </a:lnTo>
                <a:lnTo>
                  <a:pt x="620472" y="1203149"/>
                </a:lnTo>
                <a:close/>
                <a:moveTo>
                  <a:pt x="634836" y="1202127"/>
                </a:moveTo>
                <a:lnTo>
                  <a:pt x="628452" y="1209724"/>
                </a:lnTo>
                <a:lnTo>
                  <a:pt x="621301" y="1216811"/>
                </a:lnTo>
                <a:lnTo>
                  <a:pt x="615683" y="1231494"/>
                </a:lnTo>
                <a:lnTo>
                  <a:pt x="622834" y="1237878"/>
                </a:lnTo>
                <a:lnTo>
                  <a:pt x="623280" y="1244965"/>
                </a:lnTo>
                <a:lnTo>
                  <a:pt x="629665" y="1230218"/>
                </a:lnTo>
                <a:lnTo>
                  <a:pt x="629218" y="1223833"/>
                </a:lnTo>
                <a:lnTo>
                  <a:pt x="628707" y="1216236"/>
                </a:lnTo>
                <a:lnTo>
                  <a:pt x="635091" y="1209214"/>
                </a:lnTo>
                <a:lnTo>
                  <a:pt x="634644" y="1202064"/>
                </a:lnTo>
                <a:close/>
                <a:moveTo>
                  <a:pt x="604511" y="1281290"/>
                </a:moveTo>
                <a:lnTo>
                  <a:pt x="611853" y="1284227"/>
                </a:lnTo>
                <a:lnTo>
                  <a:pt x="611853" y="1280780"/>
                </a:lnTo>
                <a:lnTo>
                  <a:pt x="604703" y="1281290"/>
                </a:lnTo>
                <a:close/>
                <a:moveTo>
                  <a:pt x="473956" y="1757289"/>
                </a:moveTo>
                <a:lnTo>
                  <a:pt x="487810" y="1756332"/>
                </a:lnTo>
                <a:lnTo>
                  <a:pt x="481106" y="1756779"/>
                </a:lnTo>
                <a:lnTo>
                  <a:pt x="473956" y="1757289"/>
                </a:lnTo>
                <a:close/>
                <a:moveTo>
                  <a:pt x="675694" y="1503713"/>
                </a:moveTo>
                <a:lnTo>
                  <a:pt x="682653" y="1496116"/>
                </a:lnTo>
                <a:lnTo>
                  <a:pt x="682653" y="1496116"/>
                </a:lnTo>
                <a:lnTo>
                  <a:pt x="675949" y="1503713"/>
                </a:lnTo>
                <a:close/>
                <a:moveTo>
                  <a:pt x="584337" y="1581982"/>
                </a:moveTo>
                <a:lnTo>
                  <a:pt x="591488" y="1581471"/>
                </a:lnTo>
                <a:lnTo>
                  <a:pt x="597872" y="1573874"/>
                </a:lnTo>
                <a:lnTo>
                  <a:pt x="605980" y="1580258"/>
                </a:lnTo>
                <a:lnTo>
                  <a:pt x="611661" y="1572725"/>
                </a:lnTo>
                <a:lnTo>
                  <a:pt x="618748" y="1572214"/>
                </a:lnTo>
                <a:lnTo>
                  <a:pt x="619259" y="1579301"/>
                </a:lnTo>
                <a:lnTo>
                  <a:pt x="612874" y="1586515"/>
                </a:lnTo>
                <a:lnTo>
                  <a:pt x="613385" y="1593601"/>
                </a:lnTo>
                <a:lnTo>
                  <a:pt x="613896" y="1600687"/>
                </a:lnTo>
                <a:lnTo>
                  <a:pt x="607512" y="1601134"/>
                </a:lnTo>
                <a:lnTo>
                  <a:pt x="613896" y="1607518"/>
                </a:lnTo>
                <a:lnTo>
                  <a:pt x="608278" y="1615052"/>
                </a:lnTo>
                <a:lnTo>
                  <a:pt x="600681" y="1615626"/>
                </a:lnTo>
                <a:lnTo>
                  <a:pt x="594297" y="1622712"/>
                </a:lnTo>
                <a:lnTo>
                  <a:pt x="587913" y="1630820"/>
                </a:lnTo>
                <a:lnTo>
                  <a:pt x="580252" y="1623670"/>
                </a:lnTo>
                <a:lnTo>
                  <a:pt x="573868" y="1631778"/>
                </a:lnTo>
                <a:lnTo>
                  <a:pt x="567100" y="1632289"/>
                </a:lnTo>
                <a:lnTo>
                  <a:pt x="560014" y="1632799"/>
                </a:lnTo>
                <a:lnTo>
                  <a:pt x="552864" y="1633310"/>
                </a:lnTo>
                <a:lnTo>
                  <a:pt x="545203" y="1626160"/>
                </a:lnTo>
                <a:lnTo>
                  <a:pt x="538819" y="1634268"/>
                </a:lnTo>
                <a:lnTo>
                  <a:pt x="539266" y="1640652"/>
                </a:lnTo>
                <a:lnTo>
                  <a:pt x="532882" y="1648249"/>
                </a:lnTo>
                <a:lnTo>
                  <a:pt x="547182" y="1647291"/>
                </a:lnTo>
                <a:lnTo>
                  <a:pt x="554332" y="1646780"/>
                </a:lnTo>
                <a:lnTo>
                  <a:pt x="554779" y="1653165"/>
                </a:lnTo>
                <a:lnTo>
                  <a:pt x="547629" y="1653675"/>
                </a:lnTo>
                <a:lnTo>
                  <a:pt x="548140" y="1660826"/>
                </a:lnTo>
                <a:lnTo>
                  <a:pt x="562440" y="1659804"/>
                </a:lnTo>
                <a:lnTo>
                  <a:pt x="568824" y="1652207"/>
                </a:lnTo>
                <a:lnTo>
                  <a:pt x="575527" y="1651696"/>
                </a:lnTo>
                <a:lnTo>
                  <a:pt x="582678" y="1651185"/>
                </a:lnTo>
                <a:lnTo>
                  <a:pt x="583188" y="1658336"/>
                </a:lnTo>
                <a:lnTo>
                  <a:pt x="583699" y="1665933"/>
                </a:lnTo>
                <a:lnTo>
                  <a:pt x="584210" y="1672317"/>
                </a:lnTo>
                <a:lnTo>
                  <a:pt x="598446" y="1671296"/>
                </a:lnTo>
                <a:lnTo>
                  <a:pt x="605533" y="1670785"/>
                </a:lnTo>
                <a:lnTo>
                  <a:pt x="599149" y="1678956"/>
                </a:lnTo>
                <a:lnTo>
                  <a:pt x="606746" y="1685021"/>
                </a:lnTo>
                <a:lnTo>
                  <a:pt x="614790" y="1691405"/>
                </a:lnTo>
                <a:lnTo>
                  <a:pt x="621174" y="1690959"/>
                </a:lnTo>
                <a:lnTo>
                  <a:pt x="635410" y="1690001"/>
                </a:lnTo>
                <a:lnTo>
                  <a:pt x="642561" y="1689490"/>
                </a:lnTo>
                <a:lnTo>
                  <a:pt x="649328" y="1682276"/>
                </a:lnTo>
                <a:lnTo>
                  <a:pt x="649328" y="1680808"/>
                </a:lnTo>
                <a:lnTo>
                  <a:pt x="661138" y="1679978"/>
                </a:lnTo>
                <a:lnTo>
                  <a:pt x="667522" y="1679531"/>
                </a:lnTo>
                <a:lnTo>
                  <a:pt x="661138" y="1687064"/>
                </a:lnTo>
                <a:lnTo>
                  <a:pt x="654754" y="1694789"/>
                </a:lnTo>
                <a:lnTo>
                  <a:pt x="647604" y="1695300"/>
                </a:lnTo>
                <a:lnTo>
                  <a:pt x="640454" y="1695810"/>
                </a:lnTo>
                <a:lnTo>
                  <a:pt x="634070" y="1702897"/>
                </a:lnTo>
                <a:lnTo>
                  <a:pt x="634580" y="1709983"/>
                </a:lnTo>
                <a:lnTo>
                  <a:pt x="627430" y="1710494"/>
                </a:lnTo>
                <a:lnTo>
                  <a:pt x="613641" y="1711451"/>
                </a:lnTo>
                <a:lnTo>
                  <a:pt x="606490" y="1711962"/>
                </a:lnTo>
                <a:lnTo>
                  <a:pt x="599340" y="1712473"/>
                </a:lnTo>
                <a:lnTo>
                  <a:pt x="591743" y="1706089"/>
                </a:lnTo>
                <a:lnTo>
                  <a:pt x="584593" y="1706600"/>
                </a:lnTo>
                <a:lnTo>
                  <a:pt x="584146" y="1700216"/>
                </a:lnTo>
                <a:lnTo>
                  <a:pt x="576996" y="1700726"/>
                </a:lnTo>
                <a:lnTo>
                  <a:pt x="570612" y="1701173"/>
                </a:lnTo>
                <a:lnTo>
                  <a:pt x="563461" y="1701684"/>
                </a:lnTo>
                <a:lnTo>
                  <a:pt x="571059" y="1708068"/>
                </a:lnTo>
                <a:lnTo>
                  <a:pt x="564674" y="1715665"/>
                </a:lnTo>
                <a:lnTo>
                  <a:pt x="556950" y="1709281"/>
                </a:lnTo>
                <a:lnTo>
                  <a:pt x="549799" y="1709792"/>
                </a:lnTo>
                <a:lnTo>
                  <a:pt x="550310" y="1716878"/>
                </a:lnTo>
                <a:lnTo>
                  <a:pt x="543926" y="1731178"/>
                </a:lnTo>
                <a:lnTo>
                  <a:pt x="529690" y="1732200"/>
                </a:lnTo>
                <a:lnTo>
                  <a:pt x="509324" y="1741138"/>
                </a:lnTo>
                <a:lnTo>
                  <a:pt x="509835" y="1747841"/>
                </a:lnTo>
                <a:lnTo>
                  <a:pt x="502685" y="1748352"/>
                </a:lnTo>
                <a:lnTo>
                  <a:pt x="488959" y="1756460"/>
                </a:lnTo>
                <a:lnTo>
                  <a:pt x="489980" y="1770632"/>
                </a:lnTo>
                <a:lnTo>
                  <a:pt x="497067" y="1770121"/>
                </a:lnTo>
                <a:lnTo>
                  <a:pt x="504217" y="1769611"/>
                </a:lnTo>
                <a:lnTo>
                  <a:pt x="503706" y="1762524"/>
                </a:lnTo>
                <a:lnTo>
                  <a:pt x="510856" y="1762014"/>
                </a:lnTo>
                <a:lnTo>
                  <a:pt x="511303" y="1769100"/>
                </a:lnTo>
                <a:lnTo>
                  <a:pt x="517687" y="1761567"/>
                </a:lnTo>
                <a:lnTo>
                  <a:pt x="530902" y="1753459"/>
                </a:lnTo>
                <a:lnTo>
                  <a:pt x="545714" y="1759843"/>
                </a:lnTo>
                <a:lnTo>
                  <a:pt x="559950" y="1758822"/>
                </a:lnTo>
                <a:lnTo>
                  <a:pt x="560461" y="1765908"/>
                </a:lnTo>
                <a:lnTo>
                  <a:pt x="568186" y="1772292"/>
                </a:lnTo>
                <a:lnTo>
                  <a:pt x="581911" y="1771334"/>
                </a:lnTo>
                <a:lnTo>
                  <a:pt x="588296" y="1763737"/>
                </a:lnTo>
                <a:lnTo>
                  <a:pt x="587785" y="1756651"/>
                </a:lnTo>
                <a:lnTo>
                  <a:pt x="587274" y="1749565"/>
                </a:lnTo>
                <a:lnTo>
                  <a:pt x="593658" y="1741967"/>
                </a:lnTo>
                <a:lnTo>
                  <a:pt x="601255" y="1748352"/>
                </a:lnTo>
                <a:lnTo>
                  <a:pt x="608405" y="1747841"/>
                </a:lnTo>
                <a:lnTo>
                  <a:pt x="615556" y="1747330"/>
                </a:lnTo>
                <a:lnTo>
                  <a:pt x="622259" y="1746883"/>
                </a:lnTo>
                <a:lnTo>
                  <a:pt x="629345" y="1746373"/>
                </a:lnTo>
                <a:lnTo>
                  <a:pt x="637006" y="1752757"/>
                </a:lnTo>
                <a:lnTo>
                  <a:pt x="644603" y="1759141"/>
                </a:lnTo>
                <a:lnTo>
                  <a:pt x="645114" y="1766227"/>
                </a:lnTo>
                <a:lnTo>
                  <a:pt x="652264" y="1765716"/>
                </a:lnTo>
                <a:lnTo>
                  <a:pt x="658648" y="1758119"/>
                </a:lnTo>
                <a:lnTo>
                  <a:pt x="672374" y="1757162"/>
                </a:lnTo>
                <a:lnTo>
                  <a:pt x="679971" y="1763546"/>
                </a:lnTo>
                <a:lnTo>
                  <a:pt x="694272" y="1762524"/>
                </a:lnTo>
                <a:lnTo>
                  <a:pt x="693761" y="1755438"/>
                </a:lnTo>
                <a:lnTo>
                  <a:pt x="700464" y="1747841"/>
                </a:lnTo>
                <a:lnTo>
                  <a:pt x="708125" y="1754225"/>
                </a:lnTo>
                <a:lnTo>
                  <a:pt x="715212" y="1760609"/>
                </a:lnTo>
                <a:lnTo>
                  <a:pt x="722362" y="1760098"/>
                </a:lnTo>
                <a:lnTo>
                  <a:pt x="729448" y="1759652"/>
                </a:lnTo>
                <a:lnTo>
                  <a:pt x="729895" y="1766036"/>
                </a:lnTo>
                <a:lnTo>
                  <a:pt x="744196" y="1765078"/>
                </a:lnTo>
                <a:lnTo>
                  <a:pt x="751282" y="1764567"/>
                </a:lnTo>
                <a:lnTo>
                  <a:pt x="758432" y="1764057"/>
                </a:lnTo>
                <a:lnTo>
                  <a:pt x="765135" y="1763610"/>
                </a:lnTo>
                <a:lnTo>
                  <a:pt x="772796" y="1769994"/>
                </a:lnTo>
                <a:lnTo>
                  <a:pt x="779883" y="1769483"/>
                </a:lnTo>
                <a:lnTo>
                  <a:pt x="787544" y="1775867"/>
                </a:lnTo>
                <a:lnTo>
                  <a:pt x="801269" y="1767759"/>
                </a:lnTo>
                <a:lnTo>
                  <a:pt x="808420" y="1767249"/>
                </a:lnTo>
                <a:lnTo>
                  <a:pt x="815506" y="1773633"/>
                </a:lnTo>
                <a:lnTo>
                  <a:pt x="821890" y="1766036"/>
                </a:lnTo>
                <a:lnTo>
                  <a:pt x="828274" y="1758375"/>
                </a:lnTo>
                <a:lnTo>
                  <a:pt x="835871" y="1757864"/>
                </a:lnTo>
                <a:lnTo>
                  <a:pt x="842255" y="1750841"/>
                </a:lnTo>
                <a:lnTo>
                  <a:pt x="848640" y="1743244"/>
                </a:lnTo>
                <a:lnTo>
                  <a:pt x="840979" y="1736860"/>
                </a:lnTo>
                <a:lnTo>
                  <a:pt x="834594" y="1737371"/>
                </a:lnTo>
                <a:lnTo>
                  <a:pt x="827444" y="1744968"/>
                </a:lnTo>
                <a:lnTo>
                  <a:pt x="819847" y="1738584"/>
                </a:lnTo>
                <a:lnTo>
                  <a:pt x="812697" y="1739095"/>
                </a:lnTo>
                <a:lnTo>
                  <a:pt x="805611" y="1732711"/>
                </a:lnTo>
                <a:lnTo>
                  <a:pt x="797950" y="1726327"/>
                </a:lnTo>
                <a:lnTo>
                  <a:pt x="797503" y="1719623"/>
                </a:lnTo>
                <a:lnTo>
                  <a:pt x="804653" y="1719112"/>
                </a:lnTo>
                <a:lnTo>
                  <a:pt x="811037" y="1718666"/>
                </a:lnTo>
                <a:lnTo>
                  <a:pt x="818634" y="1725050"/>
                </a:lnTo>
                <a:lnTo>
                  <a:pt x="825018" y="1717836"/>
                </a:lnTo>
                <a:lnTo>
                  <a:pt x="824508" y="1710366"/>
                </a:lnTo>
                <a:lnTo>
                  <a:pt x="817357" y="1710813"/>
                </a:lnTo>
                <a:lnTo>
                  <a:pt x="823742" y="1704429"/>
                </a:lnTo>
                <a:lnTo>
                  <a:pt x="831402" y="1703918"/>
                </a:lnTo>
                <a:lnTo>
                  <a:pt x="837787" y="1703408"/>
                </a:lnTo>
                <a:lnTo>
                  <a:pt x="844937" y="1702897"/>
                </a:lnTo>
                <a:lnTo>
                  <a:pt x="844362" y="1695300"/>
                </a:lnTo>
                <a:lnTo>
                  <a:pt x="851512" y="1694789"/>
                </a:lnTo>
                <a:lnTo>
                  <a:pt x="857896" y="1694342"/>
                </a:lnTo>
                <a:lnTo>
                  <a:pt x="864281" y="1686745"/>
                </a:lnTo>
                <a:lnTo>
                  <a:pt x="870665" y="1679659"/>
                </a:lnTo>
                <a:lnTo>
                  <a:pt x="870154" y="1672445"/>
                </a:lnTo>
                <a:lnTo>
                  <a:pt x="876857" y="1658272"/>
                </a:lnTo>
                <a:lnTo>
                  <a:pt x="876347" y="1651122"/>
                </a:lnTo>
                <a:lnTo>
                  <a:pt x="875325" y="1636949"/>
                </a:lnTo>
                <a:lnTo>
                  <a:pt x="867217" y="1630565"/>
                </a:lnTo>
                <a:lnTo>
                  <a:pt x="852406" y="1624500"/>
                </a:lnTo>
                <a:lnTo>
                  <a:pt x="838680" y="1625458"/>
                </a:lnTo>
                <a:lnTo>
                  <a:pt x="831083" y="1619073"/>
                </a:lnTo>
                <a:lnTo>
                  <a:pt x="824699" y="1626224"/>
                </a:lnTo>
                <a:lnTo>
                  <a:pt x="817038" y="1626798"/>
                </a:lnTo>
                <a:lnTo>
                  <a:pt x="810654" y="1634395"/>
                </a:lnTo>
                <a:lnTo>
                  <a:pt x="802993" y="1628011"/>
                </a:lnTo>
                <a:lnTo>
                  <a:pt x="802546" y="1621627"/>
                </a:lnTo>
                <a:lnTo>
                  <a:pt x="802036" y="1614477"/>
                </a:lnTo>
                <a:lnTo>
                  <a:pt x="809186" y="1614030"/>
                </a:lnTo>
                <a:lnTo>
                  <a:pt x="815570" y="1606433"/>
                </a:lnTo>
                <a:lnTo>
                  <a:pt x="822656" y="1598772"/>
                </a:lnTo>
                <a:lnTo>
                  <a:pt x="822209" y="1592388"/>
                </a:lnTo>
                <a:lnTo>
                  <a:pt x="821699" y="1584791"/>
                </a:lnTo>
                <a:lnTo>
                  <a:pt x="821188" y="1578407"/>
                </a:lnTo>
                <a:lnTo>
                  <a:pt x="813080" y="1572023"/>
                </a:lnTo>
                <a:lnTo>
                  <a:pt x="812569" y="1564936"/>
                </a:lnTo>
                <a:lnTo>
                  <a:pt x="797822" y="1559254"/>
                </a:lnTo>
                <a:lnTo>
                  <a:pt x="791438" y="1559701"/>
                </a:lnTo>
                <a:lnTo>
                  <a:pt x="790863" y="1552168"/>
                </a:lnTo>
                <a:lnTo>
                  <a:pt x="797247" y="1551721"/>
                </a:lnTo>
                <a:lnTo>
                  <a:pt x="804334" y="1551211"/>
                </a:lnTo>
                <a:lnTo>
                  <a:pt x="811995" y="1558233"/>
                </a:lnTo>
                <a:lnTo>
                  <a:pt x="809505" y="1523184"/>
                </a:lnTo>
                <a:lnTo>
                  <a:pt x="809058" y="1516098"/>
                </a:lnTo>
                <a:lnTo>
                  <a:pt x="808547" y="1508948"/>
                </a:lnTo>
                <a:lnTo>
                  <a:pt x="808037" y="1501861"/>
                </a:lnTo>
                <a:lnTo>
                  <a:pt x="800376" y="1495477"/>
                </a:lnTo>
                <a:lnTo>
                  <a:pt x="799865" y="1488391"/>
                </a:lnTo>
                <a:lnTo>
                  <a:pt x="792779" y="1488902"/>
                </a:lnTo>
                <a:lnTo>
                  <a:pt x="785692" y="1482517"/>
                </a:lnTo>
                <a:lnTo>
                  <a:pt x="778542" y="1483028"/>
                </a:lnTo>
                <a:lnTo>
                  <a:pt x="778031" y="1475942"/>
                </a:lnTo>
                <a:lnTo>
                  <a:pt x="777074" y="1461705"/>
                </a:lnTo>
                <a:lnTo>
                  <a:pt x="776563" y="1454619"/>
                </a:lnTo>
                <a:lnTo>
                  <a:pt x="782947" y="1447405"/>
                </a:lnTo>
                <a:lnTo>
                  <a:pt x="782436" y="1440319"/>
                </a:lnTo>
                <a:lnTo>
                  <a:pt x="774839" y="1434254"/>
                </a:lnTo>
                <a:lnTo>
                  <a:pt x="774329" y="1426657"/>
                </a:lnTo>
                <a:lnTo>
                  <a:pt x="773818" y="1420272"/>
                </a:lnTo>
                <a:lnTo>
                  <a:pt x="780202" y="1405525"/>
                </a:lnTo>
                <a:lnTo>
                  <a:pt x="772605" y="1399141"/>
                </a:lnTo>
                <a:lnTo>
                  <a:pt x="766859" y="1385032"/>
                </a:lnTo>
                <a:lnTo>
                  <a:pt x="766285" y="1386309"/>
                </a:lnTo>
                <a:lnTo>
                  <a:pt x="758368" y="1373541"/>
                </a:lnTo>
                <a:lnTo>
                  <a:pt x="750707" y="1367157"/>
                </a:lnTo>
                <a:lnTo>
                  <a:pt x="743110" y="1360772"/>
                </a:lnTo>
                <a:lnTo>
                  <a:pt x="735960" y="1361283"/>
                </a:lnTo>
                <a:lnTo>
                  <a:pt x="722234" y="1362241"/>
                </a:lnTo>
                <a:lnTo>
                  <a:pt x="715531" y="1362688"/>
                </a:lnTo>
                <a:lnTo>
                  <a:pt x="707487" y="1356304"/>
                </a:lnTo>
                <a:lnTo>
                  <a:pt x="700401" y="1356814"/>
                </a:lnTo>
                <a:lnTo>
                  <a:pt x="699890" y="1350430"/>
                </a:lnTo>
                <a:lnTo>
                  <a:pt x="707040" y="1349920"/>
                </a:lnTo>
                <a:lnTo>
                  <a:pt x="715020" y="1355984"/>
                </a:lnTo>
                <a:lnTo>
                  <a:pt x="721787" y="1355538"/>
                </a:lnTo>
                <a:lnTo>
                  <a:pt x="729321" y="1354963"/>
                </a:lnTo>
                <a:lnTo>
                  <a:pt x="728874" y="1348579"/>
                </a:lnTo>
                <a:lnTo>
                  <a:pt x="742153" y="1347685"/>
                </a:lnTo>
                <a:lnTo>
                  <a:pt x="748537" y="1339513"/>
                </a:lnTo>
                <a:lnTo>
                  <a:pt x="741450" y="1340024"/>
                </a:lnTo>
                <a:lnTo>
                  <a:pt x="733789" y="1333640"/>
                </a:lnTo>
                <a:lnTo>
                  <a:pt x="727405" y="1334087"/>
                </a:lnTo>
                <a:lnTo>
                  <a:pt x="726958" y="1327384"/>
                </a:lnTo>
                <a:lnTo>
                  <a:pt x="740237" y="1326426"/>
                </a:lnTo>
                <a:lnTo>
                  <a:pt x="747388" y="1325979"/>
                </a:lnTo>
                <a:lnTo>
                  <a:pt x="754985" y="1332363"/>
                </a:lnTo>
                <a:lnTo>
                  <a:pt x="762135" y="1325149"/>
                </a:lnTo>
                <a:lnTo>
                  <a:pt x="768519" y="1324702"/>
                </a:lnTo>
                <a:lnTo>
                  <a:pt x="767944" y="1317169"/>
                </a:lnTo>
                <a:lnTo>
                  <a:pt x="781351" y="1310083"/>
                </a:lnTo>
                <a:lnTo>
                  <a:pt x="788374" y="1301911"/>
                </a:lnTo>
                <a:lnTo>
                  <a:pt x="787927" y="1295527"/>
                </a:lnTo>
                <a:lnTo>
                  <a:pt x="779883" y="1289143"/>
                </a:lnTo>
                <a:lnTo>
                  <a:pt x="786905" y="1281482"/>
                </a:lnTo>
                <a:lnTo>
                  <a:pt x="793609" y="1281035"/>
                </a:lnTo>
                <a:lnTo>
                  <a:pt x="793672" y="1272608"/>
                </a:lnTo>
                <a:lnTo>
                  <a:pt x="801333" y="1272097"/>
                </a:lnTo>
                <a:lnTo>
                  <a:pt x="807717" y="1264947"/>
                </a:lnTo>
                <a:lnTo>
                  <a:pt x="807207" y="1257797"/>
                </a:lnTo>
                <a:lnTo>
                  <a:pt x="806696" y="1250711"/>
                </a:lnTo>
                <a:lnTo>
                  <a:pt x="800312" y="1251221"/>
                </a:lnTo>
                <a:lnTo>
                  <a:pt x="792651" y="1251732"/>
                </a:lnTo>
                <a:lnTo>
                  <a:pt x="785948" y="1252179"/>
                </a:lnTo>
                <a:lnTo>
                  <a:pt x="785437" y="1245092"/>
                </a:lnTo>
                <a:lnTo>
                  <a:pt x="777393" y="1238708"/>
                </a:lnTo>
                <a:lnTo>
                  <a:pt x="770690" y="1239219"/>
                </a:lnTo>
                <a:lnTo>
                  <a:pt x="756964" y="1240177"/>
                </a:lnTo>
                <a:lnTo>
                  <a:pt x="749303" y="1240687"/>
                </a:lnTo>
                <a:lnTo>
                  <a:pt x="735066" y="1241709"/>
                </a:lnTo>
                <a:lnTo>
                  <a:pt x="727916" y="1242220"/>
                </a:lnTo>
                <a:lnTo>
                  <a:pt x="714701" y="1250264"/>
                </a:lnTo>
                <a:lnTo>
                  <a:pt x="708317" y="1250774"/>
                </a:lnTo>
                <a:lnTo>
                  <a:pt x="707806" y="1243624"/>
                </a:lnTo>
                <a:lnTo>
                  <a:pt x="707295" y="1236538"/>
                </a:lnTo>
                <a:lnTo>
                  <a:pt x="706785" y="1229451"/>
                </a:lnTo>
                <a:lnTo>
                  <a:pt x="720574" y="1221854"/>
                </a:lnTo>
                <a:lnTo>
                  <a:pt x="726958" y="1221471"/>
                </a:lnTo>
                <a:lnTo>
                  <a:pt x="726448" y="1214321"/>
                </a:lnTo>
                <a:lnTo>
                  <a:pt x="732832" y="1206724"/>
                </a:lnTo>
                <a:lnTo>
                  <a:pt x="739918" y="1206213"/>
                </a:lnTo>
                <a:lnTo>
                  <a:pt x="747068" y="1205766"/>
                </a:lnTo>
                <a:lnTo>
                  <a:pt x="754219" y="1198488"/>
                </a:lnTo>
                <a:lnTo>
                  <a:pt x="760603" y="1190445"/>
                </a:lnTo>
                <a:lnTo>
                  <a:pt x="773243" y="1189615"/>
                </a:lnTo>
                <a:lnTo>
                  <a:pt x="772732" y="1182464"/>
                </a:lnTo>
                <a:lnTo>
                  <a:pt x="779819" y="1176080"/>
                </a:lnTo>
                <a:lnTo>
                  <a:pt x="771775" y="1169058"/>
                </a:lnTo>
                <a:lnTo>
                  <a:pt x="765072" y="1169568"/>
                </a:lnTo>
                <a:lnTo>
                  <a:pt x="757921" y="1170015"/>
                </a:lnTo>
                <a:lnTo>
                  <a:pt x="757474" y="1163631"/>
                </a:lnTo>
                <a:lnTo>
                  <a:pt x="743876" y="1170462"/>
                </a:lnTo>
                <a:lnTo>
                  <a:pt x="729129" y="1164780"/>
                </a:lnTo>
                <a:lnTo>
                  <a:pt x="728554" y="1157694"/>
                </a:lnTo>
                <a:lnTo>
                  <a:pt x="722170" y="1165674"/>
                </a:lnTo>
                <a:lnTo>
                  <a:pt x="715403" y="1158588"/>
                </a:lnTo>
                <a:lnTo>
                  <a:pt x="721787" y="1158141"/>
                </a:lnTo>
                <a:lnTo>
                  <a:pt x="707615" y="1152459"/>
                </a:lnTo>
                <a:lnTo>
                  <a:pt x="701230" y="1152906"/>
                </a:lnTo>
                <a:lnTo>
                  <a:pt x="701677" y="1159609"/>
                </a:lnTo>
                <a:lnTo>
                  <a:pt x="695293" y="1174357"/>
                </a:lnTo>
                <a:lnTo>
                  <a:pt x="702827" y="1173782"/>
                </a:lnTo>
                <a:lnTo>
                  <a:pt x="695804" y="1181826"/>
                </a:lnTo>
                <a:lnTo>
                  <a:pt x="680993" y="1175442"/>
                </a:lnTo>
                <a:lnTo>
                  <a:pt x="688654" y="1182464"/>
                </a:lnTo>
                <a:lnTo>
                  <a:pt x="681567" y="1182975"/>
                </a:lnTo>
                <a:lnTo>
                  <a:pt x="674864" y="1189359"/>
                </a:lnTo>
                <a:lnTo>
                  <a:pt x="682525" y="1195743"/>
                </a:lnTo>
                <a:lnTo>
                  <a:pt x="683036" y="1203340"/>
                </a:lnTo>
                <a:lnTo>
                  <a:pt x="683483" y="1209724"/>
                </a:lnTo>
                <a:lnTo>
                  <a:pt x="675886" y="1203340"/>
                </a:lnTo>
                <a:lnTo>
                  <a:pt x="669501" y="1203787"/>
                </a:lnTo>
                <a:lnTo>
                  <a:pt x="668991" y="1196190"/>
                </a:lnTo>
                <a:lnTo>
                  <a:pt x="661841" y="1196701"/>
                </a:lnTo>
                <a:lnTo>
                  <a:pt x="654754" y="1197212"/>
                </a:lnTo>
                <a:lnTo>
                  <a:pt x="648370" y="1205320"/>
                </a:lnTo>
                <a:lnTo>
                  <a:pt x="648881" y="1212023"/>
                </a:lnTo>
                <a:lnTo>
                  <a:pt x="649392" y="1219109"/>
                </a:lnTo>
                <a:lnTo>
                  <a:pt x="649838" y="1226195"/>
                </a:lnTo>
                <a:lnTo>
                  <a:pt x="657499" y="1232260"/>
                </a:lnTo>
                <a:lnTo>
                  <a:pt x="657946" y="1239347"/>
                </a:lnTo>
                <a:lnTo>
                  <a:pt x="644157" y="1240368"/>
                </a:lnTo>
                <a:lnTo>
                  <a:pt x="644667" y="1247455"/>
                </a:lnTo>
                <a:lnTo>
                  <a:pt x="645114" y="1254541"/>
                </a:lnTo>
                <a:lnTo>
                  <a:pt x="637581" y="1255052"/>
                </a:lnTo>
                <a:lnTo>
                  <a:pt x="631197" y="1262649"/>
                </a:lnTo>
                <a:lnTo>
                  <a:pt x="631708" y="1269735"/>
                </a:lnTo>
                <a:lnTo>
                  <a:pt x="632218" y="1276822"/>
                </a:lnTo>
                <a:lnTo>
                  <a:pt x="617279" y="1285376"/>
                </a:lnTo>
                <a:lnTo>
                  <a:pt x="619642" y="1287355"/>
                </a:lnTo>
                <a:lnTo>
                  <a:pt x="611917" y="1284355"/>
                </a:lnTo>
                <a:lnTo>
                  <a:pt x="611917" y="1287994"/>
                </a:lnTo>
                <a:lnTo>
                  <a:pt x="605533" y="1296101"/>
                </a:lnTo>
                <a:lnTo>
                  <a:pt x="612683" y="1295591"/>
                </a:lnTo>
                <a:lnTo>
                  <a:pt x="620344" y="1295080"/>
                </a:lnTo>
                <a:lnTo>
                  <a:pt x="619769" y="1287547"/>
                </a:lnTo>
                <a:lnTo>
                  <a:pt x="624877" y="1291952"/>
                </a:lnTo>
                <a:lnTo>
                  <a:pt x="632474" y="1298336"/>
                </a:lnTo>
                <a:lnTo>
                  <a:pt x="638155" y="1283652"/>
                </a:lnTo>
                <a:lnTo>
                  <a:pt x="645753" y="1283142"/>
                </a:lnTo>
                <a:lnTo>
                  <a:pt x="652137" y="1275992"/>
                </a:lnTo>
                <a:lnTo>
                  <a:pt x="659287" y="1275481"/>
                </a:lnTo>
                <a:lnTo>
                  <a:pt x="652903" y="1282695"/>
                </a:lnTo>
                <a:lnTo>
                  <a:pt x="646519" y="1290228"/>
                </a:lnTo>
                <a:lnTo>
                  <a:pt x="639177" y="1298144"/>
                </a:lnTo>
                <a:lnTo>
                  <a:pt x="646710" y="1297570"/>
                </a:lnTo>
                <a:lnTo>
                  <a:pt x="647221" y="1304720"/>
                </a:lnTo>
                <a:lnTo>
                  <a:pt x="639688" y="1305231"/>
                </a:lnTo>
                <a:lnTo>
                  <a:pt x="632984" y="1305678"/>
                </a:lnTo>
                <a:lnTo>
                  <a:pt x="626600" y="1312764"/>
                </a:lnTo>
                <a:lnTo>
                  <a:pt x="620216" y="1327064"/>
                </a:lnTo>
                <a:lnTo>
                  <a:pt x="620791" y="1334534"/>
                </a:lnTo>
                <a:lnTo>
                  <a:pt x="621238" y="1341237"/>
                </a:lnTo>
                <a:lnTo>
                  <a:pt x="627622" y="1334087"/>
                </a:lnTo>
                <a:lnTo>
                  <a:pt x="634006" y="1319914"/>
                </a:lnTo>
                <a:lnTo>
                  <a:pt x="640709" y="1319403"/>
                </a:lnTo>
                <a:lnTo>
                  <a:pt x="648689" y="1325022"/>
                </a:lnTo>
                <a:lnTo>
                  <a:pt x="649200" y="1332555"/>
                </a:lnTo>
                <a:lnTo>
                  <a:pt x="642114" y="1339769"/>
                </a:lnTo>
                <a:lnTo>
                  <a:pt x="635410" y="1340216"/>
                </a:lnTo>
                <a:lnTo>
                  <a:pt x="635921" y="1347366"/>
                </a:lnTo>
                <a:lnTo>
                  <a:pt x="642624" y="1346855"/>
                </a:lnTo>
                <a:lnTo>
                  <a:pt x="650221" y="1346344"/>
                </a:lnTo>
                <a:lnTo>
                  <a:pt x="657435" y="1353495"/>
                </a:lnTo>
                <a:lnTo>
                  <a:pt x="664586" y="1352984"/>
                </a:lnTo>
                <a:lnTo>
                  <a:pt x="665033" y="1359368"/>
                </a:lnTo>
                <a:lnTo>
                  <a:pt x="657882" y="1359879"/>
                </a:lnTo>
                <a:lnTo>
                  <a:pt x="658393" y="1366965"/>
                </a:lnTo>
                <a:lnTo>
                  <a:pt x="652009" y="1374115"/>
                </a:lnTo>
                <a:lnTo>
                  <a:pt x="644923" y="1381776"/>
                </a:lnTo>
                <a:lnTo>
                  <a:pt x="638538" y="1389309"/>
                </a:lnTo>
                <a:lnTo>
                  <a:pt x="631388" y="1389820"/>
                </a:lnTo>
                <a:lnTo>
                  <a:pt x="631899" y="1396907"/>
                </a:lnTo>
                <a:lnTo>
                  <a:pt x="625515" y="1403993"/>
                </a:lnTo>
                <a:lnTo>
                  <a:pt x="618365" y="1404504"/>
                </a:lnTo>
                <a:lnTo>
                  <a:pt x="618939" y="1412101"/>
                </a:lnTo>
                <a:lnTo>
                  <a:pt x="611789" y="1412611"/>
                </a:lnTo>
                <a:lnTo>
                  <a:pt x="612300" y="1418996"/>
                </a:lnTo>
                <a:lnTo>
                  <a:pt x="613257" y="1433232"/>
                </a:lnTo>
                <a:lnTo>
                  <a:pt x="613768" y="1440319"/>
                </a:lnTo>
                <a:lnTo>
                  <a:pt x="620918" y="1439808"/>
                </a:lnTo>
                <a:lnTo>
                  <a:pt x="620408" y="1432721"/>
                </a:lnTo>
                <a:lnTo>
                  <a:pt x="620025" y="1425827"/>
                </a:lnTo>
                <a:lnTo>
                  <a:pt x="627175" y="1425316"/>
                </a:lnTo>
                <a:lnTo>
                  <a:pt x="634772" y="1431700"/>
                </a:lnTo>
                <a:lnTo>
                  <a:pt x="635283" y="1438786"/>
                </a:lnTo>
                <a:lnTo>
                  <a:pt x="642944" y="1445170"/>
                </a:lnTo>
                <a:lnTo>
                  <a:pt x="642433" y="1438084"/>
                </a:lnTo>
                <a:lnTo>
                  <a:pt x="641922" y="1430998"/>
                </a:lnTo>
                <a:lnTo>
                  <a:pt x="648306" y="1423464"/>
                </a:lnTo>
                <a:lnTo>
                  <a:pt x="656350" y="1429849"/>
                </a:lnTo>
                <a:lnTo>
                  <a:pt x="656861" y="1436935"/>
                </a:lnTo>
                <a:lnTo>
                  <a:pt x="670204" y="1428891"/>
                </a:lnTo>
                <a:lnTo>
                  <a:pt x="670714" y="1435977"/>
                </a:lnTo>
                <a:lnTo>
                  <a:pt x="677801" y="1435467"/>
                </a:lnTo>
                <a:lnTo>
                  <a:pt x="677354" y="1428380"/>
                </a:lnTo>
                <a:lnTo>
                  <a:pt x="684440" y="1427870"/>
                </a:lnTo>
                <a:lnTo>
                  <a:pt x="691654" y="1434254"/>
                </a:lnTo>
                <a:lnTo>
                  <a:pt x="698804" y="1433743"/>
                </a:lnTo>
                <a:lnTo>
                  <a:pt x="705189" y="1426146"/>
                </a:lnTo>
                <a:lnTo>
                  <a:pt x="705189" y="1430870"/>
                </a:lnTo>
                <a:lnTo>
                  <a:pt x="698804" y="1438531"/>
                </a:lnTo>
                <a:lnTo>
                  <a:pt x="691654" y="1439042"/>
                </a:lnTo>
                <a:lnTo>
                  <a:pt x="692101" y="1445426"/>
                </a:lnTo>
                <a:lnTo>
                  <a:pt x="685079" y="1439042"/>
                </a:lnTo>
                <a:lnTo>
                  <a:pt x="678695" y="1446128"/>
                </a:lnTo>
                <a:lnTo>
                  <a:pt x="671991" y="1453725"/>
                </a:lnTo>
                <a:lnTo>
                  <a:pt x="672438" y="1460428"/>
                </a:lnTo>
                <a:lnTo>
                  <a:pt x="673523" y="1475048"/>
                </a:lnTo>
                <a:lnTo>
                  <a:pt x="673970" y="1481432"/>
                </a:lnTo>
                <a:lnTo>
                  <a:pt x="681695" y="1487816"/>
                </a:lnTo>
                <a:lnTo>
                  <a:pt x="688845" y="1487306"/>
                </a:lnTo>
                <a:lnTo>
                  <a:pt x="682461" y="1494392"/>
                </a:lnTo>
                <a:lnTo>
                  <a:pt x="689356" y="1493881"/>
                </a:lnTo>
                <a:lnTo>
                  <a:pt x="703593" y="1500265"/>
                </a:lnTo>
                <a:lnTo>
                  <a:pt x="704103" y="1507352"/>
                </a:lnTo>
                <a:lnTo>
                  <a:pt x="690378" y="1508309"/>
                </a:lnTo>
                <a:lnTo>
                  <a:pt x="690888" y="1515396"/>
                </a:lnTo>
                <a:lnTo>
                  <a:pt x="683738" y="1515906"/>
                </a:lnTo>
                <a:lnTo>
                  <a:pt x="684249" y="1522993"/>
                </a:lnTo>
                <a:lnTo>
                  <a:pt x="684759" y="1530079"/>
                </a:lnTo>
                <a:lnTo>
                  <a:pt x="677545" y="1530590"/>
                </a:lnTo>
                <a:lnTo>
                  <a:pt x="671161" y="1538314"/>
                </a:lnTo>
                <a:lnTo>
                  <a:pt x="671608" y="1544699"/>
                </a:lnTo>
                <a:lnTo>
                  <a:pt x="678758" y="1544188"/>
                </a:lnTo>
                <a:lnTo>
                  <a:pt x="679269" y="1551338"/>
                </a:lnTo>
                <a:lnTo>
                  <a:pt x="679716" y="1557722"/>
                </a:lnTo>
                <a:lnTo>
                  <a:pt x="686994" y="1557211"/>
                </a:lnTo>
                <a:lnTo>
                  <a:pt x="680291" y="1565255"/>
                </a:lnTo>
                <a:lnTo>
                  <a:pt x="673140" y="1565766"/>
                </a:lnTo>
                <a:lnTo>
                  <a:pt x="672630" y="1558233"/>
                </a:lnTo>
                <a:lnTo>
                  <a:pt x="666820" y="1565255"/>
                </a:lnTo>
                <a:lnTo>
                  <a:pt x="660883" y="1560403"/>
                </a:lnTo>
                <a:lnTo>
                  <a:pt x="660372" y="1553317"/>
                </a:lnTo>
                <a:lnTo>
                  <a:pt x="653988" y="1553764"/>
                </a:lnTo>
                <a:lnTo>
                  <a:pt x="646902" y="1554275"/>
                </a:lnTo>
                <a:lnTo>
                  <a:pt x="646391" y="1547891"/>
                </a:lnTo>
                <a:lnTo>
                  <a:pt x="625387" y="1555999"/>
                </a:lnTo>
                <a:lnTo>
                  <a:pt x="618237" y="1556509"/>
                </a:lnTo>
                <a:lnTo>
                  <a:pt x="611853" y="1564106"/>
                </a:lnTo>
                <a:lnTo>
                  <a:pt x="598127" y="1565064"/>
                </a:lnTo>
                <a:lnTo>
                  <a:pt x="591743" y="1572661"/>
                </a:lnTo>
                <a:lnTo>
                  <a:pt x="584593" y="1573172"/>
                </a:lnTo>
                <a:lnTo>
                  <a:pt x="585104" y="1580258"/>
                </a:lnTo>
                <a:close/>
                <a:moveTo>
                  <a:pt x="1266160" y="1354580"/>
                </a:moveTo>
                <a:lnTo>
                  <a:pt x="1258499" y="1355154"/>
                </a:lnTo>
                <a:lnTo>
                  <a:pt x="1238070" y="1356559"/>
                </a:lnTo>
                <a:lnTo>
                  <a:pt x="1230920" y="1357070"/>
                </a:lnTo>
                <a:lnTo>
                  <a:pt x="1223897" y="1364731"/>
                </a:lnTo>
                <a:lnTo>
                  <a:pt x="1224344" y="1371115"/>
                </a:lnTo>
                <a:lnTo>
                  <a:pt x="1232899" y="1384777"/>
                </a:lnTo>
                <a:lnTo>
                  <a:pt x="1232452" y="1378393"/>
                </a:lnTo>
                <a:lnTo>
                  <a:pt x="1231941" y="1370859"/>
                </a:lnTo>
                <a:lnTo>
                  <a:pt x="1238326" y="1363709"/>
                </a:lnTo>
                <a:lnTo>
                  <a:pt x="1244710" y="1363262"/>
                </a:lnTo>
                <a:lnTo>
                  <a:pt x="1252307" y="1362688"/>
                </a:lnTo>
                <a:lnTo>
                  <a:pt x="1258691" y="1362241"/>
                </a:lnTo>
                <a:lnTo>
                  <a:pt x="1266352" y="1361730"/>
                </a:lnTo>
                <a:lnTo>
                  <a:pt x="1272736" y="1361219"/>
                </a:lnTo>
                <a:lnTo>
                  <a:pt x="1279758" y="1353622"/>
                </a:lnTo>
                <a:lnTo>
                  <a:pt x="1286909" y="1353112"/>
                </a:lnTo>
                <a:lnTo>
                  <a:pt x="1300762" y="1352154"/>
                </a:lnTo>
                <a:lnTo>
                  <a:pt x="1308359" y="1358538"/>
                </a:lnTo>
                <a:lnTo>
                  <a:pt x="1315956" y="1364922"/>
                </a:lnTo>
                <a:lnTo>
                  <a:pt x="1315509" y="1358219"/>
                </a:lnTo>
                <a:lnTo>
                  <a:pt x="1321574" y="1350686"/>
                </a:lnTo>
                <a:lnTo>
                  <a:pt x="1328788" y="1343535"/>
                </a:lnTo>
                <a:lnTo>
                  <a:pt x="1327767" y="1329363"/>
                </a:lnTo>
                <a:lnTo>
                  <a:pt x="1320106" y="1329873"/>
                </a:lnTo>
                <a:lnTo>
                  <a:pt x="1319595" y="1322787"/>
                </a:lnTo>
                <a:lnTo>
                  <a:pt x="1326746" y="1315190"/>
                </a:lnTo>
                <a:lnTo>
                  <a:pt x="1333130" y="1308040"/>
                </a:lnTo>
                <a:lnTo>
                  <a:pt x="1326746" y="1308487"/>
                </a:lnTo>
                <a:lnTo>
                  <a:pt x="1319531" y="1315701"/>
                </a:lnTo>
                <a:lnTo>
                  <a:pt x="1313147" y="1316148"/>
                </a:lnTo>
                <a:lnTo>
                  <a:pt x="1305997" y="1316658"/>
                </a:lnTo>
                <a:lnTo>
                  <a:pt x="1299613" y="1324255"/>
                </a:lnTo>
                <a:lnTo>
                  <a:pt x="1292463" y="1324766"/>
                </a:lnTo>
                <a:lnTo>
                  <a:pt x="1286079" y="1332363"/>
                </a:lnTo>
                <a:lnTo>
                  <a:pt x="1279695" y="1339960"/>
                </a:lnTo>
                <a:lnTo>
                  <a:pt x="1280205" y="1347047"/>
                </a:lnTo>
                <a:lnTo>
                  <a:pt x="1273119" y="1354133"/>
                </a:lnTo>
                <a:lnTo>
                  <a:pt x="1266416" y="1354580"/>
                </a:lnTo>
                <a:close/>
                <a:moveTo>
                  <a:pt x="1282823" y="1494328"/>
                </a:moveTo>
                <a:lnTo>
                  <a:pt x="1283972" y="1508820"/>
                </a:lnTo>
                <a:lnTo>
                  <a:pt x="1298592" y="1507798"/>
                </a:lnTo>
                <a:lnTo>
                  <a:pt x="1299102" y="1514183"/>
                </a:lnTo>
                <a:lnTo>
                  <a:pt x="1312892" y="1513225"/>
                </a:lnTo>
                <a:lnTo>
                  <a:pt x="1320042" y="1512714"/>
                </a:lnTo>
                <a:lnTo>
                  <a:pt x="1319595" y="1506330"/>
                </a:lnTo>
                <a:lnTo>
                  <a:pt x="1319084" y="1499244"/>
                </a:lnTo>
                <a:lnTo>
                  <a:pt x="1318574" y="1492158"/>
                </a:lnTo>
                <a:lnTo>
                  <a:pt x="1318127" y="1485773"/>
                </a:lnTo>
                <a:lnTo>
                  <a:pt x="1310977" y="1486284"/>
                </a:lnTo>
                <a:lnTo>
                  <a:pt x="1303316" y="1479261"/>
                </a:lnTo>
                <a:lnTo>
                  <a:pt x="1296932" y="1487242"/>
                </a:lnTo>
                <a:lnTo>
                  <a:pt x="1289271" y="1480219"/>
                </a:lnTo>
                <a:lnTo>
                  <a:pt x="1289845" y="1487752"/>
                </a:lnTo>
                <a:lnTo>
                  <a:pt x="1282248" y="1488263"/>
                </a:lnTo>
                <a:lnTo>
                  <a:pt x="1282759" y="1494966"/>
                </a:lnTo>
                <a:close/>
                <a:moveTo>
                  <a:pt x="1335045" y="1469238"/>
                </a:moveTo>
                <a:lnTo>
                  <a:pt x="1328661" y="1476325"/>
                </a:lnTo>
                <a:lnTo>
                  <a:pt x="1329235" y="1483986"/>
                </a:lnTo>
                <a:lnTo>
                  <a:pt x="1336832" y="1490370"/>
                </a:lnTo>
                <a:lnTo>
                  <a:pt x="1330448" y="1497456"/>
                </a:lnTo>
                <a:lnTo>
                  <a:pt x="1330959" y="1504543"/>
                </a:lnTo>
                <a:lnTo>
                  <a:pt x="1338556" y="1510927"/>
                </a:lnTo>
                <a:lnTo>
                  <a:pt x="1352793" y="1509969"/>
                </a:lnTo>
                <a:lnTo>
                  <a:pt x="1359943" y="1509458"/>
                </a:lnTo>
                <a:lnTo>
                  <a:pt x="1360454" y="1516992"/>
                </a:lnTo>
                <a:lnTo>
                  <a:pt x="1353367" y="1517502"/>
                </a:lnTo>
                <a:lnTo>
                  <a:pt x="1368051" y="1523120"/>
                </a:lnTo>
                <a:lnTo>
                  <a:pt x="1375201" y="1522674"/>
                </a:lnTo>
                <a:lnTo>
                  <a:pt x="1367604" y="1516289"/>
                </a:lnTo>
                <a:lnTo>
                  <a:pt x="1373988" y="1508245"/>
                </a:lnTo>
                <a:lnTo>
                  <a:pt x="1380372" y="1507798"/>
                </a:lnTo>
                <a:lnTo>
                  <a:pt x="1386756" y="1493498"/>
                </a:lnTo>
                <a:lnTo>
                  <a:pt x="1379159" y="1487433"/>
                </a:lnTo>
                <a:lnTo>
                  <a:pt x="1392374" y="1471728"/>
                </a:lnTo>
                <a:lnTo>
                  <a:pt x="1398758" y="1464642"/>
                </a:lnTo>
                <a:lnTo>
                  <a:pt x="1390587" y="1451363"/>
                </a:lnTo>
                <a:lnTo>
                  <a:pt x="1397290" y="1444149"/>
                </a:lnTo>
                <a:lnTo>
                  <a:pt x="1390140" y="1444660"/>
                </a:lnTo>
                <a:lnTo>
                  <a:pt x="1396524" y="1437063"/>
                </a:lnTo>
                <a:lnTo>
                  <a:pt x="1382287" y="1438020"/>
                </a:lnTo>
                <a:lnTo>
                  <a:pt x="1375137" y="1438531"/>
                </a:lnTo>
                <a:lnTo>
                  <a:pt x="1368753" y="1446128"/>
                </a:lnTo>
                <a:lnTo>
                  <a:pt x="1375137" y="1445681"/>
                </a:lnTo>
                <a:lnTo>
                  <a:pt x="1382734" y="1452065"/>
                </a:lnTo>
                <a:lnTo>
                  <a:pt x="1376350" y="1459662"/>
                </a:lnTo>
                <a:lnTo>
                  <a:pt x="1369647" y="1460173"/>
                </a:lnTo>
                <a:lnTo>
                  <a:pt x="1362496" y="1460620"/>
                </a:lnTo>
                <a:lnTo>
                  <a:pt x="1363007" y="1467770"/>
                </a:lnTo>
                <a:lnTo>
                  <a:pt x="1363518" y="1474154"/>
                </a:lnTo>
                <a:lnTo>
                  <a:pt x="1356368" y="1474665"/>
                </a:lnTo>
                <a:lnTo>
                  <a:pt x="1348771" y="1468281"/>
                </a:lnTo>
                <a:lnTo>
                  <a:pt x="1355155" y="1460684"/>
                </a:lnTo>
                <a:lnTo>
                  <a:pt x="1354644" y="1453597"/>
                </a:lnTo>
                <a:lnTo>
                  <a:pt x="1347494" y="1454108"/>
                </a:lnTo>
                <a:lnTo>
                  <a:pt x="1348005" y="1461195"/>
                </a:lnTo>
                <a:lnTo>
                  <a:pt x="1341620" y="1468792"/>
                </a:lnTo>
                <a:lnTo>
                  <a:pt x="1334534" y="1469302"/>
                </a:lnTo>
                <a:close/>
                <a:moveTo>
                  <a:pt x="1340024" y="1539464"/>
                </a:moveTo>
                <a:lnTo>
                  <a:pt x="1339514" y="1532377"/>
                </a:lnTo>
                <a:lnTo>
                  <a:pt x="1332363" y="1532888"/>
                </a:lnTo>
                <a:lnTo>
                  <a:pt x="1325213" y="1533399"/>
                </a:lnTo>
                <a:lnTo>
                  <a:pt x="1325724" y="1540485"/>
                </a:lnTo>
                <a:lnTo>
                  <a:pt x="1333321" y="1546550"/>
                </a:lnTo>
                <a:lnTo>
                  <a:pt x="1340982" y="1553253"/>
                </a:lnTo>
                <a:lnTo>
                  <a:pt x="1348132" y="1552743"/>
                </a:lnTo>
                <a:lnTo>
                  <a:pt x="1355219" y="1552232"/>
                </a:lnTo>
                <a:lnTo>
                  <a:pt x="1354708" y="1545018"/>
                </a:lnTo>
                <a:lnTo>
                  <a:pt x="1347111" y="1538953"/>
                </a:lnTo>
                <a:lnTo>
                  <a:pt x="1340024" y="1539464"/>
                </a:lnTo>
                <a:close/>
                <a:moveTo>
                  <a:pt x="1375648" y="1536974"/>
                </a:moveTo>
                <a:lnTo>
                  <a:pt x="1368497" y="1537485"/>
                </a:lnTo>
                <a:lnTo>
                  <a:pt x="1360900" y="1531100"/>
                </a:lnTo>
                <a:lnTo>
                  <a:pt x="1361347" y="1538187"/>
                </a:lnTo>
                <a:lnTo>
                  <a:pt x="1361858" y="1544571"/>
                </a:lnTo>
                <a:lnTo>
                  <a:pt x="1369455" y="1551274"/>
                </a:lnTo>
                <a:lnTo>
                  <a:pt x="1368944" y="1544060"/>
                </a:lnTo>
                <a:lnTo>
                  <a:pt x="1376095" y="1543550"/>
                </a:lnTo>
                <a:lnTo>
                  <a:pt x="1375648" y="1537165"/>
                </a:lnTo>
                <a:close/>
                <a:moveTo>
                  <a:pt x="2097627" y="2743953"/>
                </a:moveTo>
                <a:lnTo>
                  <a:pt x="2106309" y="2757615"/>
                </a:lnTo>
                <a:lnTo>
                  <a:pt x="2112693" y="2757104"/>
                </a:lnTo>
                <a:lnTo>
                  <a:pt x="2111735" y="2742932"/>
                </a:lnTo>
                <a:lnTo>
                  <a:pt x="2104585" y="2735782"/>
                </a:lnTo>
                <a:lnTo>
                  <a:pt x="2096414" y="2729717"/>
                </a:lnTo>
                <a:lnTo>
                  <a:pt x="2095967" y="2723332"/>
                </a:lnTo>
                <a:lnTo>
                  <a:pt x="2088816" y="2716310"/>
                </a:lnTo>
                <a:lnTo>
                  <a:pt x="2081730" y="2716757"/>
                </a:lnTo>
                <a:lnTo>
                  <a:pt x="2074069" y="2710373"/>
                </a:lnTo>
                <a:lnTo>
                  <a:pt x="2059322" y="2703989"/>
                </a:lnTo>
                <a:lnTo>
                  <a:pt x="2045085" y="2705010"/>
                </a:lnTo>
                <a:lnTo>
                  <a:pt x="2038382" y="2698307"/>
                </a:lnTo>
                <a:lnTo>
                  <a:pt x="2030274" y="2691923"/>
                </a:lnTo>
                <a:lnTo>
                  <a:pt x="2023124" y="2692433"/>
                </a:lnTo>
                <a:lnTo>
                  <a:pt x="2009334" y="2700094"/>
                </a:lnTo>
                <a:lnTo>
                  <a:pt x="2016995" y="2706479"/>
                </a:lnTo>
                <a:lnTo>
                  <a:pt x="2024145" y="2705968"/>
                </a:lnTo>
                <a:lnTo>
                  <a:pt x="2038893" y="2704883"/>
                </a:lnTo>
                <a:lnTo>
                  <a:pt x="2045596" y="2711267"/>
                </a:lnTo>
                <a:lnTo>
                  <a:pt x="2060343" y="2716948"/>
                </a:lnTo>
                <a:lnTo>
                  <a:pt x="2068004" y="2723971"/>
                </a:lnTo>
                <a:lnTo>
                  <a:pt x="2082688" y="2729653"/>
                </a:lnTo>
                <a:lnTo>
                  <a:pt x="2090285" y="2736037"/>
                </a:lnTo>
                <a:lnTo>
                  <a:pt x="2097435" y="2743187"/>
                </a:lnTo>
                <a:close/>
                <a:moveTo>
                  <a:pt x="1579237" y="468210"/>
                </a:moveTo>
                <a:lnTo>
                  <a:pt x="1579684" y="474595"/>
                </a:lnTo>
                <a:lnTo>
                  <a:pt x="1586387" y="467381"/>
                </a:lnTo>
                <a:lnTo>
                  <a:pt x="1585876" y="460294"/>
                </a:lnTo>
                <a:lnTo>
                  <a:pt x="1593091" y="459783"/>
                </a:lnTo>
                <a:lnTo>
                  <a:pt x="1599475" y="459337"/>
                </a:lnTo>
                <a:lnTo>
                  <a:pt x="1605859" y="438397"/>
                </a:lnTo>
                <a:lnTo>
                  <a:pt x="1597687" y="431438"/>
                </a:lnTo>
                <a:lnTo>
                  <a:pt x="1591303" y="431885"/>
                </a:lnTo>
                <a:lnTo>
                  <a:pt x="1591878" y="439418"/>
                </a:lnTo>
                <a:lnTo>
                  <a:pt x="1584600" y="439929"/>
                </a:lnTo>
                <a:lnTo>
                  <a:pt x="1577449" y="440440"/>
                </a:lnTo>
                <a:lnTo>
                  <a:pt x="1577960" y="446824"/>
                </a:lnTo>
                <a:lnTo>
                  <a:pt x="1578407" y="453208"/>
                </a:lnTo>
                <a:lnTo>
                  <a:pt x="1572023" y="460805"/>
                </a:lnTo>
                <a:lnTo>
                  <a:pt x="1579620" y="467189"/>
                </a:lnTo>
                <a:close/>
                <a:moveTo>
                  <a:pt x="1362177" y="1208767"/>
                </a:moveTo>
                <a:lnTo>
                  <a:pt x="1362177" y="1208767"/>
                </a:lnTo>
                <a:close/>
                <a:moveTo>
                  <a:pt x="2224287" y="2918303"/>
                </a:moveTo>
                <a:lnTo>
                  <a:pt x="2208582" y="2925709"/>
                </a:lnTo>
                <a:lnTo>
                  <a:pt x="2169831" y="2924879"/>
                </a:lnTo>
                <a:lnTo>
                  <a:pt x="2169831" y="2917154"/>
                </a:lnTo>
                <a:lnTo>
                  <a:pt x="2154317" y="2916835"/>
                </a:lnTo>
                <a:lnTo>
                  <a:pt x="2130888" y="2924049"/>
                </a:lnTo>
                <a:lnTo>
                  <a:pt x="2107522" y="2923538"/>
                </a:lnTo>
                <a:lnTo>
                  <a:pt x="2107522" y="2908089"/>
                </a:lnTo>
                <a:lnTo>
                  <a:pt x="2099733" y="2908089"/>
                </a:lnTo>
                <a:lnTo>
                  <a:pt x="2099733" y="2915813"/>
                </a:lnTo>
                <a:lnTo>
                  <a:pt x="2084220" y="2915494"/>
                </a:lnTo>
                <a:lnTo>
                  <a:pt x="2076814" y="2899853"/>
                </a:lnTo>
                <a:lnTo>
                  <a:pt x="2061556" y="2906939"/>
                </a:lnTo>
                <a:lnTo>
                  <a:pt x="2061237" y="2922389"/>
                </a:lnTo>
                <a:lnTo>
                  <a:pt x="2060726" y="2945563"/>
                </a:lnTo>
                <a:lnTo>
                  <a:pt x="2091753" y="2946202"/>
                </a:lnTo>
                <a:lnTo>
                  <a:pt x="2130696" y="2939307"/>
                </a:lnTo>
                <a:lnTo>
                  <a:pt x="2161531" y="2947670"/>
                </a:lnTo>
                <a:lnTo>
                  <a:pt x="2161085" y="2970844"/>
                </a:lnTo>
                <a:lnTo>
                  <a:pt x="2215860" y="2948819"/>
                </a:lnTo>
                <a:lnTo>
                  <a:pt x="2262400" y="2949841"/>
                </a:lnTo>
                <a:lnTo>
                  <a:pt x="2262911" y="2926666"/>
                </a:lnTo>
                <a:lnTo>
                  <a:pt x="2239482" y="2933880"/>
                </a:lnTo>
                <a:lnTo>
                  <a:pt x="2224287" y="2918112"/>
                </a:lnTo>
                <a:close/>
                <a:moveTo>
                  <a:pt x="1486476" y="2949011"/>
                </a:moveTo>
                <a:lnTo>
                  <a:pt x="1486476" y="2956735"/>
                </a:lnTo>
                <a:lnTo>
                  <a:pt x="1494073" y="2964652"/>
                </a:lnTo>
                <a:lnTo>
                  <a:pt x="1509586" y="2964652"/>
                </a:lnTo>
                <a:lnTo>
                  <a:pt x="1509586" y="2956927"/>
                </a:lnTo>
                <a:lnTo>
                  <a:pt x="1494264" y="2948883"/>
                </a:lnTo>
                <a:lnTo>
                  <a:pt x="1486540" y="2948883"/>
                </a:lnTo>
                <a:close/>
                <a:moveTo>
                  <a:pt x="1470962" y="2949011"/>
                </a:moveTo>
                <a:lnTo>
                  <a:pt x="1478687" y="2949011"/>
                </a:lnTo>
                <a:lnTo>
                  <a:pt x="1478687" y="2941286"/>
                </a:lnTo>
                <a:lnTo>
                  <a:pt x="1470899" y="2941286"/>
                </a:lnTo>
                <a:lnTo>
                  <a:pt x="1470899" y="2949011"/>
                </a:lnTo>
                <a:close/>
                <a:moveTo>
                  <a:pt x="2721801" y="2875019"/>
                </a:moveTo>
                <a:lnTo>
                  <a:pt x="2753338" y="2852483"/>
                </a:lnTo>
                <a:cubicBezTo>
                  <a:pt x="2738883" y="2857219"/>
                  <a:pt x="2725530" y="2864818"/>
                  <a:pt x="2714076" y="2874827"/>
                </a:cubicBezTo>
                <a:cubicBezTo>
                  <a:pt x="2698243" y="2889958"/>
                  <a:pt x="2659109" y="2904577"/>
                  <a:pt x="2659109" y="2904577"/>
                </a:cubicBezTo>
                <a:lnTo>
                  <a:pt x="2628082" y="2903939"/>
                </a:lnTo>
                <a:lnTo>
                  <a:pt x="2627571" y="2927113"/>
                </a:lnTo>
                <a:lnTo>
                  <a:pt x="2612058" y="2926794"/>
                </a:lnTo>
                <a:cubicBezTo>
                  <a:pt x="2616324" y="2930852"/>
                  <a:pt x="2616493" y="2937601"/>
                  <a:pt x="2612435" y="2941867"/>
                </a:cubicBezTo>
                <a:cubicBezTo>
                  <a:pt x="2612312" y="2941995"/>
                  <a:pt x="2612187" y="2942121"/>
                  <a:pt x="2612058" y="2942243"/>
                </a:cubicBezTo>
                <a:cubicBezTo>
                  <a:pt x="2604142" y="2949777"/>
                  <a:pt x="2588820" y="2941733"/>
                  <a:pt x="2588820" y="2941733"/>
                </a:cubicBezTo>
                <a:cubicBezTo>
                  <a:pt x="2603312" y="2988401"/>
                  <a:pt x="2634849" y="2965865"/>
                  <a:pt x="2634849" y="2965865"/>
                </a:cubicBezTo>
                <a:lnTo>
                  <a:pt x="2657960" y="2974100"/>
                </a:lnTo>
                <a:lnTo>
                  <a:pt x="2689880" y="2943840"/>
                </a:lnTo>
                <a:lnTo>
                  <a:pt x="2690199" y="2928390"/>
                </a:lnTo>
                <a:lnTo>
                  <a:pt x="2729143" y="2921495"/>
                </a:lnTo>
                <a:cubicBezTo>
                  <a:pt x="2719184" y="2920748"/>
                  <a:pt x="2710413" y="2914664"/>
                  <a:pt x="2706224" y="2905599"/>
                </a:cubicBezTo>
                <a:cubicBezTo>
                  <a:pt x="2698818" y="2889958"/>
                  <a:pt x="2722375" y="2875019"/>
                  <a:pt x="2722375" y="2875019"/>
                </a:cubicBezTo>
                <a:close/>
              </a:path>
            </a:pathLst>
          </a:custGeom>
          <a:noFill/>
          <a:ln cap="flat" cmpd="sng" w="12725">
            <a:solidFill>
              <a:srgbClr val="226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16" name="Google Shape;1616;p61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617" name="Google Shape;1617;p61"/>
          <p:cNvSpPr txBox="1"/>
          <p:nvPr>
            <p:ph idx="1" type="body"/>
          </p:nvPr>
        </p:nvSpPr>
        <p:spPr>
          <a:xfrm>
            <a:off x="604242" y="1587318"/>
            <a:ext cx="5263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18" name="Google Shape;1618;p61"/>
          <p:cNvSpPr txBox="1"/>
          <p:nvPr>
            <p:ph idx="2" type="body"/>
          </p:nvPr>
        </p:nvSpPr>
        <p:spPr>
          <a:xfrm>
            <a:off x="606384" y="2061851"/>
            <a:ext cx="52638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19" name="Google Shape;1619;p61"/>
          <p:cNvSpPr txBox="1"/>
          <p:nvPr>
            <p:ph idx="3" type="body"/>
          </p:nvPr>
        </p:nvSpPr>
        <p:spPr>
          <a:xfrm>
            <a:off x="610384" y="5984032"/>
            <a:ext cx="33015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20" name="Google Shape;1620;p61"/>
          <p:cNvSpPr txBox="1"/>
          <p:nvPr>
            <p:ph idx="4" type="body"/>
          </p:nvPr>
        </p:nvSpPr>
        <p:spPr>
          <a:xfrm>
            <a:off x="6336868" y="1574752"/>
            <a:ext cx="53406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21" name="Google Shape;1621;p61"/>
          <p:cNvSpPr txBox="1"/>
          <p:nvPr>
            <p:ph idx="5" type="body"/>
          </p:nvPr>
        </p:nvSpPr>
        <p:spPr>
          <a:xfrm>
            <a:off x="5983274" y="1571870"/>
            <a:ext cx="422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22" name="Google Shape;1622;p61"/>
          <p:cNvSpPr txBox="1"/>
          <p:nvPr>
            <p:ph idx="6" type="body"/>
          </p:nvPr>
        </p:nvSpPr>
        <p:spPr>
          <a:xfrm>
            <a:off x="5985459" y="1962047"/>
            <a:ext cx="4224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23" name="Google Shape;1623;p61"/>
          <p:cNvSpPr txBox="1"/>
          <p:nvPr>
            <p:ph idx="7" type="body"/>
          </p:nvPr>
        </p:nvSpPr>
        <p:spPr>
          <a:xfrm>
            <a:off x="6326439" y="1937534"/>
            <a:ext cx="53511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24" name="Google Shape;1624;p61"/>
          <p:cNvSpPr txBox="1"/>
          <p:nvPr>
            <p:ph idx="8" type="body"/>
          </p:nvPr>
        </p:nvSpPr>
        <p:spPr>
          <a:xfrm>
            <a:off x="5985459" y="2271926"/>
            <a:ext cx="4224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25" name="Google Shape;1625;p61"/>
          <p:cNvSpPr txBox="1"/>
          <p:nvPr>
            <p:ph idx="9" type="body"/>
          </p:nvPr>
        </p:nvSpPr>
        <p:spPr>
          <a:xfrm>
            <a:off x="6326438" y="2263882"/>
            <a:ext cx="5351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26" name="Google Shape;1626;p61"/>
          <p:cNvSpPr txBox="1"/>
          <p:nvPr>
            <p:ph idx="13" type="body"/>
          </p:nvPr>
        </p:nvSpPr>
        <p:spPr>
          <a:xfrm>
            <a:off x="5990681" y="2783004"/>
            <a:ext cx="422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27" name="Google Shape;1627;p61"/>
          <p:cNvSpPr txBox="1"/>
          <p:nvPr>
            <p:ph idx="14" type="body"/>
          </p:nvPr>
        </p:nvSpPr>
        <p:spPr>
          <a:xfrm>
            <a:off x="6326439" y="2764569"/>
            <a:ext cx="5351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28" name="Google Shape;1628;p61"/>
          <p:cNvSpPr txBox="1"/>
          <p:nvPr>
            <p:ph idx="15" type="body"/>
          </p:nvPr>
        </p:nvSpPr>
        <p:spPr>
          <a:xfrm>
            <a:off x="5990681" y="3010186"/>
            <a:ext cx="4011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29" name="Google Shape;1629;p61"/>
          <p:cNvSpPr txBox="1"/>
          <p:nvPr>
            <p:ph idx="16" type="body"/>
          </p:nvPr>
        </p:nvSpPr>
        <p:spPr>
          <a:xfrm>
            <a:off x="6334681" y="3026512"/>
            <a:ext cx="53511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30" name="Google Shape;1630;p61"/>
          <p:cNvSpPr txBox="1"/>
          <p:nvPr>
            <p:ph idx="17" type="body"/>
          </p:nvPr>
        </p:nvSpPr>
        <p:spPr>
          <a:xfrm>
            <a:off x="5990681" y="3301605"/>
            <a:ext cx="401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31" name="Google Shape;1631;p61"/>
          <p:cNvSpPr txBox="1"/>
          <p:nvPr>
            <p:ph idx="18" type="body"/>
          </p:nvPr>
        </p:nvSpPr>
        <p:spPr>
          <a:xfrm>
            <a:off x="6326439" y="3301605"/>
            <a:ext cx="5345400" cy="12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32" name="Google Shape;1632;p61"/>
          <p:cNvSpPr txBox="1"/>
          <p:nvPr>
            <p:ph idx="19" type="body"/>
          </p:nvPr>
        </p:nvSpPr>
        <p:spPr>
          <a:xfrm>
            <a:off x="6006905" y="4639813"/>
            <a:ext cx="4011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33" name="Google Shape;1633;p61"/>
          <p:cNvSpPr txBox="1"/>
          <p:nvPr>
            <p:ph idx="20" type="body"/>
          </p:nvPr>
        </p:nvSpPr>
        <p:spPr>
          <a:xfrm>
            <a:off x="6332140" y="4643280"/>
            <a:ext cx="53454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34" name="Google Shape;1634;p61"/>
          <p:cNvSpPr txBox="1"/>
          <p:nvPr>
            <p:ph idx="21" type="body"/>
          </p:nvPr>
        </p:nvSpPr>
        <p:spPr>
          <a:xfrm>
            <a:off x="6006905" y="5242375"/>
            <a:ext cx="39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35" name="Google Shape;1635;p61"/>
          <p:cNvSpPr txBox="1"/>
          <p:nvPr>
            <p:ph idx="22" type="body"/>
          </p:nvPr>
        </p:nvSpPr>
        <p:spPr>
          <a:xfrm>
            <a:off x="6332140" y="5245112"/>
            <a:ext cx="534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36" name="Google Shape;1636;p61"/>
          <p:cNvSpPr txBox="1"/>
          <p:nvPr>
            <p:ph idx="23" type="body"/>
          </p:nvPr>
        </p:nvSpPr>
        <p:spPr>
          <a:xfrm>
            <a:off x="6006906" y="5696408"/>
            <a:ext cx="396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37" name="Google Shape;1637;p61"/>
          <p:cNvSpPr txBox="1"/>
          <p:nvPr>
            <p:ph idx="24" type="body"/>
          </p:nvPr>
        </p:nvSpPr>
        <p:spPr>
          <a:xfrm>
            <a:off x="6334682" y="5684662"/>
            <a:ext cx="5345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38" name="Google Shape;1638;p61"/>
          <p:cNvSpPr txBox="1"/>
          <p:nvPr>
            <p:ph idx="25" type="body"/>
          </p:nvPr>
        </p:nvSpPr>
        <p:spPr>
          <a:xfrm>
            <a:off x="6006905" y="5958354"/>
            <a:ext cx="3963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39" name="Google Shape;1639;p61"/>
          <p:cNvSpPr txBox="1"/>
          <p:nvPr>
            <p:ph idx="26" type="body"/>
          </p:nvPr>
        </p:nvSpPr>
        <p:spPr>
          <a:xfrm>
            <a:off x="6326438" y="5963151"/>
            <a:ext cx="53535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40" name="Google Shape;1640;p61"/>
          <p:cNvSpPr txBox="1"/>
          <p:nvPr>
            <p:ph idx="27" type="body"/>
          </p:nvPr>
        </p:nvSpPr>
        <p:spPr>
          <a:xfrm>
            <a:off x="6006906" y="6206961"/>
            <a:ext cx="3963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41" name="Google Shape;1641;p61"/>
          <p:cNvSpPr txBox="1"/>
          <p:nvPr>
            <p:ph idx="28" type="body"/>
          </p:nvPr>
        </p:nvSpPr>
        <p:spPr>
          <a:xfrm>
            <a:off x="6326439" y="6243722"/>
            <a:ext cx="53454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42" name="Google Shape;1642;p61"/>
          <p:cNvSpPr txBox="1"/>
          <p:nvPr>
            <p:ph idx="29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Europe expansion">
  <p:cSld name="Template Europe expansion"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62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645" name="Google Shape;1645;p62"/>
          <p:cNvSpPr txBox="1"/>
          <p:nvPr>
            <p:ph idx="1" type="body"/>
          </p:nvPr>
        </p:nvSpPr>
        <p:spPr>
          <a:xfrm>
            <a:off x="589604" y="1762716"/>
            <a:ext cx="55620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46" name="Google Shape;1646;p62"/>
          <p:cNvSpPr txBox="1"/>
          <p:nvPr>
            <p:ph idx="2" type="body"/>
          </p:nvPr>
        </p:nvSpPr>
        <p:spPr>
          <a:xfrm>
            <a:off x="589604" y="2567164"/>
            <a:ext cx="55620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47" name="Google Shape;1647;p62"/>
          <p:cNvSpPr txBox="1"/>
          <p:nvPr>
            <p:ph idx="3" type="body"/>
          </p:nvPr>
        </p:nvSpPr>
        <p:spPr>
          <a:xfrm>
            <a:off x="589604" y="4122514"/>
            <a:ext cx="5341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48" name="Google Shape;1648;p62"/>
          <p:cNvSpPr txBox="1"/>
          <p:nvPr>
            <p:ph idx="4" type="body"/>
          </p:nvPr>
        </p:nvSpPr>
        <p:spPr>
          <a:xfrm>
            <a:off x="583742" y="3787053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49" name="Google Shape;1649;p62"/>
          <p:cNvSpPr txBox="1"/>
          <p:nvPr>
            <p:ph idx="5" type="body"/>
          </p:nvPr>
        </p:nvSpPr>
        <p:spPr>
          <a:xfrm>
            <a:off x="589604" y="4948633"/>
            <a:ext cx="5341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50" name="Google Shape;1650;p62"/>
          <p:cNvSpPr txBox="1"/>
          <p:nvPr>
            <p:ph idx="6" type="body"/>
          </p:nvPr>
        </p:nvSpPr>
        <p:spPr>
          <a:xfrm>
            <a:off x="589604" y="4617910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51" name="Google Shape;1651;p62"/>
          <p:cNvSpPr txBox="1"/>
          <p:nvPr>
            <p:ph idx="7" type="body"/>
          </p:nvPr>
        </p:nvSpPr>
        <p:spPr>
          <a:xfrm>
            <a:off x="589604" y="5774752"/>
            <a:ext cx="5341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52" name="Google Shape;1652;p62"/>
          <p:cNvSpPr txBox="1"/>
          <p:nvPr>
            <p:ph idx="8" type="body"/>
          </p:nvPr>
        </p:nvSpPr>
        <p:spPr>
          <a:xfrm>
            <a:off x="589604" y="5444745"/>
            <a:ext cx="344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1653" name="Google Shape;1653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94442" y="1704285"/>
            <a:ext cx="5439577" cy="4413430"/>
          </a:xfrm>
          <a:custGeom>
            <a:rect b="b" l="l" r="r" t="t"/>
            <a:pathLst>
              <a:path extrusionOk="0" h="3209767" w="3956056">
                <a:moveTo>
                  <a:pt x="268" y="319"/>
                </a:moveTo>
                <a:lnTo>
                  <a:pt x="3956325" y="319"/>
                </a:lnTo>
                <a:lnTo>
                  <a:pt x="3956325" y="3210087"/>
                </a:lnTo>
                <a:lnTo>
                  <a:pt x="268" y="321008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654" name="Google Shape;1654;p62"/>
          <p:cNvSpPr txBox="1"/>
          <p:nvPr>
            <p:ph idx="9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gallery">
  <p:cSld name="icon gallery"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63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657" name="Google Shape;1657;p63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gallery2">
  <p:cSld name="icon gallery2"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64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660" name="Google Shape;1660;p64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s gallery">
  <p:cSld name="maps gallery"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65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663" name="Google Shape;1663;p65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Gallery">
  <p:cSld name="Chart Gallery"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66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666" name="Google Shape;1666;p66"/>
          <p:cNvSpPr txBox="1"/>
          <p:nvPr/>
        </p:nvSpPr>
        <p:spPr>
          <a:xfrm>
            <a:off x="8863955" y="5478857"/>
            <a:ext cx="227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950">
                <a:solidFill>
                  <a:srgbClr val="A4A7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667" name="Google Shape;1667;p66"/>
          <p:cNvSpPr txBox="1"/>
          <p:nvPr>
            <p:ph idx="1" type="body"/>
          </p:nvPr>
        </p:nvSpPr>
        <p:spPr>
          <a:xfrm>
            <a:off x="6375438" y="5594119"/>
            <a:ext cx="33015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A5A5A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68" name="Google Shape;1668;p66"/>
          <p:cNvSpPr txBox="1"/>
          <p:nvPr>
            <p:ph idx="2" type="body"/>
          </p:nvPr>
        </p:nvSpPr>
        <p:spPr>
          <a:xfrm>
            <a:off x="737901" y="5749429"/>
            <a:ext cx="3301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A5A5A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69" name="Google Shape;1669;p66"/>
          <p:cNvSpPr txBox="1"/>
          <p:nvPr>
            <p:ph idx="3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gallery 2">
  <p:cSld name="chart gallery 2"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67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672" name="Google Shape;1672;p67"/>
          <p:cNvSpPr txBox="1"/>
          <p:nvPr>
            <p:ph idx="1" type="body"/>
          </p:nvPr>
        </p:nvSpPr>
        <p:spPr>
          <a:xfrm>
            <a:off x="691681" y="5701922"/>
            <a:ext cx="3301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73" name="Google Shape;1673;p67"/>
          <p:cNvSpPr txBox="1"/>
          <p:nvPr>
            <p:ph idx="2" type="body"/>
          </p:nvPr>
        </p:nvSpPr>
        <p:spPr>
          <a:xfrm>
            <a:off x="8832692" y="5641323"/>
            <a:ext cx="28920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74" name="Google Shape;1674;p67"/>
          <p:cNvSpPr txBox="1"/>
          <p:nvPr>
            <p:ph idx="3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-1534859"/>
            <a:ext cx="12222767" cy="9170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68"/>
          <p:cNvSpPr txBox="1"/>
          <p:nvPr>
            <p:ph idx="1" type="body"/>
          </p:nvPr>
        </p:nvSpPr>
        <p:spPr>
          <a:xfrm>
            <a:off x="3823710" y="2892513"/>
            <a:ext cx="4394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78" name="Google Shape;1678;p68"/>
          <p:cNvSpPr txBox="1"/>
          <p:nvPr>
            <p:ph idx="2" type="body"/>
          </p:nvPr>
        </p:nvSpPr>
        <p:spPr>
          <a:xfrm>
            <a:off x="3823710" y="4006935"/>
            <a:ext cx="4926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grpSp>
        <p:nvGrpSpPr>
          <p:cNvPr id="1679" name="Google Shape;1679;p68"/>
          <p:cNvGrpSpPr/>
          <p:nvPr/>
        </p:nvGrpSpPr>
        <p:grpSpPr>
          <a:xfrm>
            <a:off x="5408202" y="441506"/>
            <a:ext cx="1375661" cy="319042"/>
            <a:chOff x="698472" y="661632"/>
            <a:chExt cx="1294862" cy="300303"/>
          </a:xfrm>
        </p:grpSpPr>
        <p:sp>
          <p:nvSpPr>
            <p:cNvPr id="1680" name="Google Shape;1680;p68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81" name="Google Shape;1681;p68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82" name="Google Shape;1682;p68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83" name="Google Shape;1683;p68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84" name="Google Shape;1684;p68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85" name="Google Shape;1685;p68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1686" name="Google Shape;16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675" y="2709738"/>
            <a:ext cx="1095350" cy="1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8" name="Google Shape;1688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-606091"/>
            <a:ext cx="12192000" cy="91476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9" name="Google Shape;1689;p69"/>
          <p:cNvGrpSpPr/>
          <p:nvPr/>
        </p:nvGrpSpPr>
        <p:grpSpPr>
          <a:xfrm>
            <a:off x="5408202" y="441506"/>
            <a:ext cx="1375661" cy="319042"/>
            <a:chOff x="698472" y="661632"/>
            <a:chExt cx="1294862" cy="300303"/>
          </a:xfrm>
        </p:grpSpPr>
        <p:sp>
          <p:nvSpPr>
            <p:cNvPr id="1690" name="Google Shape;1690;p69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91" name="Google Shape;1691;p69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92" name="Google Shape;1692;p69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93" name="Google Shape;1693;p69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94" name="Google Shape;1694;p69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95" name="Google Shape;1695;p69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696" name="Google Shape;1696;p69"/>
          <p:cNvSpPr txBox="1"/>
          <p:nvPr>
            <p:ph idx="1" type="body"/>
          </p:nvPr>
        </p:nvSpPr>
        <p:spPr>
          <a:xfrm>
            <a:off x="3823710" y="2890260"/>
            <a:ext cx="4394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97" name="Google Shape;1697;p69"/>
          <p:cNvSpPr txBox="1"/>
          <p:nvPr>
            <p:ph idx="2" type="body"/>
          </p:nvPr>
        </p:nvSpPr>
        <p:spPr>
          <a:xfrm>
            <a:off x="3823710" y="4004682"/>
            <a:ext cx="4926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1698" name="Google Shape;169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675" y="2709738"/>
            <a:ext cx="1095350" cy="1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Custom Layout">
  <p:cSld name="29_Custom Layout"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0" name="Google Shape;1700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-1583907"/>
            <a:ext cx="12192000" cy="91476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1" name="Google Shape;1701;p70"/>
          <p:cNvGrpSpPr/>
          <p:nvPr/>
        </p:nvGrpSpPr>
        <p:grpSpPr>
          <a:xfrm>
            <a:off x="5408202" y="441506"/>
            <a:ext cx="1375661" cy="319042"/>
            <a:chOff x="698472" y="661632"/>
            <a:chExt cx="1294862" cy="300303"/>
          </a:xfrm>
        </p:grpSpPr>
        <p:sp>
          <p:nvSpPr>
            <p:cNvPr id="1702" name="Google Shape;1702;p70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03" name="Google Shape;1703;p70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04" name="Google Shape;1704;p70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05" name="Google Shape;1705;p70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06" name="Google Shape;1706;p70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07" name="Google Shape;1707;p70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708" name="Google Shape;1708;p70"/>
          <p:cNvSpPr txBox="1"/>
          <p:nvPr>
            <p:ph idx="1" type="body"/>
          </p:nvPr>
        </p:nvSpPr>
        <p:spPr>
          <a:xfrm>
            <a:off x="3799499" y="2957252"/>
            <a:ext cx="4394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09" name="Google Shape;1709;p70"/>
          <p:cNvSpPr txBox="1"/>
          <p:nvPr>
            <p:ph idx="2" type="body"/>
          </p:nvPr>
        </p:nvSpPr>
        <p:spPr>
          <a:xfrm>
            <a:off x="3799499" y="4006359"/>
            <a:ext cx="4926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1710" name="Google Shape;171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675" y="2709738"/>
            <a:ext cx="1095350" cy="1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Gallery 1">
  <p:cSld name="Chart Gallery_1"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71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713" name="Google Shape;1713;p71"/>
          <p:cNvSpPr txBox="1"/>
          <p:nvPr/>
        </p:nvSpPr>
        <p:spPr>
          <a:xfrm>
            <a:off x="8863955" y="5478857"/>
            <a:ext cx="227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ID" sz="1950" u="none" cap="none" strike="noStrike">
                <a:solidFill>
                  <a:srgbClr val="A4A7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71"/>
          <p:cNvSpPr txBox="1"/>
          <p:nvPr>
            <p:ph idx="1" type="body"/>
          </p:nvPr>
        </p:nvSpPr>
        <p:spPr>
          <a:xfrm>
            <a:off x="6375438" y="5594119"/>
            <a:ext cx="33015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A5A5A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15" name="Google Shape;1715;p71"/>
          <p:cNvSpPr txBox="1"/>
          <p:nvPr>
            <p:ph idx="2" type="body"/>
          </p:nvPr>
        </p:nvSpPr>
        <p:spPr>
          <a:xfrm>
            <a:off x="737901" y="5749429"/>
            <a:ext cx="3301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A5A5A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16" name="Google Shape;1716;p71"/>
          <p:cNvSpPr txBox="1"/>
          <p:nvPr>
            <p:ph idx="3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3 column 1">
  <p:cSld name="Template 3 column_1"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72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719" name="Google Shape;1719;p72"/>
          <p:cNvSpPr txBox="1"/>
          <p:nvPr>
            <p:ph idx="1" type="body"/>
          </p:nvPr>
        </p:nvSpPr>
        <p:spPr>
          <a:xfrm>
            <a:off x="595150" y="1846775"/>
            <a:ext cx="72423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0" name="Google Shape;1720;p72"/>
          <p:cNvSpPr txBox="1"/>
          <p:nvPr>
            <p:ph idx="2" type="body"/>
          </p:nvPr>
        </p:nvSpPr>
        <p:spPr>
          <a:xfrm>
            <a:off x="595151" y="2425129"/>
            <a:ext cx="6158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1" name="Google Shape;1721;p72"/>
          <p:cNvSpPr txBox="1"/>
          <p:nvPr>
            <p:ph idx="3" type="body"/>
          </p:nvPr>
        </p:nvSpPr>
        <p:spPr>
          <a:xfrm>
            <a:off x="595151" y="5621909"/>
            <a:ext cx="3519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2" name="Google Shape;1722;p72"/>
          <p:cNvSpPr txBox="1"/>
          <p:nvPr>
            <p:ph idx="4" type="body"/>
          </p:nvPr>
        </p:nvSpPr>
        <p:spPr>
          <a:xfrm>
            <a:off x="598220" y="5277934"/>
            <a:ext cx="35166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3" name="Google Shape;1723;p72"/>
          <p:cNvSpPr txBox="1"/>
          <p:nvPr>
            <p:ph idx="5" type="body"/>
          </p:nvPr>
        </p:nvSpPr>
        <p:spPr>
          <a:xfrm>
            <a:off x="4317914" y="5621909"/>
            <a:ext cx="3519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4" name="Google Shape;1724;p72"/>
          <p:cNvSpPr txBox="1"/>
          <p:nvPr>
            <p:ph idx="6" type="body"/>
          </p:nvPr>
        </p:nvSpPr>
        <p:spPr>
          <a:xfrm>
            <a:off x="4320983" y="5276665"/>
            <a:ext cx="35166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5" name="Google Shape;1725;p72"/>
          <p:cNvSpPr txBox="1"/>
          <p:nvPr>
            <p:ph idx="7" type="body"/>
          </p:nvPr>
        </p:nvSpPr>
        <p:spPr>
          <a:xfrm>
            <a:off x="8043746" y="5628075"/>
            <a:ext cx="3519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6" name="Google Shape;1726;p72"/>
          <p:cNvSpPr txBox="1"/>
          <p:nvPr>
            <p:ph idx="8" type="body"/>
          </p:nvPr>
        </p:nvSpPr>
        <p:spPr>
          <a:xfrm>
            <a:off x="8043746" y="5276665"/>
            <a:ext cx="35166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7" name="Google Shape;1727;p72"/>
          <p:cNvSpPr txBox="1"/>
          <p:nvPr>
            <p:ph idx="9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3 references 1">
  <p:cSld name="Template 3 references_1"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73"/>
          <p:cNvSpPr txBox="1"/>
          <p:nvPr>
            <p:ph idx="1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30" name="Google Shape;1730;p73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731" name="Google Shape;1731;p73"/>
          <p:cNvSpPr txBox="1"/>
          <p:nvPr>
            <p:ph idx="2" type="body"/>
          </p:nvPr>
        </p:nvSpPr>
        <p:spPr>
          <a:xfrm>
            <a:off x="593311" y="1495125"/>
            <a:ext cx="10886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32" name="Google Shape;1732;p73"/>
          <p:cNvSpPr txBox="1"/>
          <p:nvPr>
            <p:ph idx="3" type="body"/>
          </p:nvPr>
        </p:nvSpPr>
        <p:spPr>
          <a:xfrm>
            <a:off x="593332" y="1935338"/>
            <a:ext cx="4518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33" name="Google Shape;1733;p73"/>
          <p:cNvSpPr txBox="1"/>
          <p:nvPr>
            <p:ph idx="4" type="body"/>
          </p:nvPr>
        </p:nvSpPr>
        <p:spPr>
          <a:xfrm>
            <a:off x="593332" y="4261368"/>
            <a:ext cx="34452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34" name="Google Shape;1734;p73"/>
          <p:cNvSpPr txBox="1"/>
          <p:nvPr>
            <p:ph idx="5" type="body"/>
          </p:nvPr>
        </p:nvSpPr>
        <p:spPr>
          <a:xfrm>
            <a:off x="593332" y="3527855"/>
            <a:ext cx="34452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35" name="Google Shape;1735;p73"/>
          <p:cNvSpPr txBox="1"/>
          <p:nvPr>
            <p:ph idx="6" type="body"/>
          </p:nvPr>
        </p:nvSpPr>
        <p:spPr>
          <a:xfrm>
            <a:off x="4283374" y="4261368"/>
            <a:ext cx="34452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36" name="Google Shape;1736;p73"/>
          <p:cNvSpPr txBox="1"/>
          <p:nvPr>
            <p:ph idx="7" type="body"/>
          </p:nvPr>
        </p:nvSpPr>
        <p:spPr>
          <a:xfrm>
            <a:off x="4283374" y="3527855"/>
            <a:ext cx="34452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37" name="Google Shape;1737;p73"/>
          <p:cNvSpPr txBox="1"/>
          <p:nvPr>
            <p:ph idx="8" type="body"/>
          </p:nvPr>
        </p:nvSpPr>
        <p:spPr>
          <a:xfrm>
            <a:off x="8034132" y="4261368"/>
            <a:ext cx="34452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062D4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38" name="Google Shape;1738;p73"/>
          <p:cNvSpPr txBox="1"/>
          <p:nvPr>
            <p:ph idx="9" type="body"/>
          </p:nvPr>
        </p:nvSpPr>
        <p:spPr>
          <a:xfrm>
            <a:off x="8034132" y="3527855"/>
            <a:ext cx="34452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39" name="Google Shape;1739;p73"/>
          <p:cNvSpPr txBox="1"/>
          <p:nvPr>
            <p:ph idx="13" type="body"/>
          </p:nvPr>
        </p:nvSpPr>
        <p:spPr>
          <a:xfrm>
            <a:off x="593332" y="6138835"/>
            <a:ext cx="16512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40" name="Google Shape;1740;p73"/>
          <p:cNvSpPr txBox="1"/>
          <p:nvPr>
            <p:ph idx="14" type="body"/>
          </p:nvPr>
        </p:nvSpPr>
        <p:spPr>
          <a:xfrm>
            <a:off x="4283374" y="6137311"/>
            <a:ext cx="16512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41" name="Google Shape;1741;p73"/>
          <p:cNvSpPr txBox="1"/>
          <p:nvPr>
            <p:ph idx="15" type="body"/>
          </p:nvPr>
        </p:nvSpPr>
        <p:spPr>
          <a:xfrm>
            <a:off x="8034131" y="6137312"/>
            <a:ext cx="16512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gallery 2 3">
  <p:cSld name="chart gallery 2_3"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74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>
              <a:spcBef>
                <a:spcPts val="0"/>
              </a:spcBef>
              <a:buNone/>
              <a:defRPr/>
            </a:lvl1pPr>
            <a:lvl2pPr indent="0" lvl="1" marL="0">
              <a:spcBef>
                <a:spcPts val="0"/>
              </a:spcBef>
              <a:buNone/>
              <a:defRPr/>
            </a:lvl2pPr>
            <a:lvl3pPr indent="0" lvl="2" marL="0">
              <a:spcBef>
                <a:spcPts val="0"/>
              </a:spcBef>
              <a:buNone/>
              <a:defRPr/>
            </a:lvl3pPr>
            <a:lvl4pPr indent="0" lvl="3" marL="0">
              <a:spcBef>
                <a:spcPts val="0"/>
              </a:spcBef>
              <a:buNone/>
              <a:defRPr/>
            </a:lvl4pPr>
            <a:lvl5pPr indent="0" lvl="4" marL="0">
              <a:spcBef>
                <a:spcPts val="0"/>
              </a:spcBef>
              <a:buNone/>
              <a:defRPr/>
            </a:lvl5pPr>
            <a:lvl6pPr indent="0" lvl="5" marL="0">
              <a:spcBef>
                <a:spcPts val="0"/>
              </a:spcBef>
              <a:buNone/>
              <a:defRPr/>
            </a:lvl6pPr>
            <a:lvl7pPr indent="0" lvl="6" marL="0">
              <a:spcBef>
                <a:spcPts val="0"/>
              </a:spcBef>
              <a:buNone/>
              <a:defRPr/>
            </a:lvl7pPr>
            <a:lvl8pPr indent="0" lvl="7" marL="0">
              <a:spcBef>
                <a:spcPts val="0"/>
              </a:spcBef>
              <a:buNone/>
              <a:defRPr/>
            </a:lvl8pPr>
            <a:lvl9pPr indent="0" lvl="8" marL="0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744" name="Google Shape;1744;p74"/>
          <p:cNvSpPr txBox="1"/>
          <p:nvPr>
            <p:ph idx="1" type="body"/>
          </p:nvPr>
        </p:nvSpPr>
        <p:spPr>
          <a:xfrm>
            <a:off x="691681" y="5701922"/>
            <a:ext cx="3301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45" name="Google Shape;1745;p74"/>
          <p:cNvSpPr txBox="1"/>
          <p:nvPr>
            <p:ph idx="2" type="body"/>
          </p:nvPr>
        </p:nvSpPr>
        <p:spPr>
          <a:xfrm>
            <a:off x="8832692" y="5641323"/>
            <a:ext cx="28920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46" name="Google Shape;1746;p74"/>
          <p:cNvSpPr txBox="1"/>
          <p:nvPr>
            <p:ph idx="3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logos 1">
  <p:cSld name="Template logos_1"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75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749" name="Google Shape;1749;p75"/>
          <p:cNvSpPr txBox="1"/>
          <p:nvPr>
            <p:ph idx="1" type="body"/>
          </p:nvPr>
        </p:nvSpPr>
        <p:spPr>
          <a:xfrm>
            <a:off x="584849" y="1893764"/>
            <a:ext cx="6158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50" name="Google Shape;1750;p75"/>
          <p:cNvSpPr txBox="1"/>
          <p:nvPr>
            <p:ph idx="2" type="body"/>
          </p:nvPr>
        </p:nvSpPr>
        <p:spPr>
          <a:xfrm>
            <a:off x="586110" y="2627962"/>
            <a:ext cx="6158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51" name="Google Shape;1751;p75"/>
          <p:cNvSpPr txBox="1"/>
          <p:nvPr>
            <p:ph idx="3" type="body"/>
          </p:nvPr>
        </p:nvSpPr>
        <p:spPr>
          <a:xfrm>
            <a:off x="684049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52" name="Google Shape;1752;p75"/>
          <p:cNvSpPr txBox="1"/>
          <p:nvPr>
            <p:ph idx="4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logos 2">
  <p:cSld name="Template logos_2"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76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755" name="Google Shape;1755;p76"/>
          <p:cNvSpPr txBox="1"/>
          <p:nvPr>
            <p:ph idx="1" type="body"/>
          </p:nvPr>
        </p:nvSpPr>
        <p:spPr>
          <a:xfrm>
            <a:off x="584849" y="1893764"/>
            <a:ext cx="6158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56" name="Google Shape;1756;p76"/>
          <p:cNvSpPr txBox="1"/>
          <p:nvPr>
            <p:ph idx="2" type="body"/>
          </p:nvPr>
        </p:nvSpPr>
        <p:spPr>
          <a:xfrm>
            <a:off x="586110" y="2627962"/>
            <a:ext cx="6158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57" name="Google Shape;1757;p76"/>
          <p:cNvSpPr txBox="1"/>
          <p:nvPr>
            <p:ph idx="3" type="body"/>
          </p:nvPr>
        </p:nvSpPr>
        <p:spPr>
          <a:xfrm>
            <a:off x="684049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58" name="Google Shape;1758;p76"/>
          <p:cNvSpPr txBox="1"/>
          <p:nvPr>
            <p:ph idx="4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logos 3">
  <p:cSld name="Template logos_3"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77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r>
              <a:rPr lang="en-ID"/>
              <a:t>//</a:t>
            </a:r>
            <a:endParaRPr/>
          </a:p>
        </p:txBody>
      </p:sp>
      <p:sp>
        <p:nvSpPr>
          <p:cNvPr id="1761" name="Google Shape;1761;p77"/>
          <p:cNvSpPr txBox="1"/>
          <p:nvPr>
            <p:ph idx="1" type="body"/>
          </p:nvPr>
        </p:nvSpPr>
        <p:spPr>
          <a:xfrm>
            <a:off x="584849" y="1893764"/>
            <a:ext cx="61581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62" name="Google Shape;1762;p77"/>
          <p:cNvSpPr txBox="1"/>
          <p:nvPr>
            <p:ph idx="2" type="body"/>
          </p:nvPr>
        </p:nvSpPr>
        <p:spPr>
          <a:xfrm>
            <a:off x="586110" y="2627962"/>
            <a:ext cx="6158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  <a:defRPr b="0" i="0" sz="21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63" name="Google Shape;1763;p77"/>
          <p:cNvSpPr txBox="1"/>
          <p:nvPr>
            <p:ph idx="3" type="body"/>
          </p:nvPr>
        </p:nvSpPr>
        <p:spPr>
          <a:xfrm>
            <a:off x="684049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64" name="Google Shape;1764;p77"/>
          <p:cNvSpPr txBox="1"/>
          <p:nvPr>
            <p:ph idx="4" type="body"/>
          </p:nvPr>
        </p:nvSpPr>
        <p:spPr>
          <a:xfrm>
            <a:off x="636724" y="743025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FFF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6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7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767" name="Google Shape;1767;p7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768" name="Google Shape;1768;p7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">
  <p:cSld name="Slide 1"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80"/>
          <p:cNvSpPr txBox="1"/>
          <p:nvPr>
            <p:ph idx="10" type="dt"/>
          </p:nvPr>
        </p:nvSpPr>
        <p:spPr>
          <a:xfrm>
            <a:off x="304800" y="4237567"/>
            <a:ext cx="1422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75" spcFirstLastPara="1" rIns="60975" wrap="square" tIns="304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9pPr>
          </a:lstStyle>
          <a:p/>
        </p:txBody>
      </p:sp>
      <p:sp>
        <p:nvSpPr>
          <p:cNvPr id="1772" name="Google Shape;1772;p80"/>
          <p:cNvSpPr txBox="1"/>
          <p:nvPr>
            <p:ph idx="11" type="ftr"/>
          </p:nvPr>
        </p:nvSpPr>
        <p:spPr>
          <a:xfrm>
            <a:off x="2082800" y="4237567"/>
            <a:ext cx="19305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75" spcFirstLastPara="1" rIns="60975" wrap="square" tIns="304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900"/>
            </a:lvl9pPr>
          </a:lstStyle>
          <a:p/>
        </p:txBody>
      </p:sp>
      <p:sp>
        <p:nvSpPr>
          <p:cNvPr id="1773" name="Google Shape;1773;p80"/>
          <p:cNvSpPr txBox="1"/>
          <p:nvPr>
            <p:ph idx="12" type="sldNum"/>
          </p:nvPr>
        </p:nvSpPr>
        <p:spPr>
          <a:xfrm>
            <a:off x="451967" y="759917"/>
            <a:ext cx="4488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75" spcFirstLastPara="1" rIns="60975" wrap="square" tIns="304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100" u="none" cap="none" strike="noStrike">
                <a:solidFill>
                  <a:srgbClr val="37363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">
  <p:cSld name="BLANK_1">
    <p:bg>
      <p:bgPr>
        <a:solidFill>
          <a:srgbClr val="CFD8FF">
            <a:alpha val="25000"/>
          </a:srgbClr>
        </a:solidFill>
      </p:bgPr>
    </p:bg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8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[ </a:t>
            </a:r>
            <a:fld id="{00000000-1234-1234-1234-123412341234}" type="slidenum">
              <a:rPr lang="en-ID"/>
              <a:t>‹#›</a:t>
            </a:fld>
            <a:r>
              <a:rPr lang="en-ID"/>
              <a:t> ]</a:t>
            </a:r>
            <a:endParaRPr/>
          </a:p>
        </p:txBody>
      </p:sp>
      <p:sp>
        <p:nvSpPr>
          <p:cNvPr id="1776" name="Google Shape;1776;p81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777" name="Google Shape;1777;p81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8" name="Google Shape;1778;p81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" type="blank">
  <p:cSld name="BLANK">
    <p:bg>
      <p:bgPr>
        <a:solidFill>
          <a:srgbClr val="CFD8FF">
            <a:alpha val="25000"/>
          </a:srgbClr>
        </a:solidFill>
      </p:bgPr>
    </p:bg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83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[ </a:t>
            </a:r>
            <a:fld id="{00000000-1234-1234-1234-123412341234}" type="slidenum">
              <a:rPr lang="en-ID"/>
              <a:t>‹#›</a:t>
            </a:fld>
            <a:r>
              <a:rPr lang="en-ID"/>
              <a:t> ]</a:t>
            </a:r>
            <a:endParaRPr/>
          </a:p>
        </p:txBody>
      </p:sp>
      <p:sp>
        <p:nvSpPr>
          <p:cNvPr id="1786" name="Google Shape;1786;p83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787" name="Google Shape;1787;p83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8" name="Google Shape;1788;p83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">
  <p:cSld name="BLANK_4">
    <p:bg>
      <p:bgPr>
        <a:solidFill>
          <a:srgbClr val="CFD8FF">
            <a:alpha val="25000"/>
          </a:srgbClr>
        </a:solidFill>
      </p:bgPr>
    </p:bg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84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[ </a:t>
            </a:r>
            <a:fld id="{00000000-1234-1234-1234-123412341234}" type="slidenum">
              <a:rPr lang="en-ID"/>
              <a:t>‹#›</a:t>
            </a:fld>
            <a:r>
              <a:rPr lang="en-ID"/>
              <a:t> ]</a:t>
            </a:r>
            <a:endParaRPr/>
          </a:p>
        </p:txBody>
      </p:sp>
      <p:sp>
        <p:nvSpPr>
          <p:cNvPr id="1791" name="Google Shape;1791;p84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2" name="Google Shape;1792;p84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bg>
      <p:bgPr>
        <a:solidFill>
          <a:schemeClr val="dk1"/>
        </a:solidFill>
      </p:bgPr>
    </p:bg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85">
            <a:hlinkClick r:id="rId2"/>
          </p:cNvPr>
          <p:cNvSpPr txBox="1"/>
          <p:nvPr/>
        </p:nvSpPr>
        <p:spPr>
          <a:xfrm>
            <a:off x="10354674" y="6542424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1795" name="Google Shape;179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1874" y="65820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6" name="Google Shape;1796;p85"/>
          <p:cNvSpPr txBox="1"/>
          <p:nvPr/>
        </p:nvSpPr>
        <p:spPr>
          <a:xfrm>
            <a:off x="173529" y="494682"/>
            <a:ext cx="95001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Empowering Healthcare Data</a:t>
            </a:r>
            <a:endParaRPr sz="8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97" name="Google Shape;1797;p85"/>
          <p:cNvSpPr txBox="1"/>
          <p:nvPr/>
        </p:nvSpPr>
        <p:spPr>
          <a:xfrm>
            <a:off x="256405" y="4452000"/>
            <a:ext cx="75279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4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are the key ally for healthcare organisations</a:t>
            </a:r>
            <a:endParaRPr sz="34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798" name="Google Shape;1798;p85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1799" name="Google Shape;1799;p85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00" name="Google Shape;1800;p85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01" name="Google Shape;1801;p85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02" name="Google Shape;1802;p85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03" name="Google Shape;1803;p85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04" name="Google Shape;1804;p85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er">
  <p:cSld name="BLANK_3_2">
    <p:bg>
      <p:bgPr>
        <a:solidFill>
          <a:schemeClr val="dk1"/>
        </a:solidFill>
      </p:bgPr>
    </p:bg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6" name="Google Shape;1806;p86" title="AbstractData4_Blue.png"/>
          <p:cNvPicPr preferRelativeResize="0"/>
          <p:nvPr/>
        </p:nvPicPr>
        <p:blipFill rotWithShape="1">
          <a:blip r:embed="rId2">
            <a:alphaModFix/>
          </a:blip>
          <a:srcRect b="0" l="0" r="0" t="3241"/>
          <a:stretch/>
        </p:blipFill>
        <p:spPr>
          <a:xfrm>
            <a:off x="4466050" y="2653100"/>
            <a:ext cx="7725950" cy="420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86">
            <a:hlinkClick r:id="rId3"/>
          </p:cNvPr>
          <p:cNvSpPr txBox="1"/>
          <p:nvPr/>
        </p:nvSpPr>
        <p:spPr>
          <a:xfrm>
            <a:off x="10354674" y="6540121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1808" name="Google Shape;1808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1874" y="657972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9" name="Google Shape;1809;p86"/>
          <p:cNvSpPr txBox="1"/>
          <p:nvPr>
            <p:ph type="title"/>
          </p:nvPr>
        </p:nvSpPr>
        <p:spPr>
          <a:xfrm>
            <a:off x="173529" y="505033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0" name="Google Shape;1810;p86"/>
          <p:cNvSpPr txBox="1"/>
          <p:nvPr>
            <p:ph idx="1" type="subTitle"/>
          </p:nvPr>
        </p:nvSpPr>
        <p:spPr>
          <a:xfrm>
            <a:off x="235686" y="4452000"/>
            <a:ext cx="7527900" cy="20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9pPr>
          </a:lstStyle>
          <a:p/>
        </p:txBody>
      </p:sp>
      <p:grpSp>
        <p:nvGrpSpPr>
          <p:cNvPr id="1811" name="Google Shape;1811;p86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1812" name="Google Shape;1812;p86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13" name="Google Shape;1813;p86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14" name="Google Shape;1814;p86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15" name="Google Shape;1815;p86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16" name="Google Shape;1816;p86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17" name="Google Shape;1817;p86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Inner">
  <p:cSld name="BLANK_3_1">
    <p:bg>
      <p:bgPr>
        <a:solidFill>
          <a:schemeClr val="lt1"/>
        </a:solidFill>
      </p:bgPr>
    </p:bg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9" name="Google Shape;1819;p87" title="IOMED_Illustrations_AbstractData2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66175" y="-250009"/>
            <a:ext cx="12419851" cy="6986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0" name="Google Shape;1820;p87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1821" name="Google Shape;1821;p87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22" name="Google Shape;1822;p87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23" name="Google Shape;1823;p87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24" name="Google Shape;1824;p87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25" name="Google Shape;1825;p87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26" name="Google Shape;1826;p87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827" name="Google Shape;1827;p87">
            <a:hlinkClick r:id="rId3"/>
          </p:cNvPr>
          <p:cNvSpPr txBox="1"/>
          <p:nvPr/>
        </p:nvSpPr>
        <p:spPr>
          <a:xfrm>
            <a:off x="10375393" y="6536438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1828" name="Google Shape;1828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82593" y="657603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87"/>
          <p:cNvSpPr txBox="1"/>
          <p:nvPr>
            <p:ph type="title"/>
          </p:nvPr>
        </p:nvSpPr>
        <p:spPr>
          <a:xfrm>
            <a:off x="173529" y="515393"/>
            <a:ext cx="95001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0" name="Google Shape;1830;p87"/>
          <p:cNvSpPr txBox="1"/>
          <p:nvPr>
            <p:ph idx="1" type="subTitle"/>
          </p:nvPr>
        </p:nvSpPr>
        <p:spPr>
          <a:xfrm>
            <a:off x="225326" y="5188950"/>
            <a:ext cx="95001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TA">
  <p:cSld name="BLANK_2">
    <p:bg>
      <p:bgPr>
        <a:solidFill>
          <a:schemeClr val="dk1"/>
        </a:solidFill>
      </p:bgPr>
    </p:bg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" name="Google Shape;1832;p88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2292" y="0"/>
            <a:ext cx="1218706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3" name="Google Shape;1833;p88"/>
          <p:cNvGrpSpPr/>
          <p:nvPr/>
        </p:nvGrpSpPr>
        <p:grpSpPr>
          <a:xfrm>
            <a:off x="5433768" y="6132256"/>
            <a:ext cx="1324118" cy="365743"/>
            <a:chOff x="238675" y="1845875"/>
            <a:chExt cx="7141950" cy="1980200"/>
          </a:xfrm>
        </p:grpSpPr>
        <p:sp>
          <p:nvSpPr>
            <p:cNvPr id="1834" name="Google Shape;1834;p88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835" name="Google Shape;1835;p88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836" name="Google Shape;1836;p88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837" name="Google Shape;1837;p88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838" name="Google Shape;1838;p88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839" name="Google Shape;1839;p88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</p:grpSp>
      <p:sp>
        <p:nvSpPr>
          <p:cNvPr id="1840" name="Google Shape;1840;p88"/>
          <p:cNvSpPr txBox="1"/>
          <p:nvPr/>
        </p:nvSpPr>
        <p:spPr>
          <a:xfrm>
            <a:off x="243480" y="6527857"/>
            <a:ext cx="980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800">
                <a:solidFill>
                  <a:srgbClr val="11F17F"/>
                </a:solidFill>
                <a:latin typeface="IBM Plex Sans"/>
                <a:ea typeface="IBM Plex Sans"/>
                <a:cs typeface="IBM Plex Sans"/>
                <a:sym typeface="IBM Plex Sans"/>
              </a:rPr>
              <a:t>[PUBLIC]</a:t>
            </a:r>
            <a:endParaRPr b="1" sz="800">
              <a:solidFill>
                <a:srgbClr val="11F17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">
  <p:cSld name="BLANK_1">
    <p:bg>
      <p:bgPr>
        <a:solidFill>
          <a:schemeClr val="lt1"/>
        </a:solidFill>
      </p:bgPr>
    </p:bg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89"/>
          <p:cNvSpPr txBox="1"/>
          <p:nvPr>
            <p:ph type="title"/>
          </p:nvPr>
        </p:nvSpPr>
        <p:spPr>
          <a:xfrm>
            <a:off x="232770" y="5099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43" name="Google Shape;1843;p89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88066" y="190563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89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  <p:sp>
        <p:nvSpPr>
          <p:cNvPr id="1845" name="Google Shape;1845;p89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[ </a:t>
            </a:r>
            <a:fld id="{00000000-1234-1234-1234-123412341234}" type="slidenum">
              <a:rPr lang="en-ID"/>
              <a:t>‹#›</a:t>
            </a:fld>
            <a:r>
              <a:rPr lang="en-ID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 Header + White">
  <p:cSld name="BLANK_1_3"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90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48" name="Google Shape;1848;p90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[ </a:t>
            </a:r>
            <a:fld id="{00000000-1234-1234-1234-123412341234}" type="slidenum">
              <a:rPr lang="en-ID"/>
              <a:t>‹#›</a:t>
            </a:fld>
            <a:r>
              <a:rPr lang="en-ID"/>
              <a:t> ]</a:t>
            </a:r>
            <a:endParaRPr/>
          </a:p>
        </p:txBody>
      </p:sp>
      <p:sp>
        <p:nvSpPr>
          <p:cNvPr id="1849" name="Google Shape;1849;p90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50" name="Google Shape;1850;p90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1" name="Google Shape;1851;p90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Header + White">
  <p:cSld name="CUSTOM_2"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91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54" name="Google Shape;1854;p91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1855" name="Google Shape;1855;p9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[ </a:t>
            </a:r>
            <a:fld id="{00000000-1234-1234-1234-123412341234}" type="slidenum">
              <a:rPr lang="en-ID"/>
              <a:t>‹#›</a:t>
            </a:fld>
            <a:r>
              <a:rPr lang="en-ID"/>
              <a:t> ]</a:t>
            </a:r>
            <a:endParaRPr/>
          </a:p>
        </p:txBody>
      </p:sp>
      <p:sp>
        <p:nvSpPr>
          <p:cNvPr id="1856" name="Google Shape;1856;p91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57" name="Google Shape;1857;p91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8" name="Google Shape;1858;p91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">
  <p:cSld name="CUSTOM_2_1">
    <p:bg>
      <p:bgPr>
        <a:solidFill>
          <a:srgbClr val="CFD8FF">
            <a:alpha val="25000"/>
          </a:srgbClr>
        </a:solidFill>
      </p:bgPr>
    </p:bg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92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1861" name="Google Shape;1861;p9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[ </a:t>
            </a:r>
            <a:fld id="{00000000-1234-1234-1234-123412341234}" type="slidenum">
              <a:rPr lang="en-ID"/>
              <a:t>‹#›</a:t>
            </a:fld>
            <a:r>
              <a:rPr lang="en-ID"/>
              <a:t> ]</a:t>
            </a:r>
            <a:endParaRPr/>
          </a:p>
        </p:txBody>
      </p:sp>
      <p:sp>
        <p:nvSpPr>
          <p:cNvPr id="1862" name="Google Shape;1862;p92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63" name="Google Shape;1863;p9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4" name="Google Shape;1864;p92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- Soft Blue Header + White">
  <p:cSld name="CUSTOM_2_1_1"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93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7" name="Google Shape;1867;p93"/>
          <p:cNvSpPr/>
          <p:nvPr>
            <p:ph idx="2" type="pic"/>
          </p:nvPr>
        </p:nvSpPr>
        <p:spPr>
          <a:xfrm>
            <a:off x="360000" y="1611600"/>
            <a:ext cx="11472300" cy="48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868" name="Google Shape;1868;p93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[ </a:t>
            </a:r>
            <a:fld id="{00000000-1234-1234-1234-123412341234}" type="slidenum">
              <a:rPr lang="en-ID"/>
              <a:t>‹#›</a:t>
            </a:fld>
            <a:r>
              <a:rPr lang="en-ID"/>
              <a:t> ]</a:t>
            </a:r>
            <a:endParaRPr/>
          </a:p>
        </p:txBody>
      </p:sp>
      <p:sp>
        <p:nvSpPr>
          <p:cNvPr id="1869" name="Google Shape;1869;p93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70" name="Google Shape;1870;p93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1" name="Google Shape;1871;p93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71">
          <p15:clr>
            <a:srgbClr val="E46962"/>
          </p15:clr>
        </p15:guide>
        <p15:guide id="2" orient="horz" pos="109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38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7.xml"/><Relationship Id="rId42" Type="http://schemas.openxmlformats.org/officeDocument/2006/relationships/slideLayout" Target="../slideLayouts/slideLayout79.xml"/><Relationship Id="rId41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58.xml"/><Relationship Id="rId43" Type="http://schemas.openxmlformats.org/officeDocument/2006/relationships/theme" Target="../theme/theme4.xml"/><Relationship Id="rId24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64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66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48.xml"/><Relationship Id="rId33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47.xml"/><Relationship Id="rId3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50.xml"/><Relationship Id="rId35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49.xml"/><Relationship Id="rId3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52.xml"/><Relationship Id="rId37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51.xml"/><Relationship Id="rId36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54.xml"/><Relationship Id="rId39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53.xml"/><Relationship Id="rId38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5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89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0" lvl="1" marL="0" marR="0" rtl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indent="0" lvl="2" marL="0" marR="0" rtl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indent="0" lvl="3" marL="0" marR="0" rtl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indent="0" lvl="4" marL="0" marR="0" rtl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indent="0" lvl="5" marL="0" marR="0" rtl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indent="0" lvl="6" marL="0" marR="0" rtl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indent="0" lvl="7" marL="0" marR="0" rtl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indent="0" lvl="8" marL="0" marR="0" rtl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grpSp>
        <p:nvGrpSpPr>
          <p:cNvPr id="11" name="Google Shape;11;p1"/>
          <p:cNvGrpSpPr/>
          <p:nvPr/>
        </p:nvGrpSpPr>
        <p:grpSpPr>
          <a:xfrm>
            <a:off x="10198672" y="661632"/>
            <a:ext cx="1294862" cy="300303"/>
            <a:chOff x="698472" y="661632"/>
            <a:chExt cx="1294862" cy="300303"/>
          </a:xfrm>
        </p:grpSpPr>
        <p:sp>
          <p:nvSpPr>
            <p:cNvPr id="12" name="Google Shape;12;p1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8" name="Google Shape;18;p1"/>
          <p:cNvSpPr/>
          <p:nvPr/>
        </p:nvSpPr>
        <p:spPr>
          <a:xfrm>
            <a:off x="698527" y="1183919"/>
            <a:ext cx="10795000" cy="6350"/>
          </a:xfrm>
          <a:custGeom>
            <a:rect b="b" l="l" r="r" t="t"/>
            <a:pathLst>
              <a:path extrusionOk="0" h="6350" w="10795000">
                <a:moveTo>
                  <a:pt x="0" y="0"/>
                </a:moveTo>
                <a:lnTo>
                  <a:pt x="10795000" y="0"/>
                </a:lnTo>
              </a:path>
            </a:pathLst>
          </a:custGeom>
          <a:noFill/>
          <a:ln cap="flat" cmpd="sng" w="12700">
            <a:solidFill>
              <a:srgbClr val="226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9"/>
          <p:cNvSpPr txBox="1"/>
          <p:nvPr>
            <p:ph idx="12" type="sldNum"/>
          </p:nvPr>
        </p:nvSpPr>
        <p:spPr>
          <a:xfrm>
            <a:off x="636727" y="4197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0" lvl="1" marL="0" marR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indent="0" lvl="2" marL="0" marR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indent="0" lvl="3" marL="0" marR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indent="0" lvl="4" marL="0" marR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indent="0" lvl="5" marL="0" marR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indent="0" lvl="6" marL="0" marR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indent="0" lvl="7" marL="0" marR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indent="0" lvl="8" marL="0" marR="0">
              <a:spcBef>
                <a:spcPts val="0"/>
              </a:spcBef>
              <a:buNone/>
              <a:defRPr b="0" i="0" sz="1200" u="none" cap="none" strike="noStrike">
                <a:solidFill>
                  <a:srgbClr val="CFDD5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grpSp>
        <p:nvGrpSpPr>
          <p:cNvPr id="879" name="Google Shape;879;p39"/>
          <p:cNvGrpSpPr/>
          <p:nvPr/>
        </p:nvGrpSpPr>
        <p:grpSpPr>
          <a:xfrm>
            <a:off x="10198672" y="661632"/>
            <a:ext cx="1294862" cy="300303"/>
            <a:chOff x="698472" y="661632"/>
            <a:chExt cx="1294862" cy="300303"/>
          </a:xfrm>
        </p:grpSpPr>
        <p:sp>
          <p:nvSpPr>
            <p:cNvPr id="880" name="Google Shape;880;p39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81" name="Google Shape;881;p39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82" name="Google Shape;882;p39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83" name="Google Shape;883;p39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84" name="Google Shape;884;p39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85" name="Google Shape;885;p39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rgbClr val="226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886" name="Google Shape;886;p39"/>
          <p:cNvSpPr/>
          <p:nvPr/>
        </p:nvSpPr>
        <p:spPr>
          <a:xfrm>
            <a:off x="698527" y="1183919"/>
            <a:ext cx="10795000" cy="6350"/>
          </a:xfrm>
          <a:custGeom>
            <a:rect b="b" l="l" r="r" t="t"/>
            <a:pathLst>
              <a:path extrusionOk="0" h="6350" w="10795000">
                <a:moveTo>
                  <a:pt x="0" y="0"/>
                </a:moveTo>
                <a:lnTo>
                  <a:pt x="10795000" y="0"/>
                </a:lnTo>
              </a:path>
            </a:pathLst>
          </a:custGeom>
          <a:noFill/>
          <a:ln cap="flat" cmpd="sng" w="12700">
            <a:solidFill>
              <a:srgbClr val="226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  <p:sldLayoutId id="2147483713" r:id="rId29"/>
    <p:sldLayoutId id="2147483714" r:id="rId30"/>
    <p:sldLayoutId id="2147483715" r:id="rId31"/>
    <p:sldLayoutId id="2147483716" r:id="rId32"/>
    <p:sldLayoutId id="2147483717" r:id="rId33"/>
    <p:sldLayoutId id="2147483718" r:id="rId34"/>
    <p:sldLayoutId id="2147483719" r:id="rId35"/>
    <p:sldLayoutId id="2147483720" r:id="rId36"/>
    <p:sldLayoutId id="2147483721" r:id="rId37"/>
    <p:sldLayoutId id="2147483722" r:id="rId38"/>
    <p:sldLayoutId id="2147483723" r:id="rId39"/>
    <p:sldLayoutId id="2147483724" r:id="rId40"/>
    <p:sldLayoutId id="2147483725" r:id="rId41"/>
    <p:sldLayoutId id="2147483726" r:id="rId4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82"/>
          <p:cNvSpPr txBox="1"/>
          <p:nvPr>
            <p:ph type="title"/>
          </p:nvPr>
        </p:nvSpPr>
        <p:spPr>
          <a:xfrm>
            <a:off x="829025" y="1710975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781" name="Google Shape;1781;p82"/>
          <p:cNvSpPr txBox="1"/>
          <p:nvPr>
            <p:ph idx="1" type="body"/>
          </p:nvPr>
        </p:nvSpPr>
        <p:spPr>
          <a:xfrm>
            <a:off x="8643050" y="1658050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782" name="Google Shape;1782;p8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[ </a:t>
            </a:r>
            <a:fld id="{00000000-1234-1234-1234-123412341234}" type="slidenum">
              <a:rPr lang="en-ID"/>
              <a:t>‹#›</a:t>
            </a:fld>
            <a:r>
              <a:rPr lang="en-ID"/>
              <a:t> ]</a:t>
            </a:r>
            <a:endParaRPr/>
          </a:p>
        </p:txBody>
      </p:sp>
      <p:sp>
        <p:nvSpPr>
          <p:cNvPr id="1783" name="Google Shape;1783;p82"/>
          <p:cNvSpPr txBox="1"/>
          <p:nvPr/>
        </p:nvSpPr>
        <p:spPr>
          <a:xfrm>
            <a:off x="243480" y="6527857"/>
            <a:ext cx="980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800">
                <a:solidFill>
                  <a:srgbClr val="11F17F"/>
                </a:solidFill>
                <a:latin typeface="IBM Plex Sans"/>
                <a:ea typeface="IBM Plex Sans"/>
                <a:cs typeface="IBM Plex Sans"/>
                <a:sym typeface="IBM Plex Sans"/>
              </a:rPr>
              <a:t>[PUBLIC]</a:t>
            </a:r>
            <a:endParaRPr b="1" sz="800">
              <a:solidFill>
                <a:srgbClr val="11F17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chemeClr val="accent2"/>
          </p15:clr>
        </p15:guide>
        <p15:guide id="2" pos="7453">
          <p15:clr>
            <a:schemeClr val="accent2"/>
          </p15:clr>
        </p15:guide>
        <p15:guide id="3" orient="horz" pos="227">
          <p15:clr>
            <a:schemeClr val="accent2"/>
          </p15:clr>
        </p15:guide>
        <p15:guide id="4" pos="1242">
          <p15:clr>
            <a:srgbClr val="9900FF"/>
          </p15:clr>
        </p15:guide>
        <p15:guide id="5" pos="1469">
          <p15:clr>
            <a:srgbClr val="9900FF"/>
          </p15:clr>
        </p15:guide>
        <p15:guide id="6" pos="2484">
          <p15:clr>
            <a:srgbClr val="9900FF"/>
          </p15:clr>
        </p15:guide>
        <p15:guide id="7" pos="2711">
          <p15:clr>
            <a:srgbClr val="9900FF"/>
          </p15:clr>
        </p15:guide>
        <p15:guide id="8" pos="3727">
          <p15:clr>
            <a:srgbClr val="9900FF"/>
          </p15:clr>
        </p15:guide>
        <p15:guide id="9" pos="3953">
          <p15:clr>
            <a:srgbClr val="9900FF"/>
          </p15:clr>
        </p15:guide>
        <p15:guide id="10" pos="4969">
          <p15:clr>
            <a:srgbClr val="9900FF"/>
          </p15:clr>
        </p15:guide>
        <p15:guide id="11" pos="5196">
          <p15:clr>
            <a:srgbClr val="9900FF"/>
          </p15:clr>
        </p15:guide>
        <p15:guide id="12" pos="6211">
          <p15:clr>
            <a:srgbClr val="9900FF"/>
          </p15:clr>
        </p15:guide>
        <p15:guide id="13" pos="6438">
          <p15:clr>
            <a:srgbClr val="9900FF"/>
          </p15:clr>
        </p15:guide>
        <p15:guide id="14" pos="3840">
          <p15:clr>
            <a:srgbClr val="00FF00"/>
          </p15:clr>
        </p15:guide>
        <p15:guide id="15" orient="horz" pos="420">
          <p15:clr>
            <a:srgbClr val="E46962"/>
          </p15:clr>
        </p15:guide>
        <p15:guide id="16" orient="horz" pos="4093">
          <p15:clr>
            <a:schemeClr val="accent2"/>
          </p15:clr>
        </p15:guide>
        <p15:guide id="17" orient="horz" pos="417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hdsi.github.io/CommonDataModel/cdm54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94"/>
          <p:cNvSpPr txBox="1"/>
          <p:nvPr>
            <p:ph idx="1" type="body"/>
          </p:nvPr>
        </p:nvSpPr>
        <p:spPr>
          <a:xfrm>
            <a:off x="3993529" y="3994334"/>
            <a:ext cx="41307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</a:pPr>
            <a:r>
              <a:rPr lang="en-ID"/>
              <a:t>We are the key ally for healthcare organisations to build data-driven healthcare ecosystem.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95"/>
          <p:cNvSpPr txBox="1"/>
          <p:nvPr>
            <p:ph idx="1" type="body"/>
          </p:nvPr>
        </p:nvSpPr>
        <p:spPr>
          <a:xfrm>
            <a:off x="205219" y="2406000"/>
            <a:ext cx="358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ID" sz="2100">
                <a:solidFill>
                  <a:srgbClr val="040F4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Digitization of health data has been </a:t>
            </a:r>
            <a:r>
              <a:rPr lang="en-ID" sz="2100">
                <a:solidFill>
                  <a:schemeClr val="accent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process-centric</a:t>
            </a:r>
            <a:r>
              <a:rPr lang="en-ID" sz="2100">
                <a:solidFill>
                  <a:srgbClr val="040F4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, making data messy, sparse and inaccessible.</a:t>
            </a:r>
            <a:endParaRPr sz="2100">
              <a:solidFill>
                <a:srgbClr val="040F4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882" name="Google Shape;1882;p9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[ </a:t>
            </a:r>
            <a:fld id="{00000000-1234-1234-1234-123412341234}" type="slidenum">
              <a:rPr lang="en-ID"/>
              <a:t>‹#›</a:t>
            </a:fld>
            <a:r>
              <a:rPr lang="en-ID"/>
              <a:t> ]</a:t>
            </a:r>
            <a:endParaRPr/>
          </a:p>
        </p:txBody>
      </p:sp>
      <p:sp>
        <p:nvSpPr>
          <p:cNvPr id="1883" name="Google Shape;1883;p95"/>
          <p:cNvSpPr txBox="1"/>
          <p:nvPr>
            <p:ph idx="2" type="body"/>
          </p:nvPr>
        </p:nvSpPr>
        <p:spPr>
          <a:xfrm>
            <a:off x="4304000" y="5258525"/>
            <a:ext cx="358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lang="en-ID" sz="1000">
                <a:solidFill>
                  <a:srgbClr val="040F40"/>
                </a:solidFill>
              </a:rPr>
              <a:t>Legacy Healthcare Data Architecture</a:t>
            </a:r>
            <a:endParaRPr sz="1000">
              <a:solidFill>
                <a:srgbClr val="040F40"/>
              </a:solidFill>
            </a:endParaRPr>
          </a:p>
        </p:txBody>
      </p:sp>
      <p:sp>
        <p:nvSpPr>
          <p:cNvPr id="1884" name="Google Shape;1884;p95"/>
          <p:cNvSpPr txBox="1"/>
          <p:nvPr>
            <p:ph idx="3" type="body"/>
          </p:nvPr>
        </p:nvSpPr>
        <p:spPr>
          <a:xfrm>
            <a:off x="8248000" y="5258525"/>
            <a:ext cx="358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lang="en-ID" sz="1000">
                <a:solidFill>
                  <a:srgbClr val="040F40"/>
                </a:solidFill>
              </a:rPr>
              <a:t>Patient-centric Data Architecture</a:t>
            </a:r>
            <a:endParaRPr sz="1000">
              <a:solidFill>
                <a:srgbClr val="040F40"/>
              </a:solidFill>
            </a:endParaRPr>
          </a:p>
        </p:txBody>
      </p:sp>
      <p:grpSp>
        <p:nvGrpSpPr>
          <p:cNvPr id="1885" name="Google Shape;1885;p95"/>
          <p:cNvGrpSpPr/>
          <p:nvPr/>
        </p:nvGrpSpPr>
        <p:grpSpPr>
          <a:xfrm>
            <a:off x="9779500" y="3126950"/>
            <a:ext cx="521100" cy="822900"/>
            <a:chOff x="9927050" y="3865950"/>
            <a:chExt cx="521100" cy="822900"/>
          </a:xfrm>
        </p:grpSpPr>
        <p:sp>
          <p:nvSpPr>
            <p:cNvPr id="1886" name="Google Shape;1886;p95"/>
            <p:cNvSpPr/>
            <p:nvPr/>
          </p:nvSpPr>
          <p:spPr>
            <a:xfrm>
              <a:off x="9927050" y="3865950"/>
              <a:ext cx="521100" cy="822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0-160v-112q0-34 17.5-62.5T104-378q62-31 126-46.5T360-440q66 0 130 15.5T616-378q29 15 46.5 43.5T680-272v112H40Zm720 0v-120q0-44-24.5-84.5T666-434q51 6 96 20.5t84 35.5q36 20 55 44.5t19 53.5v120H760ZM360-480q-66 0-113-47t-47-113q0-66 47-113t113-47q66 0 113 47t47 113q0 66-47 113t-113 47Zm400-160q0 66-47 113t-113 47q-11 0-28-2.5t-28-5.5q27-32 41.5-71t14.5-81q0-42-14.5-81T544-792q14-5 28-6.5t28-1.5q66 0 113 47t47 113ZM120-240h480v-32q0-11-5.5-20T580-306q-54-27-109-40.5T360-360q-56 0-111 13.5T140-306q-9 5-14.5 14t-5.5 20v32Zm240-320q33 0 56.5-23.5T440-640q0-33-23.5-56.5T360-720q-33 0-56.5 23.5T280-640q0 33 23.5 56.5T360-560Zm0 320Zm0-400Z&quot;/&gt;&lt;/svg&gt;" id="1887" name="Google Shape;1887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073300" y="4277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1888" name="Google Shape;188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073300" y="40488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svg xmlns=&quot;http://www.w3.org/2000/svg&quot; height=&quot;24px&quot; viewBox=&quot;0 -960 960 960&quot; width=&quot;24px&quot; fill=&quot;#0f3bfe&quot;&gt;&lt;path d=&quot;M540-80q-108 0-184-76t-76-184v-23q-86-14-143-80.5T80-600v-240h120v-40h80v160h-80v-40h-40v160q0 66 47 113t113 47q66 0 113-47t47-113v-160h-40v40h-80v-160h80v40h120v240q0 90-57 156.5T360-363v23q0 75 52.5 127.5T540-160q75 0 127.5-52.5T720-340v-67q-35-12-57.5-43T640-520q0-50 35-85t85-35q50 0 85 35t35 85q0 39-22.5 70T800-407v67q0 108-76 184T540-80Zm220-400q17 0 28.5-11.5T800-520q0-17-11.5-28.5T760-560q-17 0-28.5 11.5T720-520q0 17 11.5 28.5T760-480Zm0-40Z&quot;/&gt;&lt;/svg&gt;" id="1889" name="Google Shape;1889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25750" y="2432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1890" name="Google Shape;1890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57800" y="2432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80-160v-640h320l80 80h400v560H80Zm80-80h640v-400H447l-80-80H160v480Zm0 0v-480 480Zm400-80h80v-80h80v-80h-80v-80h-80v80h-80v80h80v80Z&quot;/&gt;&lt;/svg&gt;" id="1891" name="Google Shape;1891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57800" y="34241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540-80q-108 0-184-76t-76-184v-23q-86-14-143-80.5T80-600v-240h120v-40h80v160h-80v-40h-40v160q0 66 47 113t113 47q66 0 113-47t47-113v-160h-40v40h-80v-160h80v40h120v240q0 90-57 156.5T360-363v23q0 75 52.5 127.5T540-160q75 0 127.5-52.5T720-340v-67q-35-12-57.5-43T640-520q0-50 35-85t85-35q50 0 85 35t35 85q0 39-22.5 70T800-407v67q0 108-76 184T540-80Zm220-400q17 0 28.5-11.5T800-520q0-17-11.5-28.5T760-560q-17 0-28.5 11.5T720-520q0 17 11.5 28.5T760-480Zm0-40Z&quot;/&gt;&lt;/svg&gt;" id="1892" name="Google Shape;189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25750" y="4415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1893" name="Google Shape;1893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57800" y="4415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80-160v-640h320l80 80h400v560H80Zm80-80h640v-400H447l-80-80H160v480Zm0 0v-480 480Zm400-80h80v-80h80v-80h-80v-80h-80v80h-80v80h80v80Z&quot;/&gt;&lt;/svg&gt;" id="1894" name="Google Shape;1894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93700" y="34241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1895" name="Google Shape;1895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02375" y="2432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1896" name="Google Shape;1896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02375" y="4415600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7" name="Google Shape;1897;p95"/>
          <p:cNvCxnSpPr>
            <a:stCxn id="1886" idx="1"/>
            <a:endCxn id="1894" idx="3"/>
          </p:cNvCxnSpPr>
          <p:nvPr/>
        </p:nvCxnSpPr>
        <p:spPr>
          <a:xfrm rot="10800000">
            <a:off x="9322300" y="35384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898" name="Google Shape;1898;p95"/>
          <p:cNvCxnSpPr>
            <a:stCxn id="1886" idx="0"/>
            <a:endCxn id="1889" idx="2"/>
          </p:cNvCxnSpPr>
          <p:nvPr/>
        </p:nvCxnSpPr>
        <p:spPr>
          <a:xfrm rot="10800000">
            <a:off x="10040050" y="2661350"/>
            <a:ext cx="0" cy="46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899" name="Google Shape;1899;p95"/>
          <p:cNvCxnSpPr>
            <a:stCxn id="1886" idx="3"/>
            <a:endCxn id="1891" idx="1"/>
          </p:cNvCxnSpPr>
          <p:nvPr/>
        </p:nvCxnSpPr>
        <p:spPr>
          <a:xfrm>
            <a:off x="10300600" y="35384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00" name="Google Shape;1900;p95"/>
          <p:cNvCxnSpPr>
            <a:stCxn id="1886" idx="2"/>
            <a:endCxn id="1892" idx="0"/>
          </p:cNvCxnSpPr>
          <p:nvPr/>
        </p:nvCxnSpPr>
        <p:spPr>
          <a:xfrm>
            <a:off x="10040050" y="3949850"/>
            <a:ext cx="0" cy="46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01" name="Google Shape;1901;p95"/>
          <p:cNvCxnSpPr>
            <a:stCxn id="1894" idx="2"/>
            <a:endCxn id="1896" idx="0"/>
          </p:cNvCxnSpPr>
          <p:nvPr/>
        </p:nvCxnSpPr>
        <p:spPr>
          <a:xfrm>
            <a:off x="9208000" y="3652700"/>
            <a:ext cx="8700" cy="76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02" name="Google Shape;1902;p95"/>
          <p:cNvCxnSpPr>
            <a:stCxn id="1892" idx="1"/>
            <a:endCxn id="1896" idx="3"/>
          </p:cNvCxnSpPr>
          <p:nvPr/>
        </p:nvCxnSpPr>
        <p:spPr>
          <a:xfrm rot="10800000">
            <a:off x="9330850" y="4529900"/>
            <a:ext cx="59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03" name="Google Shape;1903;p95"/>
          <p:cNvCxnSpPr>
            <a:stCxn id="1894" idx="0"/>
            <a:endCxn id="1895" idx="2"/>
          </p:cNvCxnSpPr>
          <p:nvPr/>
        </p:nvCxnSpPr>
        <p:spPr>
          <a:xfrm flipH="1" rot="10800000">
            <a:off x="9208000" y="2661200"/>
            <a:ext cx="8700" cy="76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04" name="Google Shape;1904;p95"/>
          <p:cNvCxnSpPr>
            <a:stCxn id="1889" idx="1"/>
            <a:endCxn id="1895" idx="3"/>
          </p:cNvCxnSpPr>
          <p:nvPr/>
        </p:nvCxnSpPr>
        <p:spPr>
          <a:xfrm rot="10800000">
            <a:off x="9330850" y="2546900"/>
            <a:ext cx="59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05" name="Google Shape;1905;p95"/>
          <p:cNvCxnSpPr>
            <a:stCxn id="1889" idx="3"/>
            <a:endCxn id="1890" idx="1"/>
          </p:cNvCxnSpPr>
          <p:nvPr/>
        </p:nvCxnSpPr>
        <p:spPr>
          <a:xfrm>
            <a:off x="10154350" y="2546900"/>
            <a:ext cx="603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06" name="Google Shape;1906;p95"/>
          <p:cNvCxnSpPr>
            <a:stCxn id="1891" idx="2"/>
            <a:endCxn id="1893" idx="0"/>
          </p:cNvCxnSpPr>
          <p:nvPr/>
        </p:nvCxnSpPr>
        <p:spPr>
          <a:xfrm>
            <a:off x="10872100" y="3652700"/>
            <a:ext cx="0" cy="76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07" name="Google Shape;1907;p95"/>
          <p:cNvCxnSpPr>
            <a:stCxn id="1892" idx="3"/>
            <a:endCxn id="1893" idx="1"/>
          </p:cNvCxnSpPr>
          <p:nvPr/>
        </p:nvCxnSpPr>
        <p:spPr>
          <a:xfrm>
            <a:off x="10154350" y="4529900"/>
            <a:ext cx="603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08" name="Google Shape;1908;p95"/>
          <p:cNvCxnSpPr>
            <a:stCxn id="1891" idx="0"/>
            <a:endCxn id="1890" idx="2"/>
          </p:cNvCxnSpPr>
          <p:nvPr/>
        </p:nvCxnSpPr>
        <p:spPr>
          <a:xfrm rot="10800000">
            <a:off x="10872100" y="2661200"/>
            <a:ext cx="0" cy="76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grpSp>
        <p:nvGrpSpPr>
          <p:cNvPr id="1909" name="Google Shape;1909;p95"/>
          <p:cNvGrpSpPr/>
          <p:nvPr/>
        </p:nvGrpSpPr>
        <p:grpSpPr>
          <a:xfrm>
            <a:off x="5556488" y="2889800"/>
            <a:ext cx="521100" cy="521100"/>
            <a:chOff x="5835450" y="3931350"/>
            <a:chExt cx="521100" cy="521100"/>
          </a:xfrm>
        </p:grpSpPr>
        <p:sp>
          <p:nvSpPr>
            <p:cNvPr id="1910" name="Google Shape;1910;p95"/>
            <p:cNvSpPr/>
            <p:nvPr/>
          </p:nvSpPr>
          <p:spPr>
            <a:xfrm>
              <a:off x="5835450" y="3931350"/>
              <a:ext cx="521100" cy="52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0-160v-112q0-34 17.5-62.5T104-378q62-31 126-46.5T360-440q66 0 130 15.5T616-378q29 15 46.5 43.5T680-272v112H40Zm720 0v-120q0-44-24.5-84.5T666-434q51 6 96 20.5t84 35.5q36 20 55 44.5t19 53.5v120H760ZM360-480q-66 0-113-47t-47-113q0-66 47-113t113-47q66 0 113 47t47 113q0 66-47 113t-113 47Zm400-160q0 66-47 113t-113 47q-11 0-28-2.5t-28-5.5q27-32 41.5-71t14.5-81q0-42-14.5-81T544-792q14-5 28-6.5t28-1.5q66 0 113 47t47 113ZM120-240h480v-32q0-11-5.5-20T580-306q-54-27-109-40.5T360-360q-56 0-111 13.5T140-306q-9 5-14.5 14t-5.5 20v32Zm240-320q33 0 56.5-23.5T440-640q0-33-23.5-56.5T360-720q-33 0-56.5 23.5T280-640q0 33 23.5 56.5T360-560Zm0 320Zm0-400Z&quot;/&gt;&lt;/svg&gt;" id="1911" name="Google Shape;1911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81700" y="40776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svg xmlns=&quot;http://www.w3.org/2000/svg&quot; height=&quot;24px&quot; viewBox=&quot;0 -960 960 960&quot; width=&quot;24px&quot; fill=&quot;#0f3bfe&quot;&gt;&lt;path d=&quot;M540-80q-108 0-184-76t-76-184v-23q-86-14-143-80.5T80-600v-240h120v-40h80v160h-80v-40h-40v160q0 66 47 113t113 47q66 0 113-47t47-113v-160h-40v40h-80v-160h80v40h120v240q0 90-57 156.5T360-363v23q0 75 52.5 127.5T540-160q75 0 127.5-52.5T720-340v-67q-35-12-57.5-43T640-520q0-50 35-85t85-35q50 0 85 35t35 85q0 39-22.5 70T800-407v67q0 108-76 184T540-80Zm220-400q17 0 28.5-11.5T800-520q0-17-11.5-28.5T760-560q-17 0-28.5 11.5T720-520q0 17 11.5 28.5T760-480Zm0-40Z&quot;/&gt;&lt;/svg&gt;" id="1912" name="Google Shape;191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2750" y="22040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1913" name="Google Shape;1913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2163" y="2807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80-160v-640h320l80 80h400v560H80Zm80-80h640v-400H447l-80-80H160v480Zm0 0v-480 480Zm400-80h80v-80h80v-80h-80v-80h-80v80h-80v80h80v80Z&quot;/&gt;&lt;/svg&gt;" id="1914" name="Google Shape;1914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1700" y="3396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540-80q-108 0-184-76t-76-184v-23q-86-14-143-80.5T80-600v-240h120v-40h80v160h-80v-40h-40v160q0 66 47 113t113 47q66 0 113-47t47-113v-160h-40v40h-80v-160h80v40h120v240q0 90-57 156.5T360-363v23q0 75 52.5 127.5T540-160q75 0 127.5-52.5T720-340v-67q-35-12-57.5-43T640-520q0-50 35-85t85-35q50 0 85 35t35 85q0 39-22.5 70T800-407v67q0 108-76 184T540-80Zm220-400q17 0 28.5-11.5T800-520q0-17-11.5-28.5T760-560q-17 0-28.5 11.5T720-520q0 17 11.5 28.5T760-480Zm0-40Z&quot;/&gt;&lt;/svg&gt;" id="1915" name="Google Shape;1915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1700" y="39770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1916" name="Google Shape;1916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77113" y="34241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80-160v-640h320l80 80h400v560H80Zm80-80h640v-400H447l-80-80H160v480Zm0 0v-480 480Zm400-80h80v-80h80v-80h-80v-80h-80v80h-80v80h80v80Z&quot;/&gt;&lt;/svg&gt;" id="1917" name="Google Shape;1917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6225" y="33413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1918" name="Google Shape;1918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3088" y="26612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1919" name="Google Shape;1919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4413" y="3795650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0" name="Google Shape;1920;p95"/>
          <p:cNvCxnSpPr>
            <a:stCxn id="1910" idx="1"/>
            <a:endCxn id="1917" idx="3"/>
          </p:cNvCxnSpPr>
          <p:nvPr/>
        </p:nvCxnSpPr>
        <p:spPr>
          <a:xfrm flipH="1">
            <a:off x="5174888" y="3150350"/>
            <a:ext cx="381600" cy="30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21" name="Google Shape;1921;p95"/>
          <p:cNvCxnSpPr>
            <a:stCxn id="1910" idx="0"/>
            <a:endCxn id="1912" idx="2"/>
          </p:cNvCxnSpPr>
          <p:nvPr/>
        </p:nvCxnSpPr>
        <p:spPr>
          <a:xfrm rot="10800000">
            <a:off x="5817038" y="24326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22" name="Google Shape;1922;p95"/>
          <p:cNvCxnSpPr>
            <a:stCxn id="1910" idx="3"/>
            <a:endCxn id="1914" idx="1"/>
          </p:cNvCxnSpPr>
          <p:nvPr/>
        </p:nvCxnSpPr>
        <p:spPr>
          <a:xfrm>
            <a:off x="6077588" y="3150350"/>
            <a:ext cx="564000" cy="36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23" name="Google Shape;1923;p95"/>
          <p:cNvCxnSpPr>
            <a:stCxn id="1910" idx="2"/>
            <a:endCxn id="1915" idx="0"/>
          </p:cNvCxnSpPr>
          <p:nvPr/>
        </p:nvCxnSpPr>
        <p:spPr>
          <a:xfrm>
            <a:off x="5817038" y="3410900"/>
            <a:ext cx="279000" cy="56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grpSp>
        <p:nvGrpSpPr>
          <p:cNvPr id="1924" name="Google Shape;1924;p95"/>
          <p:cNvGrpSpPr/>
          <p:nvPr/>
        </p:nvGrpSpPr>
        <p:grpSpPr>
          <a:xfrm>
            <a:off x="6788675" y="2384900"/>
            <a:ext cx="521100" cy="521100"/>
            <a:chOff x="7318325" y="3666150"/>
            <a:chExt cx="521100" cy="521100"/>
          </a:xfrm>
        </p:grpSpPr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1925" name="Google Shape;192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575" y="3812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6" name="Google Shape;1926;p95"/>
            <p:cNvSpPr/>
            <p:nvPr/>
          </p:nvSpPr>
          <p:spPr>
            <a:xfrm>
              <a:off x="7318325" y="3666150"/>
              <a:ext cx="521100" cy="52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1927" name="Google Shape;1927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575" y="3812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8" name="Google Shape;1928;p95"/>
          <p:cNvGrpSpPr/>
          <p:nvPr/>
        </p:nvGrpSpPr>
        <p:grpSpPr>
          <a:xfrm>
            <a:off x="6556875" y="4375850"/>
            <a:ext cx="521100" cy="521100"/>
            <a:chOff x="7318325" y="3666150"/>
            <a:chExt cx="521100" cy="521100"/>
          </a:xfrm>
        </p:grpSpPr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1929" name="Google Shape;192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575" y="3812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0" name="Google Shape;1930;p95"/>
            <p:cNvSpPr/>
            <p:nvPr/>
          </p:nvSpPr>
          <p:spPr>
            <a:xfrm>
              <a:off x="7318325" y="3666150"/>
              <a:ext cx="521100" cy="52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1931" name="Google Shape;193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575" y="3812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2" name="Google Shape;1932;p95"/>
          <p:cNvGrpSpPr/>
          <p:nvPr/>
        </p:nvGrpSpPr>
        <p:grpSpPr>
          <a:xfrm>
            <a:off x="4742838" y="4250000"/>
            <a:ext cx="521100" cy="521100"/>
            <a:chOff x="5835450" y="3931350"/>
            <a:chExt cx="521100" cy="521100"/>
          </a:xfrm>
        </p:grpSpPr>
        <p:sp>
          <p:nvSpPr>
            <p:cNvPr id="1933" name="Google Shape;1933;p95"/>
            <p:cNvSpPr/>
            <p:nvPr/>
          </p:nvSpPr>
          <p:spPr>
            <a:xfrm>
              <a:off x="5835450" y="3931350"/>
              <a:ext cx="521100" cy="52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0-160v-112q0-34 17.5-62.5T104-378q62-31 126-46.5T360-440q66 0 130 15.5T616-378q29 15 46.5 43.5T680-272v112H40Zm720 0v-120q0-44-24.5-84.5T666-434q51 6 96 20.5t84 35.5q36 20 55 44.5t19 53.5v120H760ZM360-480q-66 0-113-47t-47-113q0-66 47-113t113-47q66 0 113 47t47 113q0 66-47 113t-113 47Zm400-160q0 66-47 113t-113 47q-11 0-28-2.5t-28-5.5q27-32 41.5-71t14.5-81q0-42-14.5-81T544-792q14-5 28-6.5t28-1.5q66 0 113 47t47 113ZM120-240h480v-32q0-11-5.5-20T580-306q-54-27-109-40.5T360-360q-56 0-111 13.5T140-306q-9 5-14.5 14t-5.5 20v32Zm240-320q33 0 56.5-23.5T440-640q0-33-23.5-56.5T360-720q-33 0-56.5 23.5T280-640q0 33 23.5 56.5T360-560Zm0 320Zm0-400Z&quot;/&gt;&lt;/svg&gt;" id="1934" name="Google Shape;1934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81700" y="40776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935" name="Google Shape;1935;p95"/>
          <p:cNvCxnSpPr>
            <a:stCxn id="1926" idx="1"/>
            <a:endCxn id="1912" idx="3"/>
          </p:cNvCxnSpPr>
          <p:nvPr/>
        </p:nvCxnSpPr>
        <p:spPr>
          <a:xfrm rot="10800000">
            <a:off x="5931275" y="2318450"/>
            <a:ext cx="857400" cy="32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36" name="Google Shape;1936;p95"/>
          <p:cNvCxnSpPr>
            <a:stCxn id="1926" idx="2"/>
            <a:endCxn id="1914" idx="0"/>
          </p:cNvCxnSpPr>
          <p:nvPr/>
        </p:nvCxnSpPr>
        <p:spPr>
          <a:xfrm flipH="1">
            <a:off x="6756125" y="2906000"/>
            <a:ext cx="293100" cy="49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37" name="Google Shape;1937;p95"/>
          <p:cNvCxnSpPr>
            <a:stCxn id="1930" idx="0"/>
            <a:endCxn id="1914" idx="2"/>
          </p:cNvCxnSpPr>
          <p:nvPr/>
        </p:nvCxnSpPr>
        <p:spPr>
          <a:xfrm rot="10800000">
            <a:off x="6755925" y="3624950"/>
            <a:ext cx="61500" cy="75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38" name="Google Shape;1938;p95"/>
          <p:cNvCxnSpPr>
            <a:stCxn id="1930" idx="1"/>
            <a:endCxn id="1915" idx="3"/>
          </p:cNvCxnSpPr>
          <p:nvPr/>
        </p:nvCxnSpPr>
        <p:spPr>
          <a:xfrm rot="10800000">
            <a:off x="6210375" y="4091300"/>
            <a:ext cx="346500" cy="54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39" name="Google Shape;1939;p95"/>
          <p:cNvCxnSpPr>
            <a:stCxn id="1933" idx="0"/>
            <a:endCxn id="1917" idx="2"/>
          </p:cNvCxnSpPr>
          <p:nvPr/>
        </p:nvCxnSpPr>
        <p:spPr>
          <a:xfrm flipH="1" rot="10800000">
            <a:off x="5003388" y="3569900"/>
            <a:ext cx="57000" cy="68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1940" name="Google Shape;1940;p95"/>
          <p:cNvCxnSpPr>
            <a:stCxn id="1933" idx="3"/>
            <a:endCxn id="1915" idx="2"/>
          </p:cNvCxnSpPr>
          <p:nvPr/>
        </p:nvCxnSpPr>
        <p:spPr>
          <a:xfrm flipH="1" rot="10800000">
            <a:off x="5263938" y="4205750"/>
            <a:ext cx="832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1941" name="Google Shape;1941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2238" y="4798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2" name="Google Shape;1942;p95"/>
          <p:cNvSpPr/>
          <p:nvPr/>
        </p:nvSpPr>
        <p:spPr>
          <a:xfrm>
            <a:off x="7952963" y="3255350"/>
            <a:ext cx="722100" cy="56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AI</a:t>
            </a:r>
            <a:endParaRPr b="1">
              <a:solidFill>
                <a:schemeClr val="l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43" name="Google Shape;1943;p95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000"/>
              <a:t>Patient-centric </a:t>
            </a:r>
            <a:r>
              <a:rPr b="1" lang="en-ID" sz="3000"/>
              <a:t>approach</a:t>
            </a:r>
            <a:endParaRPr b="1" sz="3000"/>
          </a:p>
        </p:txBody>
      </p:sp>
      <p:sp>
        <p:nvSpPr>
          <p:cNvPr id="1944" name="Google Shape;1944;p95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96"/>
          <p:cNvSpPr txBox="1"/>
          <p:nvPr>
            <p:ph idx="1" type="body"/>
          </p:nvPr>
        </p:nvSpPr>
        <p:spPr>
          <a:xfrm>
            <a:off x="618042" y="3122505"/>
            <a:ext cx="4534800" cy="226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D"/>
              <a:t>0</a:t>
            </a:r>
            <a:r>
              <a:rPr lang="en-ID"/>
              <a:t>.1</a:t>
            </a:r>
            <a:endParaRPr/>
          </a:p>
        </p:txBody>
      </p:sp>
      <p:sp>
        <p:nvSpPr>
          <p:cNvPr id="1951" name="Google Shape;1951;p96"/>
          <p:cNvSpPr txBox="1"/>
          <p:nvPr>
            <p:ph idx="2" type="body"/>
          </p:nvPr>
        </p:nvSpPr>
        <p:spPr>
          <a:xfrm>
            <a:off x="6261524" y="4748350"/>
            <a:ext cx="46284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D"/>
              <a:t>Introduction to the OMOP CDM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97"/>
          <p:cNvSpPr txBox="1"/>
          <p:nvPr>
            <p:ph idx="3" type="body"/>
          </p:nvPr>
        </p:nvSpPr>
        <p:spPr>
          <a:xfrm>
            <a:off x="7272750" y="4847475"/>
            <a:ext cx="424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43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AutoNum type="arabicPeriod" startAt="2"/>
            </a:pPr>
            <a:r>
              <a:rPr lang="en-ID" sz="1600"/>
              <a:t>Structure Standardization:</a:t>
            </a:r>
            <a:br>
              <a:rPr lang="en-ID" sz="1600"/>
            </a:br>
            <a:r>
              <a:rPr lang="en-ID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Model is patient centric and all the events are normalized in a </a:t>
            </a:r>
            <a:r>
              <a:rPr b="1" lang="en-ID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concept_id.</a:t>
            </a:r>
            <a:endParaRPr b="1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57" name="Google Shape;1957;p97"/>
          <p:cNvSpPr/>
          <p:nvPr/>
        </p:nvSpPr>
        <p:spPr>
          <a:xfrm>
            <a:off x="856240" y="2264225"/>
            <a:ext cx="6498300" cy="23295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97"/>
          <p:cNvSpPr/>
          <p:nvPr/>
        </p:nvSpPr>
        <p:spPr>
          <a:xfrm>
            <a:off x="692250" y="2416625"/>
            <a:ext cx="6498300" cy="232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97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960" name="Google Shape;1960;p97"/>
          <p:cNvSpPr txBox="1"/>
          <p:nvPr>
            <p:ph idx="4" type="body"/>
          </p:nvPr>
        </p:nvSpPr>
        <p:spPr>
          <a:xfrm>
            <a:off x="670800" y="1482325"/>
            <a:ext cx="106353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>
                <a:solidFill>
                  <a:schemeClr val="accent2"/>
                </a:solidFill>
              </a:rPr>
              <a:t>OMOP Common Data Model is designed to </a:t>
            </a:r>
            <a:r>
              <a:rPr b="1" lang="en-ID">
                <a:solidFill>
                  <a:schemeClr val="accent2"/>
                </a:solidFill>
              </a:rPr>
              <a:t>standardize</a:t>
            </a:r>
            <a:r>
              <a:rPr lang="en-ID">
                <a:solidFill>
                  <a:schemeClr val="accent2"/>
                </a:solidFill>
              </a:rPr>
              <a:t> the </a:t>
            </a:r>
            <a:r>
              <a:rPr b="1" lang="en-ID">
                <a:solidFill>
                  <a:schemeClr val="accent2"/>
                </a:solidFill>
              </a:rPr>
              <a:t>structure</a:t>
            </a:r>
            <a:r>
              <a:rPr lang="en-ID">
                <a:solidFill>
                  <a:schemeClr val="accent2"/>
                </a:solidFill>
              </a:rPr>
              <a:t> and </a:t>
            </a:r>
            <a:r>
              <a:rPr b="1" lang="en-ID">
                <a:solidFill>
                  <a:schemeClr val="accent2"/>
                </a:solidFill>
              </a:rPr>
              <a:t>content</a:t>
            </a:r>
            <a:r>
              <a:rPr lang="en-ID">
                <a:solidFill>
                  <a:schemeClr val="accent2"/>
                </a:solidFill>
              </a:rPr>
              <a:t> of observational data and to enable efficient analyses that can produce reliable evidence. Based on </a:t>
            </a:r>
            <a:r>
              <a:rPr b="1" lang="en-ID">
                <a:solidFill>
                  <a:schemeClr val="accent2"/>
                </a:solidFill>
              </a:rPr>
              <a:t>existing terminologies</a:t>
            </a:r>
            <a:r>
              <a:rPr lang="en-ID">
                <a:solidFill>
                  <a:schemeClr val="accent2"/>
                </a:solidFill>
              </a:rPr>
              <a:t> and clinical vocabularies.</a:t>
            </a:r>
            <a:endParaRPr>
              <a:solidFill>
                <a:schemeClr val="accen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961" name="Google Shape;1961;p97"/>
          <p:cNvSpPr/>
          <p:nvPr/>
        </p:nvSpPr>
        <p:spPr>
          <a:xfrm>
            <a:off x="1101170" y="3464121"/>
            <a:ext cx="1430400" cy="365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SERVICES</a:t>
            </a:r>
            <a:endParaRPr sz="11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2" name="Google Shape;1962;p97"/>
          <p:cNvSpPr/>
          <p:nvPr/>
        </p:nvSpPr>
        <p:spPr>
          <a:xfrm>
            <a:off x="3750925" y="3899225"/>
            <a:ext cx="1576200" cy="3636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4166D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TESTS</a:t>
            </a:r>
            <a:endParaRPr sz="1200">
              <a:solidFill>
                <a:srgbClr val="4166D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3" name="Google Shape;1963;p97"/>
          <p:cNvSpPr/>
          <p:nvPr/>
        </p:nvSpPr>
        <p:spPr>
          <a:xfrm>
            <a:off x="1101170" y="3899219"/>
            <a:ext cx="1430400" cy="365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UNITS</a:t>
            </a:r>
            <a:endParaRPr sz="11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4" name="Google Shape;1964;p97"/>
          <p:cNvSpPr/>
          <p:nvPr/>
        </p:nvSpPr>
        <p:spPr>
          <a:xfrm>
            <a:off x="1101170" y="2715222"/>
            <a:ext cx="1430400" cy="678900"/>
          </a:xfrm>
          <a:prstGeom prst="roundRect">
            <a:avLst>
              <a:gd fmla="val 331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DIAGNOSIS &amp; PROCEDURES</a:t>
            </a:r>
            <a:endParaRPr sz="11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5" name="Google Shape;1965;p97"/>
          <p:cNvSpPr/>
          <p:nvPr/>
        </p:nvSpPr>
        <p:spPr>
          <a:xfrm>
            <a:off x="3750913" y="3460450"/>
            <a:ext cx="1576200" cy="369300"/>
          </a:xfrm>
          <a:prstGeom prst="roundRect">
            <a:avLst>
              <a:gd fmla="val 463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4166D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DRUGS</a:t>
            </a:r>
            <a:endParaRPr sz="1200">
              <a:solidFill>
                <a:srgbClr val="4166D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6" name="Google Shape;1966;p97"/>
          <p:cNvSpPr/>
          <p:nvPr/>
        </p:nvSpPr>
        <p:spPr>
          <a:xfrm>
            <a:off x="3750925" y="2718375"/>
            <a:ext cx="1576200" cy="6726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4166D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ADMINISTRATION </a:t>
            </a:r>
            <a:r>
              <a:rPr lang="en-ID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ROUTES</a:t>
            </a:r>
            <a:endParaRPr sz="1200">
              <a:solidFill>
                <a:srgbClr val="4166D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7" name="Google Shape;1967;p97"/>
          <p:cNvSpPr txBox="1"/>
          <p:nvPr/>
        </p:nvSpPr>
        <p:spPr>
          <a:xfrm>
            <a:off x="2538270" y="3463494"/>
            <a:ext cx="1048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D" sz="1000">
                <a:solidFill>
                  <a:srgbClr val="7783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SNOMED</a:t>
            </a:r>
            <a:endParaRPr i="0" sz="1000" u="none" cap="none" strike="noStrike">
              <a:solidFill>
                <a:srgbClr val="77838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8" name="Google Shape;1968;p97"/>
          <p:cNvSpPr txBox="1"/>
          <p:nvPr/>
        </p:nvSpPr>
        <p:spPr>
          <a:xfrm>
            <a:off x="5341250" y="3899225"/>
            <a:ext cx="16923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D" sz="1000">
                <a:solidFill>
                  <a:srgbClr val="7783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LOINC</a:t>
            </a:r>
            <a:endParaRPr sz="1000">
              <a:solidFill>
                <a:srgbClr val="77838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9" name="Google Shape;1969;p97"/>
          <p:cNvSpPr txBox="1"/>
          <p:nvPr/>
        </p:nvSpPr>
        <p:spPr>
          <a:xfrm>
            <a:off x="5341250" y="2729132"/>
            <a:ext cx="1048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D" sz="1000">
                <a:solidFill>
                  <a:srgbClr val="7783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SNOMED</a:t>
            </a:r>
            <a:endParaRPr sz="1000">
              <a:solidFill>
                <a:srgbClr val="77838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70" name="Google Shape;1970;p97"/>
          <p:cNvSpPr txBox="1"/>
          <p:nvPr/>
        </p:nvSpPr>
        <p:spPr>
          <a:xfrm>
            <a:off x="2535995" y="3898044"/>
            <a:ext cx="1073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D" sz="1000">
                <a:solidFill>
                  <a:srgbClr val="7783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UCUM</a:t>
            </a:r>
            <a:endParaRPr sz="1000">
              <a:solidFill>
                <a:srgbClr val="77838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71" name="Google Shape;1971;p97"/>
          <p:cNvSpPr txBox="1"/>
          <p:nvPr/>
        </p:nvSpPr>
        <p:spPr>
          <a:xfrm>
            <a:off x="5341250" y="3485025"/>
            <a:ext cx="16011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D" sz="1000">
                <a:solidFill>
                  <a:srgbClr val="7783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RXNORM</a:t>
            </a:r>
            <a:endParaRPr sz="1000">
              <a:solidFill>
                <a:srgbClr val="77838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ID" sz="1000">
                <a:solidFill>
                  <a:srgbClr val="7783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RXNORM EXTENSION</a:t>
            </a:r>
            <a:endParaRPr sz="1000">
              <a:solidFill>
                <a:srgbClr val="77838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72" name="Google Shape;1972;p97"/>
          <p:cNvSpPr txBox="1"/>
          <p:nvPr>
            <p:ph idx="3" type="body"/>
          </p:nvPr>
        </p:nvSpPr>
        <p:spPr>
          <a:xfrm>
            <a:off x="658175" y="4847475"/>
            <a:ext cx="65322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432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AutoNum type="arabicPeriod"/>
            </a:pPr>
            <a:r>
              <a:rPr lang="en-ID" sz="1600"/>
              <a:t>Content Standardization: </a:t>
            </a:r>
            <a:br>
              <a:rPr lang="en-ID" sz="1600"/>
            </a:br>
            <a:r>
              <a:rPr lang="en-ID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Representing all of the clinical entities or attributes using </a:t>
            </a:r>
            <a:r>
              <a:rPr b="1" lang="en-ID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concept_id’s</a:t>
            </a:r>
            <a:r>
              <a:rPr lang="en-ID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(standard codes) to normalize any existing coding system. </a:t>
            </a:r>
            <a:endParaRPr sz="14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t/>
            </a:r>
            <a:endParaRPr sz="1600"/>
          </a:p>
        </p:txBody>
      </p:sp>
      <p:sp>
        <p:nvSpPr>
          <p:cNvPr id="1973" name="Google Shape;1973;p97"/>
          <p:cNvSpPr txBox="1"/>
          <p:nvPr/>
        </p:nvSpPr>
        <p:spPr>
          <a:xfrm>
            <a:off x="2496145" y="2719944"/>
            <a:ext cx="10737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D" sz="1000">
                <a:solidFill>
                  <a:srgbClr val="7783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SNOMED</a:t>
            </a:r>
            <a:br>
              <a:rPr lang="en-ID" sz="1000">
                <a:solidFill>
                  <a:srgbClr val="7783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ID" sz="1000">
                <a:solidFill>
                  <a:srgbClr val="7783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ICD 10-9</a:t>
            </a:r>
            <a:endParaRPr i="0" sz="1000" u="none" cap="none" strike="noStrike">
              <a:solidFill>
                <a:srgbClr val="77838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74" name="Google Shape;1974;p97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OMOP Common Data Model 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Goals</a:t>
            </a:r>
            <a:endParaRPr b="1" sz="24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75" name="Google Shape;1975;p97"/>
          <p:cNvSpPr/>
          <p:nvPr/>
        </p:nvSpPr>
        <p:spPr>
          <a:xfrm>
            <a:off x="7887375" y="2264225"/>
            <a:ext cx="3838200" cy="23295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6" name="Google Shape;197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4085" y="2416613"/>
            <a:ext cx="3838264" cy="2329575"/>
          </a:xfrm>
          <a:prstGeom prst="rect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98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982" name="Google Shape;1982;p98"/>
          <p:cNvSpPr txBox="1"/>
          <p:nvPr>
            <p:ph idx="4" type="body"/>
          </p:nvPr>
        </p:nvSpPr>
        <p:spPr>
          <a:xfrm>
            <a:off x="670800" y="1482325"/>
            <a:ext cx="11040900" cy="4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150">
                <a:solidFill>
                  <a:schemeClr val="accent2"/>
                </a:solidFill>
              </a:rPr>
              <a:t>OMOP CDM Versions:</a:t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lang="en-ID" sz="2150">
                <a:solidFill>
                  <a:schemeClr val="accent2"/>
                </a:solidFill>
              </a:rPr>
              <a:t>3.0 (old)</a:t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lang="en-ID" sz="2150">
                <a:solidFill>
                  <a:schemeClr val="accent2"/>
                </a:solidFill>
              </a:rPr>
              <a:t> 5.3</a:t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b="1" lang="en-ID" sz="2150">
                <a:solidFill>
                  <a:schemeClr val="accent2"/>
                </a:solidFill>
              </a:rPr>
              <a:t> 5.4</a:t>
            </a:r>
            <a:endParaRPr b="1"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lang="en-ID" sz="2150" strike="sngStrike">
                <a:solidFill>
                  <a:schemeClr val="accent2"/>
                </a:solidFill>
              </a:rPr>
              <a:t> 6.0 (working in progress)</a:t>
            </a:r>
            <a:endParaRPr sz="2150" strike="sngStrike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150">
                <a:solidFill>
                  <a:schemeClr val="accent2"/>
                </a:solidFill>
              </a:rPr>
              <a:t> Fully specified, freely available -&gt; github</a:t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150">
                <a:solidFill>
                  <a:schemeClr val="accent2"/>
                </a:solidFill>
              </a:rPr>
              <a:t>Information about the versions:</a:t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150" u="sng">
                <a:solidFill>
                  <a:schemeClr val="hlink"/>
                </a:solidFill>
                <a:hlinkClick r:id="rId3"/>
              </a:rPr>
              <a:t>https://ohdsi.github.io/CommonDataModel/cdm54.html</a:t>
            </a:r>
            <a:r>
              <a:rPr b="1" lang="en-ID" sz="2150">
                <a:solidFill>
                  <a:schemeClr val="accent2"/>
                </a:solidFill>
              </a:rPr>
              <a:t> </a:t>
            </a:r>
            <a:endParaRPr b="1" sz="2150">
              <a:solidFill>
                <a:schemeClr val="accen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</p:txBody>
      </p:sp>
      <p:sp>
        <p:nvSpPr>
          <p:cNvPr id="1983" name="Google Shape;1983;p98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OMOP Common Data Model 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Goals</a:t>
            </a:r>
            <a:endParaRPr b="1" sz="24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99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989" name="Google Shape;1989;p99"/>
          <p:cNvSpPr txBox="1"/>
          <p:nvPr>
            <p:ph idx="4" type="body"/>
          </p:nvPr>
        </p:nvSpPr>
        <p:spPr>
          <a:xfrm>
            <a:off x="670800" y="1482325"/>
            <a:ext cx="11040900" cy="4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150">
                <a:solidFill>
                  <a:schemeClr val="accent2"/>
                </a:solidFill>
              </a:rPr>
              <a:t>What is a database (DB)?</a:t>
            </a:r>
            <a:endParaRPr b="1" sz="2150">
              <a:solidFill>
                <a:schemeClr val="accen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150">
                <a:solidFill>
                  <a:schemeClr val="accent2"/>
                </a:solidFill>
              </a:rPr>
              <a:t>Some basic characteristics of databases:</a:t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lang="en-ID" sz="2150">
                <a:solidFill>
                  <a:schemeClr val="accent2"/>
                </a:solidFill>
              </a:rPr>
              <a:t>DATABASE STRUCTURAL MODEL</a:t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b="1" lang="en-ID" sz="2150">
                <a:solidFill>
                  <a:schemeClr val="accent2"/>
                </a:solidFill>
              </a:rPr>
              <a:t>DBMS</a:t>
            </a:r>
            <a:r>
              <a:rPr lang="en-ID" sz="2150">
                <a:solidFill>
                  <a:schemeClr val="accent2"/>
                </a:solidFill>
              </a:rPr>
              <a:t>: SOFTWARE FOR MANAGING THE DATABASE</a:t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lang="en-ID" sz="2150">
                <a:solidFill>
                  <a:schemeClr val="accent2"/>
                </a:solidFill>
              </a:rPr>
              <a:t>DEFINITION OF SCHEMAS (TABLES, RELATIONSHIPS, CONSTRAINTS)</a:t>
            </a:r>
            <a:endParaRPr sz="2150">
              <a:solidFill>
                <a:schemeClr val="accent2"/>
              </a:solidFill>
            </a:endParaRPr>
          </a:p>
        </p:txBody>
      </p:sp>
      <p:sp>
        <p:nvSpPr>
          <p:cNvPr id="1990" name="Google Shape;1990;p99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OMOP Common Data Model 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Databases, SQL and R</a:t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91" name="Google Shape;1991;p99"/>
          <p:cNvSpPr/>
          <p:nvPr/>
        </p:nvSpPr>
        <p:spPr>
          <a:xfrm>
            <a:off x="1358800" y="2241900"/>
            <a:ext cx="3958800" cy="136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00">
                <a:latin typeface="Plus Jakarta Sans"/>
                <a:ea typeface="Plus Jakarta Sans"/>
                <a:cs typeface="Plus Jakarta Sans"/>
                <a:sym typeface="Plus Jakarta Sans"/>
              </a:rPr>
              <a:t>SYSTEM DESIGNED TO </a:t>
            </a:r>
            <a:r>
              <a:rPr b="1" lang="en-ID" sz="1500">
                <a:latin typeface="Plus Jakarta Sans"/>
                <a:ea typeface="Plus Jakarta Sans"/>
                <a:cs typeface="Plus Jakarta Sans"/>
                <a:sym typeface="Plus Jakarta Sans"/>
              </a:rPr>
              <a:t>STORE</a:t>
            </a:r>
            <a:r>
              <a:rPr lang="en-ID" sz="1500"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b="1" lang="en-ID" sz="1500">
                <a:latin typeface="Plus Jakarta Sans"/>
                <a:ea typeface="Plus Jakarta Sans"/>
                <a:cs typeface="Plus Jakarta Sans"/>
                <a:sym typeface="Plus Jakarta Sans"/>
              </a:rPr>
              <a:t>MANAGE</a:t>
            </a:r>
            <a:r>
              <a:rPr lang="en-ID" sz="1500">
                <a:latin typeface="Plus Jakarta Sans"/>
                <a:ea typeface="Plus Jakarta Sans"/>
                <a:cs typeface="Plus Jakarta Sans"/>
                <a:sym typeface="Plus Jakarta Sans"/>
              </a:rPr>
              <a:t>, AND </a:t>
            </a:r>
            <a:r>
              <a:rPr b="1" lang="en-ID" sz="1500">
                <a:latin typeface="Plus Jakarta Sans"/>
                <a:ea typeface="Plus Jakarta Sans"/>
                <a:cs typeface="Plus Jakarta Sans"/>
                <a:sym typeface="Plus Jakarta Sans"/>
              </a:rPr>
              <a:t>RETRIEVE</a:t>
            </a:r>
            <a:r>
              <a:rPr lang="en-ID" sz="1500">
                <a:latin typeface="Plus Jakarta Sans"/>
                <a:ea typeface="Plus Jakarta Sans"/>
                <a:cs typeface="Plus Jakarta Sans"/>
                <a:sym typeface="Plus Jakarta Sans"/>
              </a:rPr>
              <a:t> DATA EFFICIENTLY.</a:t>
            </a:r>
            <a:endParaRPr sz="15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92" name="Google Shape;1992;p99"/>
          <p:cNvSpPr/>
          <p:nvPr/>
        </p:nvSpPr>
        <p:spPr>
          <a:xfrm>
            <a:off x="6232300" y="2241900"/>
            <a:ext cx="3958800" cy="136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00">
                <a:latin typeface="Plus Jakarta Sans"/>
                <a:ea typeface="Plus Jakarta Sans"/>
                <a:cs typeface="Plus Jakarta Sans"/>
                <a:sym typeface="Plus Jakarta Sans"/>
              </a:rPr>
              <a:t>THE DATABASE STRUCTURE DEPENDS ON THE </a:t>
            </a:r>
            <a:r>
              <a:rPr b="1" lang="en-ID" sz="1500">
                <a:latin typeface="Plus Jakarta Sans"/>
                <a:ea typeface="Plus Jakarta Sans"/>
                <a:cs typeface="Plus Jakarta Sans"/>
                <a:sym typeface="Plus Jakarta Sans"/>
              </a:rPr>
              <a:t>NATURE</a:t>
            </a:r>
            <a:r>
              <a:rPr lang="en-ID" sz="1500">
                <a:latin typeface="Plus Jakarta Sans"/>
                <a:ea typeface="Plus Jakarta Sans"/>
                <a:cs typeface="Plus Jakarta Sans"/>
                <a:sym typeface="Plus Jakarta Sans"/>
              </a:rPr>
              <a:t> AND </a:t>
            </a:r>
            <a:r>
              <a:rPr b="1" lang="en-ID" sz="1500">
                <a:latin typeface="Plus Jakarta Sans"/>
                <a:ea typeface="Plus Jakarta Sans"/>
                <a:cs typeface="Plus Jakarta Sans"/>
                <a:sym typeface="Plus Jakarta Sans"/>
              </a:rPr>
              <a:t>VOLUME</a:t>
            </a:r>
            <a:r>
              <a:rPr lang="en-ID" sz="1500">
                <a:latin typeface="Plus Jakarta Sans"/>
                <a:ea typeface="Plus Jakarta Sans"/>
                <a:cs typeface="Plus Jakarta Sans"/>
                <a:sym typeface="Plus Jakarta Sans"/>
              </a:rPr>
              <a:t> OF THE DATA.</a:t>
            </a:r>
            <a:endParaRPr sz="15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100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998" name="Google Shape;1998;p100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OMOP Common Data Model 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Databases, SQL and R</a:t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999" name="Google Shape;199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725" y="1892525"/>
            <a:ext cx="9140051" cy="376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101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005" name="Google Shape;2005;p101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OMOP Common Data Model 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Databases, SQL and R</a:t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06" name="Google Shape;2006;p101"/>
          <p:cNvSpPr/>
          <p:nvPr/>
        </p:nvSpPr>
        <p:spPr>
          <a:xfrm>
            <a:off x="1484425" y="1751600"/>
            <a:ext cx="9069900" cy="95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latin typeface="Plus Jakarta Sans"/>
                <a:ea typeface="Plus Jakarta Sans"/>
                <a:cs typeface="Plus Jakarta Sans"/>
                <a:sym typeface="Plus Jakarta Sans"/>
              </a:rPr>
              <a:t>PURPOSE IN SCHEMA DEFINITION:</a:t>
            </a:r>
            <a:endParaRPr b="1"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07" name="Google Shape;2007;p101"/>
          <p:cNvSpPr/>
          <p:nvPr/>
        </p:nvSpPr>
        <p:spPr>
          <a:xfrm>
            <a:off x="810000" y="3826575"/>
            <a:ext cx="3049800" cy="190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latin typeface="Plus Jakarta Sans"/>
                <a:ea typeface="Plus Jakarta Sans"/>
                <a:cs typeface="Plus Jakarta Sans"/>
                <a:sym typeface="Plus Jakarta Sans"/>
              </a:rPr>
              <a:t>ORGANIZE DATA IN A STRUCTURED WAY</a:t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08" name="Google Shape;2008;p101"/>
          <p:cNvSpPr/>
          <p:nvPr/>
        </p:nvSpPr>
        <p:spPr>
          <a:xfrm>
            <a:off x="4494475" y="3826575"/>
            <a:ext cx="3049800" cy="190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latin typeface="Plus Jakarta Sans"/>
                <a:ea typeface="Plus Jakarta Sans"/>
                <a:cs typeface="Plus Jakarta Sans"/>
                <a:sym typeface="Plus Jakarta Sans"/>
              </a:rPr>
              <a:t>SIMULTANEOUS ACCESS WITHOUT INTERFERING WITH EXTERNAL PROCESSES</a:t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09" name="Google Shape;2009;p101"/>
          <p:cNvSpPr/>
          <p:nvPr/>
        </p:nvSpPr>
        <p:spPr>
          <a:xfrm>
            <a:off x="8092450" y="3826575"/>
            <a:ext cx="3049800" cy="190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latin typeface="Plus Jakarta Sans"/>
                <a:ea typeface="Plus Jakarta Sans"/>
                <a:cs typeface="Plus Jakarta Sans"/>
                <a:sym typeface="Plus Jakarta Sans"/>
              </a:rPr>
              <a:t>DATA INTEGRITY</a:t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102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015" name="Google Shape;2015;p102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OMOP Common Data Model 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Databases, SQL and R</a:t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16" name="Google Shape;2016;p102"/>
          <p:cNvSpPr txBox="1"/>
          <p:nvPr>
            <p:ph idx="4" type="body"/>
          </p:nvPr>
        </p:nvSpPr>
        <p:spPr>
          <a:xfrm>
            <a:off x="670800" y="1482325"/>
            <a:ext cx="11040900" cy="4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D" sz="2150">
                <a:solidFill>
                  <a:schemeClr val="accent2"/>
                </a:solidFill>
              </a:rPr>
              <a:t>SQL: </a:t>
            </a:r>
            <a:r>
              <a:rPr lang="en-ID" sz="2150">
                <a:solidFill>
                  <a:schemeClr val="accent2"/>
                </a:solidFill>
              </a:rPr>
              <a:t>Standard language for interacting with the database</a:t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D" sz="2150">
                <a:solidFill>
                  <a:schemeClr val="accent2"/>
                </a:solidFill>
              </a:rPr>
              <a:t>Types of SQL commands:</a:t>
            </a:r>
            <a:endParaRPr b="1"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150"/>
              <a:buAutoNum type="arabicPeriod"/>
            </a:pPr>
            <a:r>
              <a:rPr lang="en-ID" sz="2150">
                <a:solidFill>
                  <a:schemeClr val="accent2"/>
                </a:solidFill>
              </a:rPr>
              <a:t>DATA DEFINITION (create, alter, drop tables)</a:t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AutoNum type="arabicPeriod"/>
            </a:pPr>
            <a:r>
              <a:rPr lang="en-ID" sz="2150">
                <a:solidFill>
                  <a:schemeClr val="accent2"/>
                </a:solidFill>
              </a:rPr>
              <a:t>DATA MANIPULATION (insert into, update, delete)</a:t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AutoNum type="arabicPeriod"/>
            </a:pPr>
            <a:r>
              <a:rPr lang="en-ID" sz="2150">
                <a:solidFill>
                  <a:schemeClr val="accent2"/>
                </a:solidFill>
              </a:rPr>
              <a:t>DATA QUERY (select)</a:t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AutoNum type="arabicPeriod"/>
            </a:pPr>
            <a:r>
              <a:rPr lang="en-ID" sz="2150">
                <a:solidFill>
                  <a:schemeClr val="accent2"/>
                </a:solidFill>
              </a:rPr>
              <a:t>DATA CONTROL</a:t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chemeClr val="accen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</p:txBody>
      </p:sp>
      <p:pic>
        <p:nvPicPr>
          <p:cNvPr id="2017" name="Google Shape;201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8250" y="1530000"/>
            <a:ext cx="220980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103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023" name="Google Shape;2023;p103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OMOP Common Data Model 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Databases, SQL and R</a:t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24" name="Google Shape;2024;p103"/>
          <p:cNvSpPr txBox="1"/>
          <p:nvPr>
            <p:ph idx="4" type="body"/>
          </p:nvPr>
        </p:nvSpPr>
        <p:spPr>
          <a:xfrm>
            <a:off x="670800" y="1482325"/>
            <a:ext cx="11040900" cy="4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150">
                <a:solidFill>
                  <a:schemeClr val="accent2"/>
                </a:solidFill>
              </a:rPr>
              <a:t>SQL</a:t>
            </a:r>
            <a:endParaRPr b="1"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lang="en-ID" sz="2150">
                <a:solidFill>
                  <a:schemeClr val="accent2"/>
                </a:solidFill>
              </a:rPr>
              <a:t>Standard language used by databases.</a:t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lang="en-ID" sz="2150">
                <a:solidFill>
                  <a:schemeClr val="accent2"/>
                </a:solidFill>
              </a:rPr>
              <a:t>SQL is optimized for handling and manipulating large volumes of data.</a:t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lang="en-ID" sz="2150">
                <a:solidFill>
                  <a:schemeClr val="accent2"/>
                </a:solidFill>
              </a:rPr>
              <a:t>Problem: It does not have support for performing statistical operations.</a:t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150">
                <a:solidFill>
                  <a:schemeClr val="accent2"/>
                </a:solidFill>
              </a:rPr>
              <a:t>R</a:t>
            </a:r>
            <a:endParaRPr b="1"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lang="en-ID" sz="2150">
                <a:solidFill>
                  <a:schemeClr val="accent2"/>
                </a:solidFill>
              </a:rPr>
              <a:t>Programming language widely used in statistics.</a:t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lang="en-ID" sz="2150">
                <a:solidFill>
                  <a:schemeClr val="accent2"/>
                </a:solidFill>
              </a:rPr>
              <a:t>R is strong in data manipulation, statistical analysis, and visualization.</a:t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lang="en-ID" sz="2150">
                <a:solidFill>
                  <a:schemeClr val="accent2"/>
                </a:solidFill>
              </a:rPr>
              <a:t>Problem: It might not be efficient for large databases.</a:t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104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030" name="Google Shape;2030;p104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OMOP Common Data Model 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Databases, SQL and R</a:t>
            </a:r>
            <a:endParaRPr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31" name="Google Shape;2031;p104"/>
          <p:cNvSpPr txBox="1"/>
          <p:nvPr>
            <p:ph idx="4" type="body"/>
          </p:nvPr>
        </p:nvSpPr>
        <p:spPr>
          <a:xfrm>
            <a:off x="670800" y="1482325"/>
            <a:ext cx="11040900" cy="4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Char char="➔"/>
            </a:pPr>
            <a:r>
              <a:rPr b="1" lang="en-ID" sz="2150">
                <a:solidFill>
                  <a:schemeClr val="accent2"/>
                </a:solidFill>
              </a:rPr>
              <a:t>Combine SQL and R </a:t>
            </a:r>
            <a:r>
              <a:rPr lang="en-ID" sz="2150">
                <a:solidFill>
                  <a:schemeClr val="accent2"/>
                </a:solidFill>
              </a:rPr>
              <a:t>to leverage the advantages of each tool.</a:t>
            </a:r>
            <a:endParaRPr sz="215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b="1" lang="en-ID" sz="2150">
                <a:solidFill>
                  <a:schemeClr val="accent2"/>
                </a:solidFill>
              </a:rPr>
              <a:t>SQL:</a:t>
            </a:r>
            <a:endParaRPr b="1" sz="2150">
              <a:solidFill>
                <a:schemeClr val="accent2"/>
              </a:solidFill>
            </a:endParaRPr>
          </a:p>
          <a:p>
            <a:pPr indent="-3651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○"/>
            </a:pPr>
            <a:r>
              <a:rPr lang="en-ID" sz="2150">
                <a:solidFill>
                  <a:schemeClr val="accent2"/>
                </a:solidFill>
              </a:rPr>
              <a:t> Database creation and management, stored on the server.</a:t>
            </a:r>
            <a:endParaRPr sz="2150">
              <a:solidFill>
                <a:schemeClr val="accent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chemeClr val="accent2"/>
              </a:solidFill>
            </a:endParaRPr>
          </a:p>
          <a:p>
            <a:pPr indent="-3651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●"/>
            </a:pPr>
            <a:r>
              <a:rPr b="1" lang="en-ID" sz="2150">
                <a:solidFill>
                  <a:schemeClr val="accent2"/>
                </a:solidFill>
              </a:rPr>
              <a:t>R:</a:t>
            </a:r>
            <a:endParaRPr b="1" sz="2150">
              <a:solidFill>
                <a:schemeClr val="accent2"/>
              </a:solidFill>
            </a:endParaRPr>
          </a:p>
          <a:p>
            <a:pPr indent="-3651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○"/>
            </a:pPr>
            <a:r>
              <a:rPr lang="en-ID" sz="2150">
                <a:solidFill>
                  <a:schemeClr val="accent2"/>
                </a:solidFill>
              </a:rPr>
              <a:t>Connection to the server to access the database (DB).</a:t>
            </a:r>
            <a:endParaRPr sz="2150">
              <a:solidFill>
                <a:schemeClr val="accent2"/>
              </a:solidFill>
            </a:endParaRPr>
          </a:p>
          <a:p>
            <a:pPr indent="-3651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○"/>
            </a:pPr>
            <a:r>
              <a:rPr lang="en-ID" sz="2150">
                <a:solidFill>
                  <a:schemeClr val="accent2"/>
                </a:solidFill>
              </a:rPr>
              <a:t>Manipulation and analysis of the data (located on the server).</a:t>
            </a:r>
            <a:endParaRPr sz="2150">
              <a:solidFill>
                <a:schemeClr val="accent2"/>
              </a:solidFill>
            </a:endParaRPr>
          </a:p>
          <a:p>
            <a:pPr indent="-3651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50"/>
              <a:buChar char="○"/>
            </a:pPr>
            <a:r>
              <a:rPr lang="en-ID" sz="2150">
                <a:solidFill>
                  <a:schemeClr val="accent2"/>
                </a:solidFill>
              </a:rPr>
              <a:t>Exporting the results from the server to our computer.</a:t>
            </a:r>
            <a:endParaRPr sz="2150">
              <a:solidFill>
                <a:schemeClr val="accen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p105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037" name="Google Shape;2037;p105"/>
          <p:cNvSpPr txBox="1"/>
          <p:nvPr>
            <p:ph idx="3" type="body"/>
          </p:nvPr>
        </p:nvSpPr>
        <p:spPr>
          <a:xfrm>
            <a:off x="6756900" y="4537900"/>
            <a:ext cx="3895500" cy="711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ID" sz="1600"/>
              <a:t>2. </a:t>
            </a:r>
            <a:r>
              <a:rPr lang="en-ID" sz="1600"/>
              <a:t>Structure Standardization: 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-ID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Measurement Table</a:t>
            </a:r>
            <a:endParaRPr/>
          </a:p>
        </p:txBody>
      </p:sp>
      <p:sp>
        <p:nvSpPr>
          <p:cNvPr id="2038" name="Google Shape;2038;p105"/>
          <p:cNvSpPr txBox="1"/>
          <p:nvPr>
            <p:ph idx="3" type="body"/>
          </p:nvPr>
        </p:nvSpPr>
        <p:spPr>
          <a:xfrm>
            <a:off x="737100" y="4512700"/>
            <a:ext cx="3895500" cy="711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/>
              <a:t>1. </a:t>
            </a:r>
            <a:r>
              <a:rPr lang="en-ID" sz="1600"/>
              <a:t>Content Standardization: 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-ID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concept_id</a:t>
            </a:r>
            <a:endParaRPr sz="1600"/>
          </a:p>
        </p:txBody>
      </p:sp>
      <p:sp>
        <p:nvSpPr>
          <p:cNvPr id="2039" name="Google Shape;2039;p105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OMOP Common Data Model 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Goals</a:t>
            </a:r>
            <a:endParaRPr b="1" sz="24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40" name="Google Shape;2040;p105"/>
          <p:cNvSpPr txBox="1"/>
          <p:nvPr>
            <p:ph idx="3" type="body"/>
          </p:nvPr>
        </p:nvSpPr>
        <p:spPr>
          <a:xfrm>
            <a:off x="493875" y="1778975"/>
            <a:ext cx="60390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-ID" sz="1600">
                <a:latin typeface="Plus Jakarta Sans"/>
                <a:ea typeface="Plus Jakarta Sans"/>
                <a:cs typeface="Plus Jakarta Sans"/>
                <a:sym typeface="Plus Jakarta Sans"/>
              </a:rPr>
              <a:t>Example:</a:t>
            </a:r>
            <a:r>
              <a:rPr b="1" lang="en-ID" sz="1600">
                <a:solidFill>
                  <a:srgbClr val="4646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ID" sz="1600">
                <a:solidFill>
                  <a:srgbClr val="464646"/>
                </a:solidFill>
              </a:rPr>
              <a:t>Hgb in blood:  9 g/dL</a:t>
            </a:r>
            <a:endParaRPr sz="1600">
              <a:solidFill>
                <a:srgbClr val="46464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ID" sz="1600"/>
              <a:t> </a:t>
            </a:r>
            <a:endParaRPr sz="14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t/>
            </a:r>
            <a:endParaRPr sz="1600"/>
          </a:p>
        </p:txBody>
      </p:sp>
      <p:graphicFrame>
        <p:nvGraphicFramePr>
          <p:cNvPr id="2041" name="Google Shape;2041;p105"/>
          <p:cNvGraphicFramePr/>
          <p:nvPr/>
        </p:nvGraphicFramePr>
        <p:xfrm>
          <a:off x="5457139" y="3377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{F6DEF4CF-D7C6-4CBA-A938-2BB806CB6933}</a:tableStyleId>
              </a:tblPr>
              <a:tblGrid>
                <a:gridCol w="784850"/>
                <a:gridCol w="563425"/>
                <a:gridCol w="1277925"/>
                <a:gridCol w="909275"/>
                <a:gridCol w="838475"/>
                <a:gridCol w="432925"/>
                <a:gridCol w="630975"/>
                <a:gridCol w="269175"/>
                <a:gridCol w="263325"/>
              </a:tblGrid>
              <a:tr h="18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measurement_id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person_id</a:t>
                      </a:r>
                      <a:endParaRPr b="1" sz="7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measurement_concept_id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measurement_date</a:t>
                      </a:r>
                      <a:endParaRPr b="1" sz="7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value_as_number</a:t>
                      </a:r>
                      <a:endParaRPr b="1" sz="7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unit_concept_id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provider_id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visit</a:t>
                      </a:r>
                      <a:endParaRPr b="1" sz="7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3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243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D" sz="900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3000963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2021-10-12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8713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123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896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42" name="Google Shape;2042;p105"/>
          <p:cNvSpPr txBox="1"/>
          <p:nvPr/>
        </p:nvSpPr>
        <p:spPr>
          <a:xfrm>
            <a:off x="1386192" y="3373586"/>
            <a:ext cx="2132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Hemoglobin [Mass/volume] in Blood</a:t>
            </a:r>
            <a:endParaRPr b="1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3000963</a:t>
            </a:r>
            <a:r>
              <a:rPr b="1" lang="en-ID">
                <a:solidFill>
                  <a:srgbClr val="37363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1">
              <a:solidFill>
                <a:srgbClr val="37363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106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048" name="Google Shape;2048;p106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OMOP Common Data Model 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Goals</a:t>
            </a:r>
            <a:endParaRPr b="1" sz="24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49" name="Google Shape;2049;p106"/>
          <p:cNvSpPr txBox="1"/>
          <p:nvPr>
            <p:ph idx="3" type="body"/>
          </p:nvPr>
        </p:nvSpPr>
        <p:spPr>
          <a:xfrm>
            <a:off x="493875" y="1778975"/>
            <a:ext cx="60390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-ID" sz="1600">
                <a:latin typeface="Plus Jakarta Sans"/>
                <a:ea typeface="Plus Jakarta Sans"/>
                <a:cs typeface="Plus Jakarta Sans"/>
                <a:sym typeface="Plus Jakarta Sans"/>
              </a:rPr>
              <a:t>Example:</a:t>
            </a:r>
            <a:r>
              <a:rPr b="1" lang="en-ID" sz="1600">
                <a:solidFill>
                  <a:srgbClr val="4646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ID" sz="1600">
                <a:solidFill>
                  <a:srgbClr val="464646"/>
                </a:solidFill>
              </a:rPr>
              <a:t>Hgb en sangre:  9 g/dL</a:t>
            </a:r>
            <a:endParaRPr sz="1600">
              <a:solidFill>
                <a:srgbClr val="46464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ID" sz="1600"/>
              <a:t> </a:t>
            </a:r>
            <a:endParaRPr sz="14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t/>
            </a:r>
            <a:endParaRPr sz="1600"/>
          </a:p>
        </p:txBody>
      </p:sp>
      <p:graphicFrame>
        <p:nvGraphicFramePr>
          <p:cNvPr id="2050" name="Google Shape;2050;p106"/>
          <p:cNvGraphicFramePr/>
          <p:nvPr/>
        </p:nvGraphicFramePr>
        <p:xfrm>
          <a:off x="5457139" y="3377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{F6DEF4CF-D7C6-4CBA-A938-2BB806CB6933}</a:tableStyleId>
              </a:tblPr>
              <a:tblGrid>
                <a:gridCol w="784850"/>
                <a:gridCol w="563425"/>
                <a:gridCol w="1277925"/>
                <a:gridCol w="909275"/>
                <a:gridCol w="838475"/>
                <a:gridCol w="432925"/>
                <a:gridCol w="630975"/>
                <a:gridCol w="269175"/>
                <a:gridCol w="263325"/>
              </a:tblGrid>
              <a:tr h="18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measurement_id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person_id</a:t>
                      </a:r>
                      <a:endParaRPr b="1" sz="7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measurement_concept_id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measurement_date</a:t>
                      </a:r>
                      <a:endParaRPr b="1" sz="7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value_as_number</a:t>
                      </a:r>
                      <a:endParaRPr b="1" sz="7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unit_concept_id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provider_id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visit</a:t>
                      </a:r>
                      <a:endParaRPr b="1" sz="7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3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243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D" sz="900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3000963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2021-10-12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8713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123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9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896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51" name="Google Shape;2051;p106"/>
          <p:cNvSpPr txBox="1"/>
          <p:nvPr/>
        </p:nvSpPr>
        <p:spPr>
          <a:xfrm>
            <a:off x="1386192" y="3373586"/>
            <a:ext cx="2132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Hemoglobin [Mass/volume] in Blood</a:t>
            </a:r>
            <a:endParaRPr b="1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3000963</a:t>
            </a:r>
            <a:r>
              <a:rPr b="1" lang="en-ID">
                <a:solidFill>
                  <a:srgbClr val="37363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1">
              <a:solidFill>
                <a:srgbClr val="37363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052" name="Google Shape;2052;p106"/>
          <p:cNvCxnSpPr>
            <a:stCxn id="2049" idx="0"/>
          </p:cNvCxnSpPr>
          <p:nvPr/>
        </p:nvCxnSpPr>
        <p:spPr>
          <a:xfrm flipH="1" rot="-5400000">
            <a:off x="5636325" y="-343975"/>
            <a:ext cx="1693500" cy="5939400"/>
          </a:xfrm>
          <a:prstGeom prst="curvedConnector4">
            <a:avLst>
              <a:gd fmla="val -14061" name="adj1"/>
              <a:gd fmla="val 95938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3" name="Google Shape;2053;p106"/>
          <p:cNvCxnSpPr>
            <a:endCxn id="2051" idx="0"/>
          </p:cNvCxnSpPr>
          <p:nvPr/>
        </p:nvCxnSpPr>
        <p:spPr>
          <a:xfrm flipH="1" rot="-5400000">
            <a:off x="1637442" y="2558486"/>
            <a:ext cx="1251600" cy="378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4" name="Google Shape;2054;p106"/>
          <p:cNvCxnSpPr>
            <a:stCxn id="2051" idx="2"/>
          </p:cNvCxnSpPr>
          <p:nvPr/>
        </p:nvCxnSpPr>
        <p:spPr>
          <a:xfrm rot="-5400000">
            <a:off x="4783242" y="1546886"/>
            <a:ext cx="207000" cy="4868400"/>
          </a:xfrm>
          <a:prstGeom prst="curvedConnector4">
            <a:avLst>
              <a:gd fmla="val -230804" name="adj1"/>
              <a:gd fmla="val 93859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5" name="Google Shape;2055;p106"/>
          <p:cNvSpPr txBox="1"/>
          <p:nvPr>
            <p:ph idx="3" type="body"/>
          </p:nvPr>
        </p:nvSpPr>
        <p:spPr>
          <a:xfrm>
            <a:off x="6756900" y="4537900"/>
            <a:ext cx="3895500" cy="711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ID" sz="1600"/>
              <a:t>2. Structure Standardization: 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-ID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Measurement Table</a:t>
            </a:r>
            <a:endParaRPr/>
          </a:p>
        </p:txBody>
      </p:sp>
      <p:sp>
        <p:nvSpPr>
          <p:cNvPr id="2056" name="Google Shape;2056;p106"/>
          <p:cNvSpPr txBox="1"/>
          <p:nvPr>
            <p:ph idx="3" type="body"/>
          </p:nvPr>
        </p:nvSpPr>
        <p:spPr>
          <a:xfrm>
            <a:off x="737100" y="4512700"/>
            <a:ext cx="3895500" cy="711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/>
              <a:t>1. Content Standardization: 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-ID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concept_id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07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062" name="Google Shape;2062;p107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us Jakarta Sans"/>
              <a:buAutoNum type="arabicPeriod"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Content Standardization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OMOP Common Data Model </a:t>
            </a:r>
            <a:endParaRPr b="1" sz="24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63" name="Google Shape;2063;p107"/>
          <p:cNvSpPr txBox="1"/>
          <p:nvPr/>
        </p:nvSpPr>
        <p:spPr>
          <a:xfrm>
            <a:off x="4789354" y="3769499"/>
            <a:ext cx="213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 sz="2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Hemoglobin </a:t>
            </a:r>
            <a:endParaRPr b="1" sz="2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64" name="Google Shape;2064;p107"/>
          <p:cNvSpPr txBox="1"/>
          <p:nvPr/>
        </p:nvSpPr>
        <p:spPr>
          <a:xfrm>
            <a:off x="1769629" y="2056549"/>
            <a:ext cx="2132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concept_name</a:t>
            </a:r>
            <a:endParaRPr b="1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7363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65" name="Google Shape;2065;p107"/>
          <p:cNvSpPr txBox="1"/>
          <p:nvPr/>
        </p:nvSpPr>
        <p:spPr>
          <a:xfrm>
            <a:off x="4789354" y="4176661"/>
            <a:ext cx="2132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</a:t>
            </a:r>
            <a:endParaRPr b="1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7363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66" name="Google Shape;2066;p107"/>
          <p:cNvSpPr txBox="1"/>
          <p:nvPr/>
        </p:nvSpPr>
        <p:spPr>
          <a:xfrm>
            <a:off x="7770829" y="1883824"/>
            <a:ext cx="2132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concept_id</a:t>
            </a:r>
            <a:endParaRPr b="1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7363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67" name="Google Shape;2067;p107"/>
          <p:cNvSpPr txBox="1"/>
          <p:nvPr/>
        </p:nvSpPr>
        <p:spPr>
          <a:xfrm>
            <a:off x="8687779" y="3814811"/>
            <a:ext cx="2132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D">
                <a:latin typeface="Plus Jakarta Sans"/>
                <a:ea typeface="Plus Jakarta Sans"/>
                <a:cs typeface="Plus Jakarta Sans"/>
                <a:sym typeface="Plus Jakarta Sans"/>
              </a:rPr>
              <a:t>Standard concepts</a:t>
            </a:r>
            <a:endParaRPr b="1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>
                <a:solidFill>
                  <a:srgbClr val="37363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True</a:t>
            </a:r>
            <a:endParaRPr>
              <a:solidFill>
                <a:srgbClr val="37363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68" name="Google Shape;2068;p107"/>
          <p:cNvSpPr txBox="1"/>
          <p:nvPr/>
        </p:nvSpPr>
        <p:spPr>
          <a:xfrm>
            <a:off x="1371504" y="3837636"/>
            <a:ext cx="2132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domain</a:t>
            </a:r>
            <a:endParaRPr b="1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7363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69" name="Google Shape;2069;p107"/>
          <p:cNvSpPr txBox="1"/>
          <p:nvPr/>
        </p:nvSpPr>
        <p:spPr>
          <a:xfrm>
            <a:off x="4797549" y="5568611"/>
            <a:ext cx="213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 class ID</a:t>
            </a:r>
            <a:endParaRPr b="1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70" name="Google Shape;2070;p107"/>
          <p:cNvSpPr txBox="1"/>
          <p:nvPr/>
        </p:nvSpPr>
        <p:spPr>
          <a:xfrm>
            <a:off x="1849004" y="2405399"/>
            <a:ext cx="2132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Hemoglobin [Mass/volume] in Blood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7363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71" name="Google Shape;2071;p107"/>
          <p:cNvSpPr txBox="1"/>
          <p:nvPr/>
        </p:nvSpPr>
        <p:spPr>
          <a:xfrm>
            <a:off x="1419554" y="4077311"/>
            <a:ext cx="2132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Measurements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7363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72" name="Google Shape;2072;p107"/>
          <p:cNvSpPr txBox="1"/>
          <p:nvPr/>
        </p:nvSpPr>
        <p:spPr>
          <a:xfrm>
            <a:off x="4884099" y="5858486"/>
            <a:ext cx="2132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 Test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7363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73" name="Google Shape;2073;p107"/>
          <p:cNvSpPr txBox="1"/>
          <p:nvPr/>
        </p:nvSpPr>
        <p:spPr>
          <a:xfrm>
            <a:off x="7770829" y="2173686"/>
            <a:ext cx="2132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3000963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7363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74" name="Google Shape;2074;p107"/>
          <p:cNvSpPr/>
          <p:nvPr/>
        </p:nvSpPr>
        <p:spPr>
          <a:xfrm>
            <a:off x="4408963" y="3323088"/>
            <a:ext cx="2893500" cy="144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5" name="Google Shape;2075;p107"/>
          <p:cNvCxnSpPr>
            <a:stCxn id="2074" idx="0"/>
            <a:endCxn id="2073" idx="1"/>
          </p:cNvCxnSpPr>
          <p:nvPr/>
        </p:nvCxnSpPr>
        <p:spPr>
          <a:xfrm flipH="1" rot="10800000">
            <a:off x="5855713" y="2405388"/>
            <a:ext cx="1915200" cy="91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6" name="Google Shape;2076;p107"/>
          <p:cNvCxnSpPr>
            <a:stCxn id="2074" idx="3"/>
            <a:endCxn id="2067" idx="1"/>
          </p:cNvCxnSpPr>
          <p:nvPr/>
        </p:nvCxnSpPr>
        <p:spPr>
          <a:xfrm>
            <a:off x="7302463" y="4046388"/>
            <a:ext cx="1385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7" name="Google Shape;2077;p107"/>
          <p:cNvCxnSpPr>
            <a:stCxn id="2074" idx="0"/>
            <a:endCxn id="2064" idx="3"/>
          </p:cNvCxnSpPr>
          <p:nvPr/>
        </p:nvCxnSpPr>
        <p:spPr>
          <a:xfrm rot="10800000">
            <a:off x="3902413" y="2288088"/>
            <a:ext cx="1953300" cy="103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8" name="Google Shape;2078;p107"/>
          <p:cNvCxnSpPr>
            <a:stCxn id="2074" idx="1"/>
            <a:endCxn id="2068" idx="3"/>
          </p:cNvCxnSpPr>
          <p:nvPr/>
        </p:nvCxnSpPr>
        <p:spPr>
          <a:xfrm flipH="1">
            <a:off x="3504163" y="4046388"/>
            <a:ext cx="904800" cy="2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9" name="Google Shape;2079;p107"/>
          <p:cNvCxnSpPr>
            <a:stCxn id="2074" idx="2"/>
            <a:endCxn id="2069" idx="0"/>
          </p:cNvCxnSpPr>
          <p:nvPr/>
        </p:nvCxnSpPr>
        <p:spPr>
          <a:xfrm>
            <a:off x="5855713" y="4769688"/>
            <a:ext cx="8100" cy="79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108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085" name="Google Shape;2085;p108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Structure Standardization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OMOP Common Data Model </a:t>
            </a:r>
            <a:endParaRPr b="1" sz="24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86" name="Google Shape;2086;p108"/>
          <p:cNvSpPr txBox="1"/>
          <p:nvPr/>
        </p:nvSpPr>
        <p:spPr>
          <a:xfrm>
            <a:off x="1716654" y="4249738"/>
            <a:ext cx="328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 sz="2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Measurement</a:t>
            </a:r>
            <a:endParaRPr b="1" sz="2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2087" name="Google Shape;2087;p108"/>
          <p:cNvGraphicFramePr/>
          <p:nvPr/>
        </p:nvGraphicFramePr>
        <p:xfrm>
          <a:off x="1716639" y="4643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{F6DEF4CF-D7C6-4CBA-A938-2BB806CB6933}</a:tableStyleId>
              </a:tblPr>
              <a:tblGrid>
                <a:gridCol w="1517850"/>
                <a:gridCol w="1089625"/>
                <a:gridCol w="2471400"/>
                <a:gridCol w="1758500"/>
                <a:gridCol w="1621525"/>
                <a:gridCol w="509250"/>
              </a:tblGrid>
              <a:tr h="46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measurement_id</a:t>
                      </a:r>
                      <a:endParaRPr b="1" sz="13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person_id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measurement_concept_id</a:t>
                      </a:r>
                      <a:endParaRPr b="1" sz="13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measurement_date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value_as_number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D" sz="1500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3000963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2021-10-12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D" sz="1500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3000963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2021-10-14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9.5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D" sz="1500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3000963</a:t>
                      </a:r>
                      <a:endParaRPr sz="1500">
                        <a:solidFill>
                          <a:schemeClr val="accent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2021-10-15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10.2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88" name="Google Shape;2088;p108"/>
          <p:cNvSpPr txBox="1"/>
          <p:nvPr/>
        </p:nvSpPr>
        <p:spPr>
          <a:xfrm>
            <a:off x="885229" y="1585613"/>
            <a:ext cx="328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 sz="2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</a:t>
            </a:r>
            <a:endParaRPr b="1" sz="2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2089" name="Google Shape;2089;p108"/>
          <p:cNvGraphicFramePr/>
          <p:nvPr/>
        </p:nvGraphicFramePr>
        <p:xfrm>
          <a:off x="885214" y="19793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{F6DEF4CF-D7C6-4CBA-A938-2BB806CB6933}</a:tableStyleId>
              </a:tblPr>
              <a:tblGrid>
                <a:gridCol w="1194125"/>
                <a:gridCol w="1927125"/>
                <a:gridCol w="1883125"/>
                <a:gridCol w="451975"/>
              </a:tblGrid>
              <a:tr h="46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person_id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year_of_birth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gender_concept_id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1974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8532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244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1944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8507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245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1991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8507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0" name="Google Shape;2090;p108"/>
          <p:cNvSpPr txBox="1"/>
          <p:nvPr/>
        </p:nvSpPr>
        <p:spPr>
          <a:xfrm>
            <a:off x="7381904" y="1585613"/>
            <a:ext cx="328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 sz="2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</a:t>
            </a:r>
            <a:endParaRPr b="1" sz="2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2091" name="Google Shape;2091;p108"/>
          <p:cNvGraphicFramePr/>
          <p:nvPr/>
        </p:nvGraphicFramePr>
        <p:xfrm>
          <a:off x="7381889" y="19793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{F6DEF4CF-D7C6-4CBA-A938-2BB806CB6933}</a:tableStyleId>
              </a:tblPr>
              <a:tblGrid>
                <a:gridCol w="1155975"/>
                <a:gridCol w="1865550"/>
                <a:gridCol w="540275"/>
              </a:tblGrid>
              <a:tr h="46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concept_id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concept_name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8532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Female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8507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Male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3000963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Hemoglobin …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109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097" name="Google Shape;2097;p109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Structure Standardization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OMOP Common Data Model </a:t>
            </a:r>
            <a:endParaRPr b="1" sz="24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98" name="Google Shape;2098;p109"/>
          <p:cNvSpPr txBox="1"/>
          <p:nvPr/>
        </p:nvSpPr>
        <p:spPr>
          <a:xfrm>
            <a:off x="1716654" y="4249738"/>
            <a:ext cx="328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 sz="2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Measurement</a:t>
            </a:r>
            <a:endParaRPr b="1" sz="2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2099" name="Google Shape;2099;p109"/>
          <p:cNvGraphicFramePr/>
          <p:nvPr/>
        </p:nvGraphicFramePr>
        <p:xfrm>
          <a:off x="1716639" y="4643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{F6DEF4CF-D7C6-4CBA-A938-2BB806CB6933}</a:tableStyleId>
              </a:tblPr>
              <a:tblGrid>
                <a:gridCol w="1517850"/>
                <a:gridCol w="1089625"/>
                <a:gridCol w="2471400"/>
                <a:gridCol w="1758500"/>
                <a:gridCol w="1621525"/>
                <a:gridCol w="509250"/>
              </a:tblGrid>
              <a:tr h="46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measurement_id</a:t>
                      </a:r>
                      <a:endParaRPr b="1" sz="13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person_id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measurement_concept_id</a:t>
                      </a:r>
                      <a:endParaRPr b="1" sz="13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measurement_date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value_as_number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D" sz="1500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3000963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2021-10-12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D" sz="1500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3000963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2021-10-14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9.5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D" sz="1500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3000963</a:t>
                      </a:r>
                      <a:endParaRPr sz="1500">
                        <a:solidFill>
                          <a:schemeClr val="accent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2021-10-15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10.2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00" name="Google Shape;2100;p109"/>
          <p:cNvSpPr txBox="1"/>
          <p:nvPr/>
        </p:nvSpPr>
        <p:spPr>
          <a:xfrm>
            <a:off x="885229" y="1585613"/>
            <a:ext cx="328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 sz="2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</a:t>
            </a:r>
            <a:endParaRPr b="1" sz="2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2101" name="Google Shape;2101;p109"/>
          <p:cNvGraphicFramePr/>
          <p:nvPr/>
        </p:nvGraphicFramePr>
        <p:xfrm>
          <a:off x="885214" y="19793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{F6DEF4CF-D7C6-4CBA-A938-2BB806CB6933}</a:tableStyleId>
              </a:tblPr>
              <a:tblGrid>
                <a:gridCol w="1194125"/>
                <a:gridCol w="1927125"/>
                <a:gridCol w="1883125"/>
                <a:gridCol w="451975"/>
              </a:tblGrid>
              <a:tr h="46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person_id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year_of_birth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gender_concept_id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1974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8532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244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1944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8507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245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1991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8507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02" name="Google Shape;2102;p109"/>
          <p:cNvSpPr txBox="1"/>
          <p:nvPr/>
        </p:nvSpPr>
        <p:spPr>
          <a:xfrm>
            <a:off x="7381904" y="1585613"/>
            <a:ext cx="328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D" sz="2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Concept</a:t>
            </a:r>
            <a:endParaRPr b="1" sz="2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2103" name="Google Shape;2103;p109"/>
          <p:cNvGraphicFramePr/>
          <p:nvPr/>
        </p:nvGraphicFramePr>
        <p:xfrm>
          <a:off x="7381889" y="19793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{F6DEF4CF-D7C6-4CBA-A938-2BB806CB6933}</a:tableStyleId>
              </a:tblPr>
              <a:tblGrid>
                <a:gridCol w="1155975"/>
                <a:gridCol w="1865550"/>
                <a:gridCol w="540275"/>
              </a:tblGrid>
              <a:tr h="46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concept_id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3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concept_name</a:t>
                      </a:r>
                      <a:endParaRPr b="1" sz="1300"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D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…</a:t>
                      </a:r>
                      <a:endParaRPr b="1"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8532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Female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8507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Male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3000963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5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Hemoglobin …</a:t>
                      </a:r>
                      <a:endParaRPr sz="15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104" name="Google Shape;2104;p109"/>
          <p:cNvCxnSpPr/>
          <p:nvPr/>
        </p:nvCxnSpPr>
        <p:spPr>
          <a:xfrm flipH="1" rot="-5400000">
            <a:off x="1784400" y="2710450"/>
            <a:ext cx="2131800" cy="1958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5" name="Google Shape;2105;p109"/>
          <p:cNvCxnSpPr/>
          <p:nvPr/>
        </p:nvCxnSpPr>
        <p:spPr>
          <a:xfrm flipH="1" rot="10800000">
            <a:off x="5517275" y="2681525"/>
            <a:ext cx="1986900" cy="9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6" name="Google Shape;2106;p109"/>
          <p:cNvCxnSpPr/>
          <p:nvPr/>
        </p:nvCxnSpPr>
        <p:spPr>
          <a:xfrm flipH="1" rot="10800000">
            <a:off x="5932025" y="3414475"/>
            <a:ext cx="1514400" cy="1321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p110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112" name="Google Shape;2112;p110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Structure Standardization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OMOP Common Data Model </a:t>
            </a:r>
            <a:endParaRPr b="1" sz="24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113" name="Google Shape;2113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350" y="1636098"/>
            <a:ext cx="8049300" cy="4885375"/>
          </a:xfrm>
          <a:prstGeom prst="rect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111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119" name="Google Shape;2119;p111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Structure Standardization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OMOP Common Data Model </a:t>
            </a:r>
            <a:endParaRPr b="1" sz="24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120" name="Google Shape;2120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750" y="1224381"/>
            <a:ext cx="6809665" cy="5557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112"/>
          <p:cNvSpPr txBox="1"/>
          <p:nvPr/>
        </p:nvSpPr>
        <p:spPr>
          <a:xfrm>
            <a:off x="11608052" y="6428650"/>
            <a:ext cx="49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200">
                <a:solidFill>
                  <a:srgbClr val="062D4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‹#›</a:t>
            </a:fld>
            <a:endParaRPr sz="1200">
              <a:solidFill>
                <a:srgbClr val="062D47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126" name="Google Shape;2126;p112"/>
          <p:cNvSpPr txBox="1"/>
          <p:nvPr/>
        </p:nvSpPr>
        <p:spPr>
          <a:xfrm>
            <a:off x="658177" y="626481"/>
            <a:ext cx="884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Structure Standardization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OMOP Common Data Model </a:t>
            </a:r>
            <a:endParaRPr b="1" sz="2400">
              <a:solidFill>
                <a:srgbClr val="226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127" name="Google Shape;2127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650" y="1177131"/>
            <a:ext cx="7682847" cy="55574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112"/>
          <p:cNvSpPr txBox="1"/>
          <p:nvPr/>
        </p:nvSpPr>
        <p:spPr>
          <a:xfrm>
            <a:off x="8384500" y="2064150"/>
            <a:ext cx="3578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latin typeface="Plus Jakarta Sans"/>
                <a:ea typeface="Plus Jakarta Sans"/>
                <a:cs typeface="Plus Jakarta Sans"/>
                <a:sym typeface="Plus Jakarta Sans"/>
              </a:rPr>
              <a:t>Required tables: </a:t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latin typeface="Plus Jakarta Sans"/>
                <a:ea typeface="Plus Jakarta Sans"/>
                <a:cs typeface="Plus Jakarta Sans"/>
                <a:sym typeface="Plus Jakarta Sans"/>
              </a:rPr>
              <a:t>person </a:t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latin typeface="Plus Jakarta Sans"/>
                <a:ea typeface="Plus Jakarta Sans"/>
                <a:cs typeface="Plus Jakarta Sans"/>
                <a:sym typeface="Plus Jakarta Sans"/>
              </a:rPr>
              <a:t>observation_period </a:t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latin typeface="Plus Jakarta Sans"/>
                <a:ea typeface="Plus Jakarta Sans"/>
                <a:cs typeface="Plus Jakarta Sans"/>
                <a:sym typeface="Plus Jakarta Sans"/>
              </a:rPr>
              <a:t>Fields:</a:t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Char char="-"/>
            </a:pPr>
            <a:r>
              <a:rPr lang="en-ID" sz="1600">
                <a:latin typeface="Plus Jakarta Sans"/>
                <a:ea typeface="Plus Jakarta Sans"/>
                <a:cs typeface="Plus Jakarta Sans"/>
                <a:sym typeface="Plus Jakarta Sans"/>
              </a:rPr>
              <a:t>_id</a:t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Char char="-"/>
            </a:pPr>
            <a:r>
              <a:rPr lang="en-ID" sz="1600">
                <a:latin typeface="Plus Jakarta Sans"/>
                <a:ea typeface="Plus Jakarta Sans"/>
                <a:cs typeface="Plus Jakarta Sans"/>
                <a:sym typeface="Plus Jakarta Sans"/>
              </a:rPr>
              <a:t>_concept_id</a:t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Char char="-"/>
            </a:pPr>
            <a:r>
              <a:rPr lang="en-ID" sz="1600">
                <a:latin typeface="Plus Jakarta Sans"/>
                <a:ea typeface="Plus Jakarta Sans"/>
                <a:cs typeface="Plus Jakarta Sans"/>
                <a:sym typeface="Plus Jakarta Sans"/>
              </a:rPr>
              <a:t>_source_concept_id</a:t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Char char="-"/>
            </a:pPr>
            <a:r>
              <a:rPr lang="en-ID" sz="1600">
                <a:latin typeface="Plus Jakarta Sans"/>
                <a:ea typeface="Plus Jakarta Sans"/>
                <a:cs typeface="Plus Jakarta Sans"/>
                <a:sym typeface="Plus Jakarta Sans"/>
              </a:rPr>
              <a:t>_source_value</a:t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Char char="-"/>
            </a:pPr>
            <a:r>
              <a:rPr lang="en-ID" sz="1600">
                <a:latin typeface="Plus Jakarta Sans"/>
                <a:ea typeface="Plus Jakarta Sans"/>
                <a:cs typeface="Plus Jakarta Sans"/>
                <a:sym typeface="Plus Jakarta Sans"/>
              </a:rPr>
              <a:t>_type_concept_id </a:t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latin typeface="Plus Jakarta Sans"/>
                <a:ea typeface="Plus Jakarta Sans"/>
                <a:cs typeface="Plus Jakarta Sans"/>
                <a:sym typeface="Plus Jakarta Sans"/>
              </a:rPr>
              <a:t> Target concept domain determines target table</a:t>
            </a:r>
            <a:endParaRPr sz="16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113"/>
          <p:cNvSpPr txBox="1"/>
          <p:nvPr>
            <p:ph type="title"/>
          </p:nvPr>
        </p:nvSpPr>
        <p:spPr>
          <a:xfrm>
            <a:off x="173529" y="875776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>
                <a:solidFill>
                  <a:schemeClr val="accent1"/>
                </a:solidFill>
              </a:rPr>
              <a:t>[05]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Data Quality Dashboard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4">
      <a:dk1>
        <a:srgbClr val="226FFF"/>
      </a:dk1>
      <a:lt1>
        <a:srgbClr val="FFFFFF"/>
      </a:lt1>
      <a:dk2>
        <a:srgbClr val="FFFFFF"/>
      </a:dk2>
      <a:lt2>
        <a:srgbClr val="FFFFFF"/>
      </a:lt2>
      <a:accent1>
        <a:srgbClr val="226FFF"/>
      </a:accent1>
      <a:accent2>
        <a:srgbClr val="062D47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OMED ">
  <a:themeElements>
    <a:clrScheme name="Custom 4">
      <a:dk1>
        <a:srgbClr val="0F3BFE"/>
      </a:dk1>
      <a:lt1>
        <a:srgbClr val="FFFFFF"/>
      </a:lt1>
      <a:dk2>
        <a:srgbClr val="E5EAFF"/>
      </a:dk2>
      <a:lt2>
        <a:srgbClr val="CFD8FF"/>
      </a:lt2>
      <a:accent1>
        <a:srgbClr val="11F17F"/>
      </a:accent1>
      <a:accent2>
        <a:srgbClr val="9B6EFF"/>
      </a:accent2>
      <a:accent3>
        <a:srgbClr val="EBE2FF"/>
      </a:accent3>
      <a:accent4>
        <a:srgbClr val="CFD8FF"/>
      </a:accent4>
      <a:accent5>
        <a:srgbClr val="D0FCE5"/>
      </a:accent5>
      <a:accent6>
        <a:srgbClr val="D7C5FF"/>
      </a:accent6>
      <a:hlink>
        <a:srgbClr val="0F3BF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4">
      <a:dk1>
        <a:srgbClr val="226FFF"/>
      </a:dk1>
      <a:lt1>
        <a:srgbClr val="FFFFFF"/>
      </a:lt1>
      <a:dk2>
        <a:srgbClr val="FFFFFF"/>
      </a:dk2>
      <a:lt2>
        <a:srgbClr val="FFFFFF"/>
      </a:lt2>
      <a:accent1>
        <a:srgbClr val="226FFF"/>
      </a:accent1>
      <a:accent2>
        <a:srgbClr val="062D47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